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9" r:id="rId1"/>
    <p:sldMasterId id="2147483683" r:id="rId2"/>
    <p:sldMasterId id="2147483688" r:id="rId3"/>
  </p:sldMasterIdLst>
  <p:notesMasterIdLst>
    <p:notesMasterId r:id="rId61"/>
  </p:notesMasterIdLst>
  <p:handoutMasterIdLst>
    <p:handoutMasterId r:id="rId62"/>
  </p:handoutMasterIdLst>
  <p:sldIdLst>
    <p:sldId id="256" r:id="rId4"/>
    <p:sldId id="258" r:id="rId5"/>
    <p:sldId id="490" r:id="rId6"/>
    <p:sldId id="531" r:id="rId7"/>
    <p:sldId id="549" r:id="rId8"/>
    <p:sldId id="556" r:id="rId9"/>
    <p:sldId id="557" r:id="rId10"/>
    <p:sldId id="554" r:id="rId11"/>
    <p:sldId id="265" r:id="rId12"/>
    <p:sldId id="552" r:id="rId13"/>
    <p:sldId id="553" r:id="rId14"/>
    <p:sldId id="263" r:id="rId15"/>
    <p:sldId id="525" r:id="rId16"/>
    <p:sldId id="558" r:id="rId17"/>
    <p:sldId id="478" r:id="rId18"/>
    <p:sldId id="280" r:id="rId19"/>
    <p:sldId id="281" r:id="rId20"/>
    <p:sldId id="481" r:id="rId21"/>
    <p:sldId id="482" r:id="rId22"/>
    <p:sldId id="483" r:id="rId23"/>
    <p:sldId id="509" r:id="rId24"/>
    <p:sldId id="555" r:id="rId25"/>
    <p:sldId id="538" r:id="rId26"/>
    <p:sldId id="539" r:id="rId27"/>
    <p:sldId id="526" r:id="rId28"/>
    <p:sldId id="354" r:id="rId29"/>
    <p:sldId id="355" r:id="rId30"/>
    <p:sldId id="313" r:id="rId31"/>
    <p:sldId id="356" r:id="rId32"/>
    <p:sldId id="357" r:id="rId33"/>
    <p:sldId id="358" r:id="rId34"/>
    <p:sldId id="527" r:id="rId35"/>
    <p:sldId id="540" r:id="rId36"/>
    <p:sldId id="535" r:id="rId37"/>
    <p:sldId id="541" r:id="rId38"/>
    <p:sldId id="542" r:id="rId39"/>
    <p:sldId id="267" r:id="rId40"/>
    <p:sldId id="543" r:id="rId41"/>
    <p:sldId id="270" r:id="rId42"/>
    <p:sldId id="544" r:id="rId43"/>
    <p:sldId id="545" r:id="rId44"/>
    <p:sldId id="272" r:id="rId45"/>
    <p:sldId id="546" r:id="rId46"/>
    <p:sldId id="547" r:id="rId47"/>
    <p:sldId id="529" r:id="rId48"/>
    <p:sldId id="459" r:id="rId49"/>
    <p:sldId id="457" r:id="rId50"/>
    <p:sldId id="458" r:id="rId51"/>
    <p:sldId id="503" r:id="rId52"/>
    <p:sldId id="502" r:id="rId53"/>
    <p:sldId id="519" r:id="rId54"/>
    <p:sldId id="521" r:id="rId55"/>
    <p:sldId id="520" r:id="rId56"/>
    <p:sldId id="522" r:id="rId57"/>
    <p:sldId id="530" r:id="rId58"/>
    <p:sldId id="266" r:id="rId59"/>
    <p:sldId id="268" r:id="rId60"/>
  </p:sldIdLst>
  <p:sldSz cx="9144000" cy="5143500" type="screen16x9"/>
  <p:notesSz cx="6858000" cy="9144000"/>
  <p:embeddedFontLst>
    <p:embeddedFont>
      <p:font typeface="Abadi" panose="020B0604020104020204" pitchFamily="34" charset="0"/>
      <p:regular r:id="rId63"/>
    </p:embeddedFont>
    <p:embeddedFont>
      <p:font typeface="Arial Unicode MS" panose="020B0604020202020204" pitchFamily="34" charset="-128"/>
      <p:regular r:id="rId64"/>
    </p:embeddedFont>
    <p:embeddedFont>
      <p:font typeface="Berlin Sans FB Demi" panose="020E0802020502020306" pitchFamily="34" charset="0"/>
      <p:bold r:id="rId65"/>
    </p:embeddedFont>
    <p:embeddedFont>
      <p:font typeface="Bookman Old Style" panose="02050604050505020204" pitchFamily="18" charset="0"/>
      <p:regular r:id="rId66"/>
      <p:bold r:id="rId67"/>
      <p:italic r:id="rId68"/>
      <p:boldItalic r:id="rId69"/>
    </p:embeddedFont>
    <p:embeddedFont>
      <p:font typeface="Brush Script MT" panose="03060802040406070304" pitchFamily="66" charset="0"/>
      <p:italic r:id="rId70"/>
    </p:embeddedFont>
    <p:embeddedFont>
      <p:font typeface="Calibri" panose="020F0502020204030204" pitchFamily="34" charset="0"/>
      <p:regular r:id="rId71"/>
      <p:bold r:id="rId72"/>
      <p:italic r:id="rId73"/>
      <p:boldItalic r:id="rId74"/>
    </p:embeddedFont>
    <p:embeddedFont>
      <p:font typeface="Calibri Light" panose="020F0302020204030204" pitchFamily="34" charset="0"/>
      <p:regular r:id="rId75"/>
      <p:italic r:id="rId76"/>
    </p:embeddedFont>
    <p:embeddedFont>
      <p:font typeface="Canva Sans Bold" panose="020B0604020202020204" charset="0"/>
      <p:regular r:id="rId77"/>
    </p:embeddedFont>
    <p:embeddedFont>
      <p:font typeface="Georgia" panose="02040502050405020303" pitchFamily="18" charset="0"/>
      <p:regular r:id="rId78"/>
      <p:bold r:id="rId79"/>
      <p:italic r:id="rId80"/>
      <p:boldItalic r:id="rId81"/>
    </p:embeddedFont>
    <p:embeddedFont>
      <p:font typeface="Montserrat Black" panose="00000A00000000000000" pitchFamily="2" charset="0"/>
      <p:bold r:id="rId82"/>
      <p:boldItalic r:id="rId83"/>
    </p:embeddedFont>
    <p:embeddedFont>
      <p:font typeface="Montserrat Medium" panose="00000600000000000000" pitchFamily="2" charset="0"/>
      <p:regular r:id="rId84"/>
      <p:bold r:id="rId85"/>
      <p:italic r:id="rId86"/>
      <p:boldItalic r:id="rId87"/>
    </p:embeddedFont>
    <p:embeddedFont>
      <p:font typeface="Montserrat SemiBold" panose="00000700000000000000" pitchFamily="2" charset="0"/>
      <p:bold r:id="rId88"/>
      <p:boldItalic r:id="rId89"/>
    </p:embeddedFont>
    <p:embeddedFont>
      <p:font typeface="Nunito Bold" panose="020B0604020202020204" charset="0"/>
      <p:regular r:id="rId90"/>
    </p:embeddedFont>
    <p:embeddedFont>
      <p:font typeface="Poppins" panose="020B0604020202020204" charset="0"/>
      <p:regular r:id="rId91"/>
      <p:bold r:id="rId92"/>
      <p:italic r:id="rId93"/>
      <p:boldItalic r:id="rId94"/>
    </p:embeddedFont>
    <p:embeddedFont>
      <p:font typeface="Roboto" panose="02000000000000000000" pitchFamily="2" charset="0"/>
      <p:regular r:id="rId95"/>
      <p:bold r:id="rId96"/>
      <p:italic r:id="rId97"/>
      <p:boldItalic r:id="rId9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4F4"/>
    <a:srgbClr val="FFFF99"/>
    <a:srgbClr val="4C49D7"/>
    <a:srgbClr val="FF3399"/>
    <a:srgbClr val="FF99FF"/>
    <a:srgbClr val="FF9999"/>
    <a:srgbClr val="F89746"/>
    <a:srgbClr val="8FAADC"/>
    <a:srgbClr val="9BB7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9FC27D-C019-44F4-8E00-3AC222D4BC97}">
  <a:tblStyle styleId="{819FC27D-C019-44F4-8E00-3AC222D4BC9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76" autoAdjust="0"/>
    <p:restoredTop sz="93410" autoAdjust="0"/>
  </p:normalViewPr>
  <p:slideViewPr>
    <p:cSldViewPr snapToGrid="0">
      <p:cViewPr varScale="1">
        <p:scale>
          <a:sx n="96" d="100"/>
          <a:sy n="96" d="100"/>
        </p:scale>
        <p:origin x="960" y="7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2299"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fntdata"/><Relationship Id="rId68" Type="http://schemas.openxmlformats.org/officeDocument/2006/relationships/font" Target="fonts/font6.fntdata"/><Relationship Id="rId84" Type="http://schemas.openxmlformats.org/officeDocument/2006/relationships/font" Target="fonts/font22.fntdata"/><Relationship Id="rId89" Type="http://schemas.openxmlformats.org/officeDocument/2006/relationships/font" Target="fonts/font27.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12.fntdata"/><Relationship Id="rId79" Type="http://schemas.openxmlformats.org/officeDocument/2006/relationships/font" Target="fonts/font17.fntdata"/><Relationship Id="rId102" Type="http://schemas.openxmlformats.org/officeDocument/2006/relationships/theme" Target="theme/theme1.xml"/><Relationship Id="rId5" Type="http://schemas.openxmlformats.org/officeDocument/2006/relationships/slide" Target="slides/slide2.xml"/><Relationship Id="rId90" Type="http://schemas.openxmlformats.org/officeDocument/2006/relationships/font" Target="fonts/font28.fntdata"/><Relationship Id="rId95" Type="http://schemas.openxmlformats.org/officeDocument/2006/relationships/font" Target="fonts/font33.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font" Target="fonts/font2.fntdata"/><Relationship Id="rId69" Type="http://schemas.openxmlformats.org/officeDocument/2006/relationships/font" Target="fonts/font7.fntdata"/><Relationship Id="rId80" Type="http://schemas.openxmlformats.org/officeDocument/2006/relationships/font" Target="fonts/font18.fntdata"/><Relationship Id="rId85" Type="http://schemas.openxmlformats.org/officeDocument/2006/relationships/font" Target="fonts/font23.fntdata"/><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font" Target="fonts/font5.fntdata"/><Relationship Id="rId103"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handoutMaster" Target="handoutMasters/handoutMaster1.xml"/><Relationship Id="rId70" Type="http://schemas.openxmlformats.org/officeDocument/2006/relationships/font" Target="fonts/font8.fntdata"/><Relationship Id="rId75" Type="http://schemas.openxmlformats.org/officeDocument/2006/relationships/font" Target="fonts/font13.fntdata"/><Relationship Id="rId83" Type="http://schemas.openxmlformats.org/officeDocument/2006/relationships/font" Target="fonts/font21.fntdata"/><Relationship Id="rId88" Type="http://schemas.openxmlformats.org/officeDocument/2006/relationships/font" Target="fonts/font26.fntdata"/><Relationship Id="rId91" Type="http://schemas.openxmlformats.org/officeDocument/2006/relationships/font" Target="fonts/font29.fntdata"/><Relationship Id="rId96" Type="http://schemas.openxmlformats.org/officeDocument/2006/relationships/font" Target="fonts/font34.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font" Target="fonts/font16.fntdata"/><Relationship Id="rId81" Type="http://schemas.openxmlformats.org/officeDocument/2006/relationships/font" Target="fonts/font19.fntdata"/><Relationship Id="rId86" Type="http://schemas.openxmlformats.org/officeDocument/2006/relationships/font" Target="fonts/font24.fntdata"/><Relationship Id="rId94" Type="http://schemas.openxmlformats.org/officeDocument/2006/relationships/font" Target="fonts/font32.fntdata"/><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14.fntdata"/><Relationship Id="rId97" Type="http://schemas.openxmlformats.org/officeDocument/2006/relationships/font" Target="fonts/font35.fntdata"/><Relationship Id="rId7" Type="http://schemas.openxmlformats.org/officeDocument/2006/relationships/slide" Target="slides/slide4.xml"/><Relationship Id="rId71" Type="http://schemas.openxmlformats.org/officeDocument/2006/relationships/font" Target="fonts/font9.fntdata"/><Relationship Id="rId92" Type="http://schemas.openxmlformats.org/officeDocument/2006/relationships/font" Target="fonts/font30.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4.fntdata"/><Relationship Id="rId87" Type="http://schemas.openxmlformats.org/officeDocument/2006/relationships/font" Target="fonts/font25.fntdata"/><Relationship Id="rId61" Type="http://schemas.openxmlformats.org/officeDocument/2006/relationships/notesMaster" Target="notesMasters/notesMaster1.xml"/><Relationship Id="rId82" Type="http://schemas.openxmlformats.org/officeDocument/2006/relationships/font" Target="fonts/font20.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font" Target="fonts/font15.fntdata"/><Relationship Id="rId100"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0.fntdata"/><Relationship Id="rId93" Type="http://schemas.openxmlformats.org/officeDocument/2006/relationships/font" Target="fonts/font31.fntdata"/><Relationship Id="rId98" Type="http://schemas.openxmlformats.org/officeDocument/2006/relationships/font" Target="fonts/font36.fntdata"/><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16/7/layout/HorizontalActionList" loCatId="list" qsTypeId="urn:microsoft.com/office/officeart/2005/8/quickstyle/simple1" qsCatId="simple" csTypeId="urn:microsoft.com/office/officeart/2005/8/colors/accent1_2" csCatId="accent1" phldr="1"/>
      <dgm:spPr/>
      <dgm:t>
        <a:bodyPr/>
        <a:lstStyle/>
        <a:p>
          <a:endParaRPr lang="en-US"/>
        </a:p>
      </dgm:t>
    </dgm:pt>
    <dgm:pt modelId="{73D947E0-108F-4D20-A71E-3CF329F97212}">
      <dgm:prSet phldr="0" custT="1"/>
      <dgm:spPr>
        <a:solidFill>
          <a:schemeClr val="accent1"/>
        </a:solidFill>
        <a:ln>
          <a:solidFill>
            <a:schemeClr val="accent1"/>
          </a:solidFill>
        </a:ln>
      </dgm:spPr>
      <dgm:t>
        <a:bodyPr/>
        <a:lstStyle/>
        <a:p>
          <a:pPr marL="0" indent="0" algn="ctr" defTabSz="914400" rtl="0" eaLnBrk="1" latinLnBrk="0" hangingPunct="1">
            <a:lnSpc>
              <a:spcPct val="90000"/>
            </a:lnSpc>
            <a:spcBef>
              <a:spcPts val="1000"/>
            </a:spcBef>
            <a:buFont typeface="Arial" panose="020B0604020202020204" pitchFamily="34" charset="0"/>
            <a:buNone/>
          </a:pPr>
          <a:r>
            <a:rPr lang="fr-FR" sz="1200" kern="1200" spc="150" baseline="0" dirty="0">
              <a:solidFill>
                <a:schemeClr val="bg1"/>
              </a:solidFill>
              <a:latin typeface="+mj-lt"/>
              <a:ea typeface="+mj-ea"/>
              <a:cs typeface="+mj-cs"/>
            </a:rPr>
            <a:t>Atteinte à la confidentialité</a:t>
          </a:r>
          <a:endParaRPr lang="en-US" sz="1200" kern="1200" spc="150" baseline="0" dirty="0">
            <a:solidFill>
              <a:schemeClr val="bg1"/>
            </a:solidFill>
            <a:latin typeface="+mj-lt"/>
            <a:ea typeface="+mj-ea"/>
            <a:cs typeface="+mj-cs"/>
          </a:endParaRPr>
        </a:p>
      </dgm:t>
    </dgm:pt>
    <dgm:pt modelId="{9D249532-A24D-4D8F-848A-9F42F2E486C9}" type="parTrans" cxnId="{A0077D09-C12C-46D0-8DF7-194B6911362A}">
      <dgm:prSet/>
      <dgm:spPr/>
      <dgm:t>
        <a:bodyPr/>
        <a:lstStyle/>
        <a:p>
          <a:endParaRPr lang="en-US">
            <a:solidFill>
              <a:schemeClr val="bg1"/>
            </a:solidFill>
            <a:latin typeface="+mn-lt"/>
          </a:endParaRPr>
        </a:p>
      </dgm:t>
    </dgm:pt>
    <dgm:pt modelId="{AE813459-65AB-4FA9-B717-330DDA6DFA4E}" type="sibTrans" cxnId="{A0077D09-C12C-46D0-8DF7-194B6911362A}">
      <dgm:prSet/>
      <dgm:spPr/>
      <dgm:t>
        <a:bodyPr/>
        <a:lstStyle/>
        <a:p>
          <a:endParaRPr lang="en-US">
            <a:solidFill>
              <a:schemeClr val="bg1"/>
            </a:solidFill>
            <a:latin typeface="+mn-lt"/>
          </a:endParaRPr>
        </a:p>
      </dgm:t>
    </dgm:pt>
    <dgm:pt modelId="{30A490C8-22B4-4D68-875C-0F0DE2FF864D}">
      <dgm:prSet phldr="0" custT="1"/>
      <dgm:spPr>
        <a:noFill/>
        <a:ln>
          <a:solidFill>
            <a:schemeClr val="accent1"/>
          </a:solidFill>
        </a:ln>
      </dgm:spPr>
      <dgm:t>
        <a:bodyPr/>
        <a:lstStyle/>
        <a:p>
          <a:pPr marL="0">
            <a:lnSpc>
              <a:spcPct val="100000"/>
            </a:lnSpc>
          </a:pPr>
          <a:r>
            <a:rPr lang="fr-FR" sz="1400" spc="50" baseline="0" dirty="0">
              <a:solidFill>
                <a:schemeClr val="accent5"/>
              </a:solidFill>
              <a:latin typeface="+mn-lt"/>
            </a:rPr>
            <a:t>Les données personnelles (CIN, salaires, RIB…) ont été exposées publiquement</a:t>
          </a:r>
          <a:endParaRPr lang="en-US" sz="1400" spc="50" baseline="0" dirty="0">
            <a:solidFill>
              <a:schemeClr val="accent5"/>
            </a:solidFill>
            <a:latin typeface="+mn-lt"/>
          </a:endParaRPr>
        </a:p>
      </dgm:t>
    </dgm:pt>
    <dgm:pt modelId="{035C64B0-4F0C-4FD1-BD23-B1D4C9887CBE}" type="parTrans" cxnId="{381FE1CC-8184-4745-8EB3-6DE11655998D}">
      <dgm:prSet/>
      <dgm:spPr/>
      <dgm:t>
        <a:bodyPr/>
        <a:lstStyle/>
        <a:p>
          <a:endParaRPr lang="en-US">
            <a:solidFill>
              <a:schemeClr val="bg1"/>
            </a:solidFill>
            <a:latin typeface="+mn-lt"/>
          </a:endParaRPr>
        </a:p>
      </dgm:t>
    </dgm:pt>
    <dgm:pt modelId="{45495DA8-8707-41E3-A12B-FA5766269C44}" type="sibTrans" cxnId="{381FE1CC-8184-4745-8EB3-6DE11655998D}">
      <dgm:prSet/>
      <dgm:spPr/>
      <dgm:t>
        <a:bodyPr/>
        <a:lstStyle/>
        <a:p>
          <a:endParaRPr lang="en-US">
            <a:solidFill>
              <a:schemeClr val="bg1"/>
            </a:solidFill>
            <a:latin typeface="+mn-lt"/>
          </a:endParaRPr>
        </a:p>
      </dgm:t>
    </dgm:pt>
    <dgm:pt modelId="{B1AFA1AF-0FF8-45B3-A6D0-0E255A2F637D}">
      <dgm:prSet phldr="0" custT="1"/>
      <dgm:spPr>
        <a:solidFill>
          <a:schemeClr val="accent1"/>
        </a:solidFill>
        <a:ln>
          <a:solidFill>
            <a:schemeClr val="accent1"/>
          </a:solidFill>
        </a:ln>
      </dgm:spPr>
      <dgm:t>
        <a:bodyPr/>
        <a:lstStyle/>
        <a:p>
          <a:pPr marL="0"/>
          <a:r>
            <a:rPr lang="fr-FR" sz="1600" kern="1200" spc="150" baseline="0" dirty="0">
              <a:solidFill>
                <a:schemeClr val="bg1"/>
              </a:solidFill>
              <a:latin typeface="+mj-lt"/>
              <a:ea typeface="+mn-ea"/>
              <a:cs typeface="+mn-cs"/>
            </a:rPr>
            <a:t>Défaut de détection</a:t>
          </a:r>
          <a:endParaRPr lang="en-US" sz="1600" kern="1200" spc="150" baseline="0" dirty="0">
            <a:solidFill>
              <a:schemeClr val="bg1"/>
            </a:solidFill>
            <a:latin typeface="+mj-lt"/>
            <a:ea typeface="+mn-ea"/>
            <a:cs typeface="+mn-cs"/>
          </a:endParaRPr>
        </a:p>
      </dgm:t>
    </dgm:pt>
    <dgm:pt modelId="{10C68AF5-481C-45AA-A216-8BBBB04515B9}" type="parTrans" cxnId="{F28D7702-2FC3-49BD-BB13-C989E5EE622A}">
      <dgm:prSet/>
      <dgm:spPr/>
      <dgm:t>
        <a:bodyPr/>
        <a:lstStyle/>
        <a:p>
          <a:endParaRPr lang="en-US">
            <a:solidFill>
              <a:schemeClr val="bg1"/>
            </a:solidFill>
            <a:latin typeface="+mn-lt"/>
          </a:endParaRPr>
        </a:p>
      </dgm:t>
    </dgm:pt>
    <dgm:pt modelId="{88649F7A-400B-4056-965D-C9AC0B3AD942}" type="sibTrans" cxnId="{F28D7702-2FC3-49BD-BB13-C989E5EE622A}">
      <dgm:prSet/>
      <dgm:spPr/>
      <dgm:t>
        <a:bodyPr/>
        <a:lstStyle/>
        <a:p>
          <a:endParaRPr lang="en-US">
            <a:solidFill>
              <a:schemeClr val="bg1"/>
            </a:solidFill>
            <a:latin typeface="+mn-lt"/>
          </a:endParaRPr>
        </a:p>
      </dgm:t>
    </dgm:pt>
    <dgm:pt modelId="{E9682B4F-0217-4B50-923E-C104AA24290F}">
      <dgm:prSet phldr="0" custT="1"/>
      <dgm:spPr>
        <a:solidFill>
          <a:schemeClr val="accent1"/>
        </a:solidFill>
        <a:ln>
          <a:solidFill>
            <a:schemeClr val="accent1"/>
          </a:solidFill>
        </a:ln>
      </dgm:spPr>
      <dgm:t>
        <a:bodyPr/>
        <a:lstStyle/>
        <a:p>
          <a:pPr marL="0" lvl="0" indent="0" algn="ctr" defTabSz="889000">
            <a:lnSpc>
              <a:spcPct val="90000"/>
            </a:lnSpc>
            <a:spcBef>
              <a:spcPct val="0"/>
            </a:spcBef>
            <a:spcAft>
              <a:spcPct val="35000"/>
            </a:spcAft>
            <a:buNone/>
          </a:pPr>
          <a:r>
            <a:rPr lang="fr-FR" sz="1600" kern="1200" spc="150" baseline="0" dirty="0">
              <a:solidFill>
                <a:schemeClr val="bg1"/>
              </a:solidFill>
              <a:latin typeface="+mj-lt"/>
              <a:ea typeface="+mn-ea"/>
              <a:cs typeface="+mn-cs"/>
            </a:rPr>
            <a:t>Manque de réactivité</a:t>
          </a:r>
          <a:endParaRPr lang="en-US" sz="1600" kern="1200" spc="150" baseline="0" dirty="0">
            <a:solidFill>
              <a:schemeClr val="bg1"/>
            </a:solidFill>
            <a:latin typeface="+mj-lt"/>
            <a:ea typeface="+mn-ea"/>
            <a:cs typeface="+mn-cs"/>
          </a:endParaRPr>
        </a:p>
      </dgm:t>
    </dgm:pt>
    <dgm:pt modelId="{E0F6C4AF-9BBB-4698-91D7-F9AE3EACBD5D}" type="parTrans" cxnId="{6C23D0C9-74B2-4C8B-AB2F-A03B3B0EBE56}">
      <dgm:prSet/>
      <dgm:spPr/>
      <dgm:t>
        <a:bodyPr/>
        <a:lstStyle/>
        <a:p>
          <a:endParaRPr lang="en-US">
            <a:solidFill>
              <a:schemeClr val="bg1"/>
            </a:solidFill>
            <a:latin typeface="+mn-lt"/>
          </a:endParaRPr>
        </a:p>
      </dgm:t>
    </dgm:pt>
    <dgm:pt modelId="{B8632E42-D7EB-4C31-877E-6F1B2801851A}" type="sibTrans" cxnId="{6C23D0C9-74B2-4C8B-AB2F-A03B3B0EBE56}">
      <dgm:prSet/>
      <dgm:spPr/>
      <dgm:t>
        <a:bodyPr/>
        <a:lstStyle/>
        <a:p>
          <a:endParaRPr lang="en-US">
            <a:solidFill>
              <a:schemeClr val="bg1"/>
            </a:solidFill>
            <a:latin typeface="+mn-lt"/>
          </a:endParaRPr>
        </a:p>
      </dgm:t>
    </dgm:pt>
    <dgm:pt modelId="{0EC0C300-11E4-45CF-8418-973585107209}">
      <dgm:prSet phldr="0" custT="1"/>
      <dgm:spPr>
        <a:noFill/>
        <a:ln>
          <a:solidFill>
            <a:schemeClr val="accent1"/>
          </a:solidFill>
        </a:ln>
      </dgm:spPr>
      <dgm:t>
        <a:bodyPr/>
        <a:lstStyle/>
        <a:p>
          <a:pPr marL="0" lvl="0" indent="0" algn="l" defTabSz="666750">
            <a:lnSpc>
              <a:spcPct val="100000"/>
            </a:lnSpc>
            <a:spcBef>
              <a:spcPct val="0"/>
            </a:spcBef>
            <a:spcAft>
              <a:spcPct val="35000"/>
            </a:spcAft>
            <a:buNone/>
          </a:pPr>
          <a:r>
            <a:rPr lang="fr-FR" sz="1400" kern="1200" spc="50" baseline="0" dirty="0">
              <a:solidFill>
                <a:schemeClr val="accent5"/>
              </a:solidFill>
              <a:latin typeface="+mn-lt"/>
              <a:ea typeface="+mn-ea"/>
              <a:cs typeface="+mn-cs"/>
            </a:rPr>
            <a:t>Aucune réponse rapide ou automatique n’a été déclenchée. Cela a prolongé la durée de l’intrusion et aggravé les dégâts</a:t>
          </a:r>
          <a:r>
            <a:rPr lang="fr-FR" sz="1400" kern="1200" spc="50" baseline="0" dirty="0">
              <a:solidFill>
                <a:schemeClr val="tx1"/>
              </a:solidFill>
              <a:latin typeface="+mn-lt"/>
              <a:ea typeface="+mn-ea"/>
              <a:cs typeface="+mn-cs"/>
            </a:rPr>
            <a:t>.</a:t>
          </a:r>
          <a:endParaRPr lang="en-US" sz="1400" kern="1200" spc="50" baseline="0" dirty="0">
            <a:solidFill>
              <a:schemeClr val="tx1"/>
            </a:solidFill>
            <a:latin typeface="+mn-lt"/>
            <a:ea typeface="+mn-ea"/>
            <a:cs typeface="+mn-cs"/>
          </a:endParaRPr>
        </a:p>
      </dgm:t>
    </dgm:pt>
    <dgm:pt modelId="{1E4DD98E-100E-46B7-B24A-408BBF69E9FA}" type="parTrans" cxnId="{51563A4F-C0EB-47D6-B5BC-47A4E599AD4B}">
      <dgm:prSet/>
      <dgm:spPr/>
      <dgm:t>
        <a:bodyPr/>
        <a:lstStyle/>
        <a:p>
          <a:endParaRPr lang="en-US">
            <a:solidFill>
              <a:schemeClr val="bg1"/>
            </a:solidFill>
            <a:latin typeface="+mn-lt"/>
          </a:endParaRPr>
        </a:p>
      </dgm:t>
    </dgm:pt>
    <dgm:pt modelId="{90FAB5D1-62B3-4FF6-A07D-EE607F529C32}" type="sibTrans" cxnId="{51563A4F-C0EB-47D6-B5BC-47A4E599AD4B}">
      <dgm:prSet/>
      <dgm:spPr/>
      <dgm:t>
        <a:bodyPr/>
        <a:lstStyle/>
        <a:p>
          <a:endParaRPr lang="en-US">
            <a:solidFill>
              <a:schemeClr val="bg1"/>
            </a:solidFill>
            <a:latin typeface="+mn-lt"/>
          </a:endParaRPr>
        </a:p>
      </dgm:t>
    </dgm:pt>
    <dgm:pt modelId="{50418D2B-9486-42DE-AFDD-1D31420040FF}">
      <dgm:prSet phldr="0" custT="1"/>
      <dgm:spPr>
        <a:noFill/>
        <a:ln>
          <a:solidFill>
            <a:schemeClr val="accent1"/>
          </a:solidFill>
        </a:ln>
      </dgm:spPr>
      <dgm:t>
        <a:bodyPr/>
        <a:lstStyle/>
        <a:p>
          <a:pPr marL="0">
            <a:lnSpc>
              <a:spcPct val="100000"/>
            </a:lnSpc>
          </a:pPr>
          <a:r>
            <a:rPr lang="fr-FR" sz="1400" spc="50" baseline="0" dirty="0">
              <a:solidFill>
                <a:schemeClr val="accent5"/>
              </a:solidFill>
              <a:latin typeface="+mn-lt"/>
            </a:rPr>
            <a:t>L’attaque n’a pas été détectée à temps, ce qui prouve l’absence ou l’inefficacité d’un système IDS performant</a:t>
          </a:r>
          <a:r>
            <a:rPr lang="fr-FR" sz="1400" spc="50" baseline="0" dirty="0">
              <a:solidFill>
                <a:schemeClr val="tx1"/>
              </a:solidFill>
              <a:latin typeface="+mn-lt"/>
            </a:rPr>
            <a:t>.</a:t>
          </a:r>
          <a:endParaRPr lang="en-US" sz="1400" spc="50" baseline="0" dirty="0">
            <a:solidFill>
              <a:schemeClr val="tx1"/>
            </a:solidFill>
            <a:latin typeface="+mn-lt"/>
          </a:endParaRPr>
        </a:p>
      </dgm:t>
    </dgm:pt>
    <dgm:pt modelId="{1D87A0A5-8024-4710-846B-D5BFAC785107}" type="sibTrans" cxnId="{5A5BA622-5DEB-48B9-88D9-C1DE36C711E5}">
      <dgm:prSet/>
      <dgm:spPr/>
      <dgm:t>
        <a:bodyPr/>
        <a:lstStyle/>
        <a:p>
          <a:endParaRPr lang="en-US">
            <a:solidFill>
              <a:schemeClr val="bg1"/>
            </a:solidFill>
            <a:latin typeface="+mn-lt"/>
          </a:endParaRPr>
        </a:p>
      </dgm:t>
    </dgm:pt>
    <dgm:pt modelId="{D5A17F6B-93F5-442B-938A-0F38C281BE88}" type="parTrans" cxnId="{5A5BA622-5DEB-48B9-88D9-C1DE36C711E5}">
      <dgm:prSet/>
      <dgm:spPr/>
      <dgm:t>
        <a:bodyPr/>
        <a:lstStyle/>
        <a:p>
          <a:endParaRPr lang="en-US">
            <a:solidFill>
              <a:schemeClr val="bg1"/>
            </a:solidFill>
            <a:latin typeface="+mn-lt"/>
          </a:endParaRPr>
        </a:p>
      </dgm:t>
    </dgm:pt>
    <dgm:pt modelId="{4F85505A-81B6-4FDA-A144-900B71DAD946}">
      <dgm:prSet phldr="0" custT="1"/>
      <dgm:spPr>
        <a:solidFill>
          <a:schemeClr val="accent1"/>
        </a:solidFill>
        <a:ln>
          <a:solidFill>
            <a:schemeClr val="accent1"/>
          </a:solidFill>
        </a:ln>
      </dgm:spPr>
      <dgm:t>
        <a:bodyPr/>
        <a:lstStyle/>
        <a:p>
          <a:pPr marL="0"/>
          <a:r>
            <a:rPr lang="fr-FR" sz="1200" kern="1200" spc="150" baseline="0" dirty="0">
              <a:solidFill>
                <a:schemeClr val="bg1"/>
              </a:solidFill>
              <a:latin typeface="+mj-lt"/>
              <a:ea typeface="+mn-ea"/>
              <a:cs typeface="+mn-cs"/>
            </a:rPr>
            <a:t>Indisponibilité des services</a:t>
          </a:r>
          <a:endParaRPr lang="en-US" sz="1200" kern="1200" spc="150" baseline="0" dirty="0">
            <a:solidFill>
              <a:schemeClr val="bg1"/>
            </a:solidFill>
            <a:latin typeface="+mj-lt"/>
            <a:ea typeface="+mn-ea"/>
            <a:cs typeface="+mn-cs"/>
          </a:endParaRPr>
        </a:p>
      </dgm:t>
    </dgm:pt>
    <dgm:pt modelId="{68F74A88-49DC-44B1-BC0D-220A7B97601C}" type="sibTrans" cxnId="{2D633B56-E147-4EFC-B9EE-6C0413F329B0}">
      <dgm:prSet/>
      <dgm:spPr/>
      <dgm:t>
        <a:bodyPr/>
        <a:lstStyle/>
        <a:p>
          <a:endParaRPr lang="en-US">
            <a:solidFill>
              <a:schemeClr val="bg1"/>
            </a:solidFill>
            <a:latin typeface="+mn-lt"/>
          </a:endParaRPr>
        </a:p>
      </dgm:t>
    </dgm:pt>
    <dgm:pt modelId="{D9A96E25-7BBE-4DDD-8DDE-B4970D4340A8}" type="parTrans" cxnId="{2D633B56-E147-4EFC-B9EE-6C0413F329B0}">
      <dgm:prSet/>
      <dgm:spPr/>
      <dgm:t>
        <a:bodyPr/>
        <a:lstStyle/>
        <a:p>
          <a:endParaRPr lang="en-US">
            <a:solidFill>
              <a:schemeClr val="bg1"/>
            </a:solidFill>
            <a:latin typeface="+mn-lt"/>
          </a:endParaRPr>
        </a:p>
      </dgm:t>
    </dgm:pt>
    <dgm:pt modelId="{FEB4A941-E9FA-4A86-A673-85FF34B35F20}">
      <dgm:prSet phldr="0" custT="1"/>
      <dgm:spPr>
        <a:noFill/>
        <a:ln>
          <a:solidFill>
            <a:schemeClr val="accent1"/>
          </a:solidFill>
        </a:ln>
      </dgm:spPr>
      <dgm:t>
        <a:bodyPr/>
        <a:lstStyle/>
        <a:p>
          <a:pPr marL="0" lvl="0" indent="0" algn="l" defTabSz="666750" rtl="0">
            <a:lnSpc>
              <a:spcPct val="100000"/>
            </a:lnSpc>
            <a:spcBef>
              <a:spcPct val="0"/>
            </a:spcBef>
            <a:spcAft>
              <a:spcPct val="35000"/>
            </a:spcAft>
            <a:buNone/>
          </a:pPr>
          <a:r>
            <a:rPr lang="fr-FR" sz="1400" kern="1200" spc="50" baseline="0" dirty="0">
              <a:solidFill>
                <a:schemeClr val="accent6"/>
              </a:solidFill>
              <a:latin typeface="+mn-lt"/>
              <a:ea typeface="+mn-ea"/>
              <a:cs typeface="+mn-cs"/>
            </a:rPr>
            <a:t>Les plateformes CNSS et ministère ont été mises hors service, privant des milliers d’usagers de prestations essentielles.</a:t>
          </a:r>
          <a:endParaRPr lang="en-US" sz="1400" kern="1200" spc="50" baseline="0" dirty="0">
            <a:solidFill>
              <a:schemeClr val="accent6"/>
            </a:solidFill>
            <a:latin typeface="+mn-lt"/>
            <a:ea typeface="+mn-ea"/>
            <a:cs typeface="+mn-cs"/>
          </a:endParaRPr>
        </a:p>
      </dgm:t>
    </dgm:pt>
    <dgm:pt modelId="{97624CC8-6315-4683-B26C-C30D552DA5A6}" type="sibTrans" cxnId="{F942F56C-9025-4AA1-9B36-C5AE0A93B0F5}">
      <dgm:prSet/>
      <dgm:spPr/>
      <dgm:t>
        <a:bodyPr/>
        <a:lstStyle/>
        <a:p>
          <a:endParaRPr lang="en-US">
            <a:solidFill>
              <a:schemeClr val="bg1"/>
            </a:solidFill>
            <a:latin typeface="+mn-lt"/>
          </a:endParaRPr>
        </a:p>
      </dgm:t>
    </dgm:pt>
    <dgm:pt modelId="{39522508-BC4E-4DD5-A744-AFEFFE36DB74}" type="parTrans" cxnId="{F942F56C-9025-4AA1-9B36-C5AE0A93B0F5}">
      <dgm:prSet/>
      <dgm:spPr/>
      <dgm:t>
        <a:bodyPr/>
        <a:lstStyle/>
        <a:p>
          <a:endParaRPr lang="en-US">
            <a:solidFill>
              <a:schemeClr val="bg1"/>
            </a:solidFill>
            <a:latin typeface="+mn-lt"/>
          </a:endParaRPr>
        </a:p>
      </dgm:t>
    </dgm:pt>
    <dgm:pt modelId="{A2322D3A-7AC2-4C5C-9D7E-EAB2313D47D4}">
      <dgm:prSet phldr="0" custT="1"/>
      <dgm:spPr>
        <a:solidFill>
          <a:schemeClr val="accent1"/>
        </a:solidFill>
        <a:ln>
          <a:solidFill>
            <a:schemeClr val="accent1"/>
          </a:solidFill>
        </a:ln>
      </dgm:spPr>
      <dgm:t>
        <a:bodyPr/>
        <a:lstStyle/>
        <a:p>
          <a:pPr marL="0" lvl="0" indent="0" algn="ctr" defTabSz="889000">
            <a:lnSpc>
              <a:spcPct val="90000"/>
            </a:lnSpc>
            <a:spcBef>
              <a:spcPct val="0"/>
            </a:spcBef>
            <a:spcAft>
              <a:spcPct val="35000"/>
            </a:spcAft>
            <a:buNone/>
          </a:pPr>
          <a:r>
            <a:rPr lang="fr-FR" sz="1600" kern="1200" spc="150" baseline="0" dirty="0">
              <a:solidFill>
                <a:schemeClr val="bg1"/>
              </a:solidFill>
              <a:latin typeface="+mj-lt"/>
              <a:ea typeface="+mn-ea"/>
              <a:cs typeface="+mn-cs"/>
            </a:rPr>
            <a:t>Faible résilience</a:t>
          </a:r>
          <a:endParaRPr lang="en-US" sz="1600" kern="1200" spc="150" baseline="0" dirty="0">
            <a:solidFill>
              <a:schemeClr val="bg1"/>
            </a:solidFill>
            <a:latin typeface="+mj-lt"/>
            <a:ea typeface="+mn-ea"/>
            <a:cs typeface="+mn-cs"/>
          </a:endParaRPr>
        </a:p>
      </dgm:t>
    </dgm:pt>
    <dgm:pt modelId="{84DE1C3A-3FC7-4DB3-88ED-33F65A71557A}" type="sibTrans" cxnId="{179FAFCF-F878-464E-A8A6-1185EFA0E380}">
      <dgm:prSet/>
      <dgm:spPr/>
      <dgm:t>
        <a:bodyPr/>
        <a:lstStyle/>
        <a:p>
          <a:endParaRPr lang="en-US">
            <a:solidFill>
              <a:schemeClr val="bg1"/>
            </a:solidFill>
            <a:latin typeface="+mn-lt"/>
          </a:endParaRPr>
        </a:p>
      </dgm:t>
    </dgm:pt>
    <dgm:pt modelId="{4A8C15D4-B36F-4764-B4FF-F2AF790D3E17}" type="parTrans" cxnId="{179FAFCF-F878-464E-A8A6-1185EFA0E380}">
      <dgm:prSet/>
      <dgm:spPr/>
      <dgm:t>
        <a:bodyPr/>
        <a:lstStyle/>
        <a:p>
          <a:endParaRPr lang="en-US">
            <a:solidFill>
              <a:schemeClr val="bg1"/>
            </a:solidFill>
            <a:latin typeface="+mn-lt"/>
          </a:endParaRPr>
        </a:p>
      </dgm:t>
    </dgm:pt>
    <dgm:pt modelId="{8FE81FEC-2664-411F-AEB3-065F29F52751}">
      <dgm:prSet custT="1"/>
      <dgm:spPr>
        <a:noFill/>
        <a:ln>
          <a:solidFill>
            <a:schemeClr val="accent1"/>
          </a:solidFill>
        </a:ln>
      </dgm:spPr>
      <dgm:t>
        <a:bodyPr lIns="182880" tIns="182880" rIns="182880" bIns="182880"/>
        <a:lstStyle/>
        <a:p>
          <a:pPr marL="0" lvl="0" indent="0" algn="l" defTabSz="666750" rtl="0">
            <a:lnSpc>
              <a:spcPct val="100000"/>
            </a:lnSpc>
            <a:spcBef>
              <a:spcPct val="0"/>
            </a:spcBef>
            <a:spcAft>
              <a:spcPct val="35000"/>
            </a:spcAft>
            <a:buNone/>
          </a:pPr>
          <a:r>
            <a:rPr lang="fr-FR" sz="1200" kern="1200" spc="50" baseline="0" dirty="0">
              <a:solidFill>
                <a:schemeClr val="accent5"/>
              </a:solidFill>
              <a:latin typeface="+mn-lt"/>
              <a:ea typeface="+mn-ea"/>
              <a:cs typeface="+mn-cs"/>
            </a:rPr>
            <a:t>Le système n’a pas su se rétablir rapidement. Il manquait de redondance, de sauvegardes ou de processus de continuité adaptés aux cybercrises</a:t>
          </a:r>
          <a:endParaRPr lang="en-US" sz="1200" kern="1200" spc="50" baseline="0" dirty="0">
            <a:solidFill>
              <a:schemeClr val="accent5"/>
            </a:solidFill>
            <a:latin typeface="+mn-lt"/>
            <a:ea typeface="+mn-ea"/>
            <a:cs typeface="+mn-cs"/>
          </a:endParaRPr>
        </a:p>
      </dgm:t>
    </dgm:pt>
    <dgm:pt modelId="{80230EB7-7230-4881-A631-309C07417378}" type="sibTrans" cxnId="{711E093C-AD42-45A4-8D40-A2D39702062E}">
      <dgm:prSet/>
      <dgm:spPr/>
      <dgm:t>
        <a:bodyPr/>
        <a:lstStyle/>
        <a:p>
          <a:endParaRPr lang="en-US">
            <a:solidFill>
              <a:schemeClr val="bg1"/>
            </a:solidFill>
            <a:latin typeface="+mn-lt"/>
          </a:endParaRPr>
        </a:p>
      </dgm:t>
    </dgm:pt>
    <dgm:pt modelId="{BCBC007E-0269-421B-9C41-DE26D5C3A822}" type="parTrans" cxnId="{711E093C-AD42-45A4-8D40-A2D39702062E}">
      <dgm:prSet/>
      <dgm:spPr/>
      <dgm:t>
        <a:bodyPr/>
        <a:lstStyle/>
        <a:p>
          <a:endParaRPr lang="en-US">
            <a:solidFill>
              <a:schemeClr val="bg1"/>
            </a:solidFill>
            <a:latin typeface="+mn-lt"/>
          </a:endParaRPr>
        </a:p>
      </dgm:t>
    </dgm:pt>
    <dgm:pt modelId="{9E695D95-9AC7-4306-9183-5716F0AB9539}">
      <dgm:prSet custT="1"/>
      <dgm:spPr>
        <a:noFill/>
        <a:ln>
          <a:solidFill>
            <a:schemeClr val="accent1"/>
          </a:solidFill>
        </a:ln>
      </dgm:spPr>
      <dgm:t>
        <a:bodyPr lIns="182880" tIns="182880" rIns="182880" bIns="182880"/>
        <a:lstStyle/>
        <a:p>
          <a:pPr marL="0" lvl="0" indent="0" algn="l" defTabSz="666750" rtl="0">
            <a:lnSpc>
              <a:spcPct val="100000"/>
            </a:lnSpc>
            <a:spcBef>
              <a:spcPct val="0"/>
            </a:spcBef>
            <a:spcAft>
              <a:spcPct val="35000"/>
            </a:spcAft>
            <a:buNone/>
          </a:pPr>
          <a:endParaRPr lang="en-US" sz="1400" kern="1200" spc="50" baseline="0" dirty="0">
            <a:solidFill>
              <a:schemeClr val="tx1"/>
            </a:solidFill>
            <a:latin typeface="+mn-lt"/>
            <a:ea typeface="+mn-ea"/>
            <a:cs typeface="+mn-cs"/>
          </a:endParaRPr>
        </a:p>
      </dgm:t>
    </dgm:pt>
    <dgm:pt modelId="{E418B115-CE4E-44EB-8014-641A91BB6BE3}" type="parTrans" cxnId="{A65DD012-ACC9-4658-9E1A-B4D1B91E0CCF}">
      <dgm:prSet/>
      <dgm:spPr/>
      <dgm:t>
        <a:bodyPr/>
        <a:lstStyle/>
        <a:p>
          <a:endParaRPr lang="fr-FR"/>
        </a:p>
      </dgm:t>
    </dgm:pt>
    <dgm:pt modelId="{C3F282A1-46C2-46C9-A428-9B90E675A70B}" type="sibTrans" cxnId="{A65DD012-ACC9-4658-9E1A-B4D1B91E0CCF}">
      <dgm:prSet/>
      <dgm:spPr/>
      <dgm:t>
        <a:bodyPr/>
        <a:lstStyle/>
        <a:p>
          <a:endParaRPr lang="fr-FR"/>
        </a:p>
      </dgm:t>
    </dgm:pt>
    <dgm:pt modelId="{E4B4F7C4-5024-45F0-9FD7-C5068A1AE6C4}" type="pres">
      <dgm:prSet presAssocID="{0DD8915E-DC14-41D6-9BB5-F49E1C265163}" presName="Name0" presStyleCnt="0">
        <dgm:presLayoutVars>
          <dgm:dir/>
          <dgm:animLvl val="lvl"/>
          <dgm:resizeHandles val="exact"/>
        </dgm:presLayoutVars>
      </dgm:prSet>
      <dgm:spPr/>
    </dgm:pt>
    <dgm:pt modelId="{473E2436-1BC1-4A6C-8568-5C38418F52D1}" type="pres">
      <dgm:prSet presAssocID="{73D947E0-108F-4D20-A71E-3CF329F97212}" presName="composite" presStyleCnt="0"/>
      <dgm:spPr/>
    </dgm:pt>
    <dgm:pt modelId="{BDBD7220-3F85-45D2-BED6-5BBFBC23EAE3}" type="pres">
      <dgm:prSet presAssocID="{73D947E0-108F-4D20-A71E-3CF329F97212}" presName="parTx" presStyleLbl="alignNode1" presStyleIdx="0" presStyleCnt="5">
        <dgm:presLayoutVars>
          <dgm:chMax val="0"/>
          <dgm:chPref val="0"/>
        </dgm:presLayoutVars>
      </dgm:prSet>
      <dgm:spPr/>
    </dgm:pt>
    <dgm:pt modelId="{22359DD7-1BFB-4900-BAE6-6084F2F57988}" type="pres">
      <dgm:prSet presAssocID="{73D947E0-108F-4D20-A71E-3CF329F97212}" presName="desTx" presStyleLbl="alignAccFollowNode1" presStyleIdx="0" presStyleCnt="5">
        <dgm:presLayoutVars/>
      </dgm:prSet>
      <dgm:spPr/>
    </dgm:pt>
    <dgm:pt modelId="{38C65349-0C40-499F-9765-B6F38C2DC3C3}" type="pres">
      <dgm:prSet presAssocID="{AE813459-65AB-4FA9-B717-330DDA6DFA4E}" presName="space" presStyleCnt="0"/>
      <dgm:spPr/>
    </dgm:pt>
    <dgm:pt modelId="{C6650FDC-3601-45F5-9125-6E3F90A53F8A}" type="pres">
      <dgm:prSet presAssocID="{B1AFA1AF-0FF8-45B3-A6D0-0E255A2F637D}" presName="composite" presStyleCnt="0"/>
      <dgm:spPr/>
    </dgm:pt>
    <dgm:pt modelId="{C4F84DEA-2002-4D32-8E80-70EEE05E345A}" type="pres">
      <dgm:prSet presAssocID="{B1AFA1AF-0FF8-45B3-A6D0-0E255A2F637D}" presName="parTx" presStyleLbl="alignNode1" presStyleIdx="1" presStyleCnt="5">
        <dgm:presLayoutVars>
          <dgm:chMax val="0"/>
          <dgm:chPref val="0"/>
        </dgm:presLayoutVars>
      </dgm:prSet>
      <dgm:spPr/>
    </dgm:pt>
    <dgm:pt modelId="{4FEB85EB-D046-4CDB-8A62-BBCE260C4490}" type="pres">
      <dgm:prSet presAssocID="{B1AFA1AF-0FF8-45B3-A6D0-0E255A2F637D}" presName="desTx" presStyleLbl="alignAccFollowNode1" presStyleIdx="1" presStyleCnt="5">
        <dgm:presLayoutVars/>
      </dgm:prSet>
      <dgm:spPr/>
    </dgm:pt>
    <dgm:pt modelId="{40F59683-723F-44D1-8379-95635EED1AA8}" type="pres">
      <dgm:prSet presAssocID="{88649F7A-400B-4056-965D-C9AC0B3AD942}" presName="space" presStyleCnt="0"/>
      <dgm:spPr/>
    </dgm:pt>
    <dgm:pt modelId="{BB2E4F65-C461-40C3-BC82-6A29AA851F44}" type="pres">
      <dgm:prSet presAssocID="{E9682B4F-0217-4B50-923E-C104AA24290F}" presName="composite" presStyleCnt="0"/>
      <dgm:spPr/>
    </dgm:pt>
    <dgm:pt modelId="{49B7F8FA-D256-41EF-9327-52A3551D9A60}" type="pres">
      <dgm:prSet presAssocID="{E9682B4F-0217-4B50-923E-C104AA24290F}" presName="parTx" presStyleLbl="alignNode1" presStyleIdx="2" presStyleCnt="5">
        <dgm:presLayoutVars>
          <dgm:chMax val="0"/>
          <dgm:chPref val="0"/>
        </dgm:presLayoutVars>
      </dgm:prSet>
      <dgm:spPr/>
    </dgm:pt>
    <dgm:pt modelId="{6B5FE59C-B471-448A-AA7A-B526DCC4D4CA}" type="pres">
      <dgm:prSet presAssocID="{E9682B4F-0217-4B50-923E-C104AA24290F}" presName="desTx" presStyleLbl="alignAccFollowNode1" presStyleIdx="2" presStyleCnt="5">
        <dgm:presLayoutVars/>
      </dgm:prSet>
      <dgm:spPr/>
    </dgm:pt>
    <dgm:pt modelId="{A91542D9-4FB3-4302-AD03-3D6EF82E6748}" type="pres">
      <dgm:prSet presAssocID="{B8632E42-D7EB-4C31-877E-6F1B2801851A}" presName="space" presStyleCnt="0"/>
      <dgm:spPr/>
    </dgm:pt>
    <dgm:pt modelId="{1A7C3045-2DAF-4A19-82DB-79436B2E4575}" type="pres">
      <dgm:prSet presAssocID="{4F85505A-81B6-4FDA-A144-900B71DAD946}" presName="composite" presStyleCnt="0"/>
      <dgm:spPr/>
    </dgm:pt>
    <dgm:pt modelId="{4132ECB1-6BEF-4935-AFA3-B2EAA48FDE7E}" type="pres">
      <dgm:prSet presAssocID="{4F85505A-81B6-4FDA-A144-900B71DAD946}" presName="parTx" presStyleLbl="alignNode1" presStyleIdx="3" presStyleCnt="5">
        <dgm:presLayoutVars>
          <dgm:chMax val="0"/>
          <dgm:chPref val="0"/>
        </dgm:presLayoutVars>
      </dgm:prSet>
      <dgm:spPr/>
    </dgm:pt>
    <dgm:pt modelId="{C42A8BDE-B838-475D-AFDE-17B60D744AB6}" type="pres">
      <dgm:prSet presAssocID="{4F85505A-81B6-4FDA-A144-900B71DAD946}" presName="desTx" presStyleLbl="alignAccFollowNode1" presStyleIdx="3" presStyleCnt="5">
        <dgm:presLayoutVars/>
      </dgm:prSet>
      <dgm:spPr/>
    </dgm:pt>
    <dgm:pt modelId="{D0DC94A3-770A-4810-A89A-7DB7918862F6}" type="pres">
      <dgm:prSet presAssocID="{68F74A88-49DC-44B1-BC0D-220A7B97601C}" presName="space" presStyleCnt="0"/>
      <dgm:spPr/>
    </dgm:pt>
    <dgm:pt modelId="{647B2244-AC3A-441A-A6FB-6136FA04F429}" type="pres">
      <dgm:prSet presAssocID="{A2322D3A-7AC2-4C5C-9D7E-EAB2313D47D4}" presName="composite" presStyleCnt="0"/>
      <dgm:spPr/>
    </dgm:pt>
    <dgm:pt modelId="{59606EB9-9F10-4D12-A33F-A242FDCC0D0F}" type="pres">
      <dgm:prSet presAssocID="{A2322D3A-7AC2-4C5C-9D7E-EAB2313D47D4}" presName="parTx" presStyleLbl="alignNode1" presStyleIdx="4" presStyleCnt="5">
        <dgm:presLayoutVars>
          <dgm:chMax val="0"/>
          <dgm:chPref val="0"/>
        </dgm:presLayoutVars>
      </dgm:prSet>
      <dgm:spPr/>
    </dgm:pt>
    <dgm:pt modelId="{C8429E68-36DD-4F6A-A2F4-7CCDADCEFAD1}" type="pres">
      <dgm:prSet presAssocID="{A2322D3A-7AC2-4C5C-9D7E-EAB2313D47D4}" presName="desTx" presStyleLbl="alignAccFollowNode1" presStyleIdx="4" presStyleCnt="5">
        <dgm:presLayoutVars/>
      </dgm:prSet>
      <dgm:spPr/>
    </dgm:pt>
  </dgm:ptLst>
  <dgm:cxnLst>
    <dgm:cxn modelId="{F28D7702-2FC3-49BD-BB13-C989E5EE622A}" srcId="{0DD8915E-DC14-41D6-9BB5-F49E1C265163}" destId="{B1AFA1AF-0FF8-45B3-A6D0-0E255A2F637D}" srcOrd="1" destOrd="0" parTransId="{10C68AF5-481C-45AA-A216-8BBBB04515B9}" sibTransId="{88649F7A-400B-4056-965D-C9AC0B3AD942}"/>
    <dgm:cxn modelId="{31826907-E438-4A1B-A800-F181C547104F}" type="presOf" srcId="{30A490C8-22B4-4D68-875C-0F0DE2FF864D}" destId="{22359DD7-1BFB-4900-BAE6-6084F2F57988}" srcOrd="0" destOrd="0" presId="urn:microsoft.com/office/officeart/2016/7/layout/HorizontalActionList"/>
    <dgm:cxn modelId="{A0077D09-C12C-46D0-8DF7-194B6911362A}" srcId="{0DD8915E-DC14-41D6-9BB5-F49E1C265163}" destId="{73D947E0-108F-4D20-A71E-3CF329F97212}" srcOrd="0" destOrd="0" parTransId="{9D249532-A24D-4D8F-848A-9F42F2E486C9}" sibTransId="{AE813459-65AB-4FA9-B717-330DDA6DFA4E}"/>
    <dgm:cxn modelId="{A65DD012-ACC9-4658-9E1A-B4D1B91E0CCF}" srcId="{A2322D3A-7AC2-4C5C-9D7E-EAB2313D47D4}" destId="{9E695D95-9AC7-4306-9183-5716F0AB9539}" srcOrd="1" destOrd="0" parTransId="{E418B115-CE4E-44EB-8014-641A91BB6BE3}" sibTransId="{C3F282A1-46C2-46C9-A428-9B90E675A70B}"/>
    <dgm:cxn modelId="{5A5BA622-5DEB-48B9-88D9-C1DE36C711E5}" srcId="{B1AFA1AF-0FF8-45B3-A6D0-0E255A2F637D}" destId="{50418D2B-9486-42DE-AFDD-1D31420040FF}" srcOrd="0" destOrd="0" parTransId="{D5A17F6B-93F5-442B-938A-0F38C281BE88}" sibTransId="{1D87A0A5-8024-4710-846B-D5BFAC785107}"/>
    <dgm:cxn modelId="{711E093C-AD42-45A4-8D40-A2D39702062E}" srcId="{A2322D3A-7AC2-4C5C-9D7E-EAB2313D47D4}" destId="{8FE81FEC-2664-411F-AEB3-065F29F52751}" srcOrd="0" destOrd="0" parTransId="{BCBC007E-0269-421B-9C41-DE26D5C3A822}" sibTransId="{80230EB7-7230-4881-A631-309C07417378}"/>
    <dgm:cxn modelId="{BFB1CD3D-E3A0-4F95-92D9-C97A58D446ED}" type="presOf" srcId="{9E695D95-9AC7-4306-9183-5716F0AB9539}" destId="{C8429E68-36DD-4F6A-A2F4-7CCDADCEFAD1}" srcOrd="0" destOrd="1" presId="urn:microsoft.com/office/officeart/2016/7/layout/HorizontalActionList"/>
    <dgm:cxn modelId="{77A55366-077C-403B-A9E1-B9C6B5CA3288}" type="presOf" srcId="{73D947E0-108F-4D20-A71E-3CF329F97212}" destId="{BDBD7220-3F85-45D2-BED6-5BBFBC23EAE3}" srcOrd="0" destOrd="0" presId="urn:microsoft.com/office/officeart/2016/7/layout/HorizontalActionList"/>
    <dgm:cxn modelId="{F942F56C-9025-4AA1-9B36-C5AE0A93B0F5}" srcId="{4F85505A-81B6-4FDA-A144-900B71DAD946}" destId="{FEB4A941-E9FA-4A86-A673-85FF34B35F20}" srcOrd="0" destOrd="0" parTransId="{39522508-BC4E-4DD5-A744-AFEFFE36DB74}" sibTransId="{97624CC8-6315-4683-B26C-C30D552DA5A6}"/>
    <dgm:cxn modelId="{B7F6ED6E-855A-4A7B-AE18-3BD04546002C}" type="presOf" srcId="{B1AFA1AF-0FF8-45B3-A6D0-0E255A2F637D}" destId="{C4F84DEA-2002-4D32-8E80-70EEE05E345A}" srcOrd="0" destOrd="0" presId="urn:microsoft.com/office/officeart/2016/7/layout/HorizontalActionList"/>
    <dgm:cxn modelId="{51563A4F-C0EB-47D6-B5BC-47A4E599AD4B}" srcId="{E9682B4F-0217-4B50-923E-C104AA24290F}" destId="{0EC0C300-11E4-45CF-8418-973585107209}" srcOrd="0" destOrd="0" parTransId="{1E4DD98E-100E-46B7-B24A-408BBF69E9FA}" sibTransId="{90FAB5D1-62B3-4FF6-A07D-EE607F529C32}"/>
    <dgm:cxn modelId="{6291F24F-B536-4688-99BC-6A4CB5E15E15}" type="presOf" srcId="{4F85505A-81B6-4FDA-A144-900B71DAD946}" destId="{4132ECB1-6BEF-4935-AFA3-B2EAA48FDE7E}" srcOrd="0" destOrd="0" presId="urn:microsoft.com/office/officeart/2016/7/layout/HorizontalActionList"/>
    <dgm:cxn modelId="{2D633B56-E147-4EFC-B9EE-6C0413F329B0}" srcId="{0DD8915E-DC14-41D6-9BB5-F49E1C265163}" destId="{4F85505A-81B6-4FDA-A144-900B71DAD946}" srcOrd="3" destOrd="0" parTransId="{D9A96E25-7BBE-4DDD-8DDE-B4970D4340A8}" sibTransId="{68F74A88-49DC-44B1-BC0D-220A7B97601C}"/>
    <dgm:cxn modelId="{110097B3-0B24-42EE-9C79-845C028B379B}" type="presOf" srcId="{E9682B4F-0217-4B50-923E-C104AA24290F}" destId="{49B7F8FA-D256-41EF-9327-52A3551D9A60}" srcOrd="0" destOrd="0" presId="urn:microsoft.com/office/officeart/2016/7/layout/HorizontalActionList"/>
    <dgm:cxn modelId="{C54EA6C2-0E6B-42D8-9A4A-4456127A91A8}" type="presOf" srcId="{A2322D3A-7AC2-4C5C-9D7E-EAB2313D47D4}" destId="{59606EB9-9F10-4D12-A33F-A242FDCC0D0F}" srcOrd="0" destOrd="0" presId="urn:microsoft.com/office/officeart/2016/7/layout/HorizontalActionList"/>
    <dgm:cxn modelId="{E339F9C8-AD35-4E33-9434-788C81500EB2}" type="presOf" srcId="{8FE81FEC-2664-411F-AEB3-065F29F52751}" destId="{C8429E68-36DD-4F6A-A2F4-7CCDADCEFAD1}" srcOrd="0" destOrd="0" presId="urn:microsoft.com/office/officeart/2016/7/layout/HorizontalActionList"/>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8CB96BD1-8B01-481A-B525-C5C507C9951C}" type="presOf" srcId="{0EC0C300-11E4-45CF-8418-973585107209}" destId="{6B5FE59C-B471-448A-AA7A-B526DCC4D4CA}" srcOrd="0" destOrd="0" presId="urn:microsoft.com/office/officeart/2016/7/layout/HorizontalActionList"/>
    <dgm:cxn modelId="{36A4EED2-16DE-4F21-9B57-BD053CD7ED3D}" type="presOf" srcId="{FEB4A941-E9FA-4A86-A673-85FF34B35F20}" destId="{C42A8BDE-B838-475D-AFDE-17B60D744AB6}" srcOrd="0" destOrd="0" presId="urn:microsoft.com/office/officeart/2016/7/layout/HorizontalActionList"/>
    <dgm:cxn modelId="{BF1349D4-34AE-476D-8D7B-F3ABAB74304F}" type="presOf" srcId="{50418D2B-9486-42DE-AFDD-1D31420040FF}" destId="{4FEB85EB-D046-4CDB-8A62-BBCE260C4490}" srcOrd="0" destOrd="0" presId="urn:microsoft.com/office/officeart/2016/7/layout/HorizontalActionList"/>
    <dgm:cxn modelId="{825BC9D8-F515-4FBF-8CF8-23CD32968E1D}" type="presOf" srcId="{0DD8915E-DC14-41D6-9BB5-F49E1C265163}" destId="{E4B4F7C4-5024-45F0-9FD7-C5068A1AE6C4}" srcOrd="0" destOrd="0" presId="urn:microsoft.com/office/officeart/2016/7/layout/HorizontalActionList"/>
    <dgm:cxn modelId="{E9D2B9D9-3B26-471C-AF45-E02D1C258CD3}" type="presParOf" srcId="{E4B4F7C4-5024-45F0-9FD7-C5068A1AE6C4}" destId="{473E2436-1BC1-4A6C-8568-5C38418F52D1}" srcOrd="0" destOrd="0" presId="urn:microsoft.com/office/officeart/2016/7/layout/HorizontalActionList"/>
    <dgm:cxn modelId="{A151C920-5872-4C88-8534-922E9C800B9B}" type="presParOf" srcId="{473E2436-1BC1-4A6C-8568-5C38418F52D1}" destId="{BDBD7220-3F85-45D2-BED6-5BBFBC23EAE3}" srcOrd="0" destOrd="0" presId="urn:microsoft.com/office/officeart/2016/7/layout/HorizontalActionList"/>
    <dgm:cxn modelId="{45373909-AB37-4D9A-936C-DC8447BC111D}" type="presParOf" srcId="{473E2436-1BC1-4A6C-8568-5C38418F52D1}" destId="{22359DD7-1BFB-4900-BAE6-6084F2F57988}" srcOrd="1" destOrd="0" presId="urn:microsoft.com/office/officeart/2016/7/layout/HorizontalActionList"/>
    <dgm:cxn modelId="{CFC7E7C1-85BC-47FC-BC11-D0BACA8440B9}" type="presParOf" srcId="{E4B4F7C4-5024-45F0-9FD7-C5068A1AE6C4}" destId="{38C65349-0C40-499F-9765-B6F38C2DC3C3}" srcOrd="1" destOrd="0" presId="urn:microsoft.com/office/officeart/2016/7/layout/HorizontalActionList"/>
    <dgm:cxn modelId="{86FF1107-69E9-4310-A0D8-2BF61292A72B}" type="presParOf" srcId="{E4B4F7C4-5024-45F0-9FD7-C5068A1AE6C4}" destId="{C6650FDC-3601-45F5-9125-6E3F90A53F8A}" srcOrd="2" destOrd="0" presId="urn:microsoft.com/office/officeart/2016/7/layout/HorizontalActionList"/>
    <dgm:cxn modelId="{1C7F1C64-2F3D-4695-A56C-92B1B848B0C2}" type="presParOf" srcId="{C6650FDC-3601-45F5-9125-6E3F90A53F8A}" destId="{C4F84DEA-2002-4D32-8E80-70EEE05E345A}" srcOrd="0" destOrd="0" presId="urn:microsoft.com/office/officeart/2016/7/layout/HorizontalActionList"/>
    <dgm:cxn modelId="{DC59A3FF-666D-48A7-B3BE-98A9F829402D}" type="presParOf" srcId="{C6650FDC-3601-45F5-9125-6E3F90A53F8A}" destId="{4FEB85EB-D046-4CDB-8A62-BBCE260C4490}" srcOrd="1" destOrd="0" presId="urn:microsoft.com/office/officeart/2016/7/layout/HorizontalActionList"/>
    <dgm:cxn modelId="{AAE65B9C-F662-4FAA-8FDB-82E7FB86BB24}" type="presParOf" srcId="{E4B4F7C4-5024-45F0-9FD7-C5068A1AE6C4}" destId="{40F59683-723F-44D1-8379-95635EED1AA8}" srcOrd="3" destOrd="0" presId="urn:microsoft.com/office/officeart/2016/7/layout/HorizontalActionList"/>
    <dgm:cxn modelId="{F5BE37E3-59D0-4D56-B08C-9B1D93695802}" type="presParOf" srcId="{E4B4F7C4-5024-45F0-9FD7-C5068A1AE6C4}" destId="{BB2E4F65-C461-40C3-BC82-6A29AA851F44}" srcOrd="4" destOrd="0" presId="urn:microsoft.com/office/officeart/2016/7/layout/HorizontalActionList"/>
    <dgm:cxn modelId="{1FC3B8DB-8632-4AA8-99E5-4F0C12504130}" type="presParOf" srcId="{BB2E4F65-C461-40C3-BC82-6A29AA851F44}" destId="{49B7F8FA-D256-41EF-9327-52A3551D9A60}" srcOrd="0" destOrd="0" presId="urn:microsoft.com/office/officeart/2016/7/layout/HorizontalActionList"/>
    <dgm:cxn modelId="{03A1CBF9-FFCE-4B8C-9850-8B297556CCF4}" type="presParOf" srcId="{BB2E4F65-C461-40C3-BC82-6A29AA851F44}" destId="{6B5FE59C-B471-448A-AA7A-B526DCC4D4CA}" srcOrd="1" destOrd="0" presId="urn:microsoft.com/office/officeart/2016/7/layout/HorizontalActionList"/>
    <dgm:cxn modelId="{BAB9C1C4-8A05-4AE7-B42E-55875981524E}" type="presParOf" srcId="{E4B4F7C4-5024-45F0-9FD7-C5068A1AE6C4}" destId="{A91542D9-4FB3-4302-AD03-3D6EF82E6748}" srcOrd="5" destOrd="0" presId="urn:microsoft.com/office/officeart/2016/7/layout/HorizontalActionList"/>
    <dgm:cxn modelId="{F7DEAAC8-FCAD-4F6B-92BD-91B8342F3277}" type="presParOf" srcId="{E4B4F7C4-5024-45F0-9FD7-C5068A1AE6C4}" destId="{1A7C3045-2DAF-4A19-82DB-79436B2E4575}" srcOrd="6" destOrd="0" presId="urn:microsoft.com/office/officeart/2016/7/layout/HorizontalActionList"/>
    <dgm:cxn modelId="{13555CA3-20BE-41F8-BD09-0BA8CEE1C702}" type="presParOf" srcId="{1A7C3045-2DAF-4A19-82DB-79436B2E4575}" destId="{4132ECB1-6BEF-4935-AFA3-B2EAA48FDE7E}" srcOrd="0" destOrd="0" presId="urn:microsoft.com/office/officeart/2016/7/layout/HorizontalActionList"/>
    <dgm:cxn modelId="{0848E8B2-6BD5-4CB6-B7E0-F8F1B1F78E2F}" type="presParOf" srcId="{1A7C3045-2DAF-4A19-82DB-79436B2E4575}" destId="{C42A8BDE-B838-475D-AFDE-17B60D744AB6}" srcOrd="1" destOrd="0" presId="urn:microsoft.com/office/officeart/2016/7/layout/HorizontalActionList"/>
    <dgm:cxn modelId="{FD5AD2F1-E5D1-4359-99EB-D3225676DF7F}" type="presParOf" srcId="{E4B4F7C4-5024-45F0-9FD7-C5068A1AE6C4}" destId="{D0DC94A3-770A-4810-A89A-7DB7918862F6}" srcOrd="7" destOrd="0" presId="urn:microsoft.com/office/officeart/2016/7/layout/HorizontalActionList"/>
    <dgm:cxn modelId="{2608DA2F-9259-4A20-98D1-9A5F5780B66F}" type="presParOf" srcId="{E4B4F7C4-5024-45F0-9FD7-C5068A1AE6C4}" destId="{647B2244-AC3A-441A-A6FB-6136FA04F429}" srcOrd="8" destOrd="0" presId="urn:microsoft.com/office/officeart/2016/7/layout/HorizontalActionList"/>
    <dgm:cxn modelId="{F55613FD-292F-4CCF-A44A-E9FC24D70E0E}" type="presParOf" srcId="{647B2244-AC3A-441A-A6FB-6136FA04F429}" destId="{59606EB9-9F10-4D12-A33F-A242FDCC0D0F}" srcOrd="0" destOrd="0" presId="urn:microsoft.com/office/officeart/2016/7/layout/HorizontalActionList"/>
    <dgm:cxn modelId="{7B4FE576-C66F-4D92-B6AC-DA1D068316E4}" type="presParOf" srcId="{647B2244-AC3A-441A-A6FB-6136FA04F429}" destId="{C8429E68-36DD-4F6A-A2F4-7CCDADCEFAD1}"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D7220-3F85-45D2-BED6-5BBFBC23EAE3}">
      <dsp:nvSpPr>
        <dsp:cNvPr id="0" name=""/>
        <dsp:cNvSpPr/>
      </dsp:nvSpPr>
      <dsp:spPr>
        <a:xfrm>
          <a:off x="8957" y="41518"/>
          <a:ext cx="1555629" cy="466688"/>
        </a:xfrm>
        <a:prstGeom prst="rect">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929" tIns="122929" rIns="122929" bIns="122929" numCol="1" spcCol="1270" anchor="ctr" anchorCtr="0">
          <a:noAutofit/>
        </a:bodyPr>
        <a:lstStyle/>
        <a:p>
          <a:pPr marL="0" lvl="0" indent="0" algn="ctr" defTabSz="914400" rtl="0" eaLnBrk="1" latinLnBrk="0" hangingPunct="1">
            <a:lnSpc>
              <a:spcPct val="90000"/>
            </a:lnSpc>
            <a:spcBef>
              <a:spcPct val="0"/>
            </a:spcBef>
            <a:spcAft>
              <a:spcPct val="35000"/>
            </a:spcAft>
            <a:buFont typeface="Arial" panose="020B0604020202020204" pitchFamily="34" charset="0"/>
            <a:buNone/>
          </a:pPr>
          <a:r>
            <a:rPr lang="fr-FR" sz="1200" kern="1200" spc="150" baseline="0" dirty="0">
              <a:solidFill>
                <a:schemeClr val="bg1"/>
              </a:solidFill>
              <a:latin typeface="+mj-lt"/>
              <a:ea typeface="+mj-ea"/>
              <a:cs typeface="+mj-cs"/>
            </a:rPr>
            <a:t>Atteinte à la confidentialité</a:t>
          </a:r>
          <a:endParaRPr lang="en-US" sz="1200" kern="1200" spc="150" baseline="0" dirty="0">
            <a:solidFill>
              <a:schemeClr val="bg1"/>
            </a:solidFill>
            <a:latin typeface="+mj-lt"/>
            <a:ea typeface="+mj-ea"/>
            <a:cs typeface="+mj-cs"/>
          </a:endParaRPr>
        </a:p>
      </dsp:txBody>
      <dsp:txXfrm>
        <a:off x="8957" y="41518"/>
        <a:ext cx="1555629" cy="466688"/>
      </dsp:txXfrm>
    </dsp:sp>
    <dsp:sp modelId="{22359DD7-1BFB-4900-BAE6-6084F2F57988}">
      <dsp:nvSpPr>
        <dsp:cNvPr id="0" name=""/>
        <dsp:cNvSpPr/>
      </dsp:nvSpPr>
      <dsp:spPr>
        <a:xfrm>
          <a:off x="8957" y="508207"/>
          <a:ext cx="1555629" cy="2630434"/>
        </a:xfrm>
        <a:prstGeom prst="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dsp:style>
      <dsp:txBody>
        <a:bodyPr spcFirstLastPara="0" vert="horz" wrap="square" lIns="153662" tIns="153662" rIns="153662" bIns="153662" numCol="1" spcCol="1270" anchor="t" anchorCtr="0">
          <a:noAutofit/>
        </a:bodyPr>
        <a:lstStyle/>
        <a:p>
          <a:pPr marL="0" lvl="0" indent="0" algn="l" defTabSz="622300">
            <a:lnSpc>
              <a:spcPct val="100000"/>
            </a:lnSpc>
            <a:spcBef>
              <a:spcPct val="0"/>
            </a:spcBef>
            <a:spcAft>
              <a:spcPct val="35000"/>
            </a:spcAft>
            <a:buNone/>
          </a:pPr>
          <a:r>
            <a:rPr lang="fr-FR" sz="1400" kern="1200" spc="50" baseline="0" dirty="0">
              <a:solidFill>
                <a:schemeClr val="accent5"/>
              </a:solidFill>
              <a:latin typeface="+mn-lt"/>
            </a:rPr>
            <a:t>Les données personnelles (CIN, salaires, RIB…) ont été exposées publiquement</a:t>
          </a:r>
          <a:endParaRPr lang="en-US" sz="1400" kern="1200" spc="50" baseline="0" dirty="0">
            <a:solidFill>
              <a:schemeClr val="accent5"/>
            </a:solidFill>
            <a:latin typeface="+mn-lt"/>
          </a:endParaRPr>
        </a:p>
      </dsp:txBody>
      <dsp:txXfrm>
        <a:off x="8957" y="508207"/>
        <a:ext cx="1555629" cy="2630434"/>
      </dsp:txXfrm>
    </dsp:sp>
    <dsp:sp modelId="{C4F84DEA-2002-4D32-8E80-70EEE05E345A}">
      <dsp:nvSpPr>
        <dsp:cNvPr id="0" name=""/>
        <dsp:cNvSpPr/>
      </dsp:nvSpPr>
      <dsp:spPr>
        <a:xfrm>
          <a:off x="1672376" y="41518"/>
          <a:ext cx="1555629" cy="466688"/>
        </a:xfrm>
        <a:prstGeom prst="rect">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929" tIns="122929" rIns="122929" bIns="122929" numCol="1" spcCol="1270" anchor="ctr" anchorCtr="0">
          <a:noAutofit/>
        </a:bodyPr>
        <a:lstStyle/>
        <a:p>
          <a:pPr marL="0" lvl="0" indent="0" algn="ctr" defTabSz="711200">
            <a:lnSpc>
              <a:spcPct val="90000"/>
            </a:lnSpc>
            <a:spcBef>
              <a:spcPct val="0"/>
            </a:spcBef>
            <a:spcAft>
              <a:spcPct val="35000"/>
            </a:spcAft>
            <a:buNone/>
          </a:pPr>
          <a:r>
            <a:rPr lang="fr-FR" sz="1600" kern="1200" spc="150" baseline="0" dirty="0">
              <a:solidFill>
                <a:schemeClr val="bg1"/>
              </a:solidFill>
              <a:latin typeface="+mj-lt"/>
              <a:ea typeface="+mn-ea"/>
              <a:cs typeface="+mn-cs"/>
            </a:rPr>
            <a:t>Défaut de détection</a:t>
          </a:r>
          <a:endParaRPr lang="en-US" sz="1600" kern="1200" spc="150" baseline="0" dirty="0">
            <a:solidFill>
              <a:schemeClr val="bg1"/>
            </a:solidFill>
            <a:latin typeface="+mj-lt"/>
            <a:ea typeface="+mn-ea"/>
            <a:cs typeface="+mn-cs"/>
          </a:endParaRPr>
        </a:p>
      </dsp:txBody>
      <dsp:txXfrm>
        <a:off x="1672376" y="41518"/>
        <a:ext cx="1555629" cy="466688"/>
      </dsp:txXfrm>
    </dsp:sp>
    <dsp:sp modelId="{4FEB85EB-D046-4CDB-8A62-BBCE260C4490}">
      <dsp:nvSpPr>
        <dsp:cNvPr id="0" name=""/>
        <dsp:cNvSpPr/>
      </dsp:nvSpPr>
      <dsp:spPr>
        <a:xfrm>
          <a:off x="1672376" y="508207"/>
          <a:ext cx="1555629" cy="2630434"/>
        </a:xfrm>
        <a:prstGeom prst="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dsp:style>
      <dsp:txBody>
        <a:bodyPr spcFirstLastPara="0" vert="horz" wrap="square" lIns="153662" tIns="153662" rIns="153662" bIns="153662" numCol="1" spcCol="1270" anchor="t" anchorCtr="0">
          <a:noAutofit/>
        </a:bodyPr>
        <a:lstStyle/>
        <a:p>
          <a:pPr marL="0" lvl="0" indent="0" algn="l" defTabSz="622300">
            <a:lnSpc>
              <a:spcPct val="100000"/>
            </a:lnSpc>
            <a:spcBef>
              <a:spcPct val="0"/>
            </a:spcBef>
            <a:spcAft>
              <a:spcPct val="35000"/>
            </a:spcAft>
            <a:buNone/>
          </a:pPr>
          <a:r>
            <a:rPr lang="fr-FR" sz="1400" kern="1200" spc="50" baseline="0" dirty="0">
              <a:solidFill>
                <a:schemeClr val="accent5"/>
              </a:solidFill>
              <a:latin typeface="+mn-lt"/>
            </a:rPr>
            <a:t>L’attaque n’a pas été détectée à temps, ce qui prouve l’absence ou l’inefficacité d’un système IDS performant</a:t>
          </a:r>
          <a:r>
            <a:rPr lang="fr-FR" sz="1400" kern="1200" spc="50" baseline="0" dirty="0">
              <a:solidFill>
                <a:schemeClr val="tx1"/>
              </a:solidFill>
              <a:latin typeface="+mn-lt"/>
            </a:rPr>
            <a:t>.</a:t>
          </a:r>
          <a:endParaRPr lang="en-US" sz="1400" kern="1200" spc="50" baseline="0" dirty="0">
            <a:solidFill>
              <a:schemeClr val="tx1"/>
            </a:solidFill>
            <a:latin typeface="+mn-lt"/>
          </a:endParaRPr>
        </a:p>
      </dsp:txBody>
      <dsp:txXfrm>
        <a:off x="1672376" y="508207"/>
        <a:ext cx="1555629" cy="2630434"/>
      </dsp:txXfrm>
    </dsp:sp>
    <dsp:sp modelId="{49B7F8FA-D256-41EF-9327-52A3551D9A60}">
      <dsp:nvSpPr>
        <dsp:cNvPr id="0" name=""/>
        <dsp:cNvSpPr/>
      </dsp:nvSpPr>
      <dsp:spPr>
        <a:xfrm>
          <a:off x="3335794" y="41518"/>
          <a:ext cx="1555629" cy="466688"/>
        </a:xfrm>
        <a:prstGeom prst="rect">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929" tIns="122929" rIns="122929" bIns="122929" numCol="1" spcCol="1270" anchor="ctr" anchorCtr="0">
          <a:noAutofit/>
        </a:bodyPr>
        <a:lstStyle/>
        <a:p>
          <a:pPr marL="0" lvl="0" indent="0" algn="ctr" defTabSz="889000">
            <a:lnSpc>
              <a:spcPct val="90000"/>
            </a:lnSpc>
            <a:spcBef>
              <a:spcPct val="0"/>
            </a:spcBef>
            <a:spcAft>
              <a:spcPct val="35000"/>
            </a:spcAft>
            <a:buNone/>
          </a:pPr>
          <a:r>
            <a:rPr lang="fr-FR" sz="1600" kern="1200" spc="150" baseline="0" dirty="0">
              <a:solidFill>
                <a:schemeClr val="bg1"/>
              </a:solidFill>
              <a:latin typeface="+mj-lt"/>
              <a:ea typeface="+mn-ea"/>
              <a:cs typeface="+mn-cs"/>
            </a:rPr>
            <a:t>Manque de réactivité</a:t>
          </a:r>
          <a:endParaRPr lang="en-US" sz="1600" kern="1200" spc="150" baseline="0" dirty="0">
            <a:solidFill>
              <a:schemeClr val="bg1"/>
            </a:solidFill>
            <a:latin typeface="+mj-lt"/>
            <a:ea typeface="+mn-ea"/>
            <a:cs typeface="+mn-cs"/>
          </a:endParaRPr>
        </a:p>
      </dsp:txBody>
      <dsp:txXfrm>
        <a:off x="3335794" y="41518"/>
        <a:ext cx="1555629" cy="466688"/>
      </dsp:txXfrm>
    </dsp:sp>
    <dsp:sp modelId="{6B5FE59C-B471-448A-AA7A-B526DCC4D4CA}">
      <dsp:nvSpPr>
        <dsp:cNvPr id="0" name=""/>
        <dsp:cNvSpPr/>
      </dsp:nvSpPr>
      <dsp:spPr>
        <a:xfrm>
          <a:off x="3335794" y="508207"/>
          <a:ext cx="1555629" cy="2630434"/>
        </a:xfrm>
        <a:prstGeom prst="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dsp:style>
      <dsp:txBody>
        <a:bodyPr spcFirstLastPara="0" vert="horz" wrap="square" lIns="153662" tIns="153662" rIns="153662" bIns="153662" numCol="1" spcCol="1270" anchor="t" anchorCtr="0">
          <a:noAutofit/>
        </a:bodyPr>
        <a:lstStyle/>
        <a:p>
          <a:pPr marL="0" lvl="0" indent="0" algn="l" defTabSz="666750">
            <a:lnSpc>
              <a:spcPct val="100000"/>
            </a:lnSpc>
            <a:spcBef>
              <a:spcPct val="0"/>
            </a:spcBef>
            <a:spcAft>
              <a:spcPct val="35000"/>
            </a:spcAft>
            <a:buNone/>
          </a:pPr>
          <a:r>
            <a:rPr lang="fr-FR" sz="1400" kern="1200" spc="50" baseline="0" dirty="0">
              <a:solidFill>
                <a:schemeClr val="accent5"/>
              </a:solidFill>
              <a:latin typeface="+mn-lt"/>
              <a:ea typeface="+mn-ea"/>
              <a:cs typeface="+mn-cs"/>
            </a:rPr>
            <a:t>Aucune réponse rapide ou automatique n’a été déclenchée. Cela a prolongé la durée de l’intrusion et aggravé les dégâts</a:t>
          </a:r>
          <a:r>
            <a:rPr lang="fr-FR" sz="1400" kern="1200" spc="50" baseline="0" dirty="0">
              <a:solidFill>
                <a:schemeClr val="tx1"/>
              </a:solidFill>
              <a:latin typeface="+mn-lt"/>
              <a:ea typeface="+mn-ea"/>
              <a:cs typeface="+mn-cs"/>
            </a:rPr>
            <a:t>.</a:t>
          </a:r>
          <a:endParaRPr lang="en-US" sz="1400" kern="1200" spc="50" baseline="0" dirty="0">
            <a:solidFill>
              <a:schemeClr val="tx1"/>
            </a:solidFill>
            <a:latin typeface="+mn-lt"/>
            <a:ea typeface="+mn-ea"/>
            <a:cs typeface="+mn-cs"/>
          </a:endParaRPr>
        </a:p>
      </dsp:txBody>
      <dsp:txXfrm>
        <a:off x="3335794" y="508207"/>
        <a:ext cx="1555629" cy="2630434"/>
      </dsp:txXfrm>
    </dsp:sp>
    <dsp:sp modelId="{4132ECB1-6BEF-4935-AFA3-B2EAA48FDE7E}">
      <dsp:nvSpPr>
        <dsp:cNvPr id="0" name=""/>
        <dsp:cNvSpPr/>
      </dsp:nvSpPr>
      <dsp:spPr>
        <a:xfrm>
          <a:off x="4999213" y="41518"/>
          <a:ext cx="1555629" cy="466688"/>
        </a:xfrm>
        <a:prstGeom prst="rect">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929" tIns="122929" rIns="122929" bIns="122929" numCol="1" spcCol="1270" anchor="ctr" anchorCtr="0">
          <a:noAutofit/>
        </a:bodyPr>
        <a:lstStyle/>
        <a:p>
          <a:pPr marL="0" lvl="0" indent="0" algn="ctr" defTabSz="533400">
            <a:lnSpc>
              <a:spcPct val="90000"/>
            </a:lnSpc>
            <a:spcBef>
              <a:spcPct val="0"/>
            </a:spcBef>
            <a:spcAft>
              <a:spcPct val="35000"/>
            </a:spcAft>
            <a:buNone/>
          </a:pPr>
          <a:r>
            <a:rPr lang="fr-FR" sz="1200" kern="1200" spc="150" baseline="0" dirty="0">
              <a:solidFill>
                <a:schemeClr val="bg1"/>
              </a:solidFill>
              <a:latin typeface="+mj-lt"/>
              <a:ea typeface="+mn-ea"/>
              <a:cs typeface="+mn-cs"/>
            </a:rPr>
            <a:t>Indisponibilité des services</a:t>
          </a:r>
          <a:endParaRPr lang="en-US" sz="1200" kern="1200" spc="150" baseline="0" dirty="0">
            <a:solidFill>
              <a:schemeClr val="bg1"/>
            </a:solidFill>
            <a:latin typeface="+mj-lt"/>
            <a:ea typeface="+mn-ea"/>
            <a:cs typeface="+mn-cs"/>
          </a:endParaRPr>
        </a:p>
      </dsp:txBody>
      <dsp:txXfrm>
        <a:off x="4999213" y="41518"/>
        <a:ext cx="1555629" cy="466688"/>
      </dsp:txXfrm>
    </dsp:sp>
    <dsp:sp modelId="{C42A8BDE-B838-475D-AFDE-17B60D744AB6}">
      <dsp:nvSpPr>
        <dsp:cNvPr id="0" name=""/>
        <dsp:cNvSpPr/>
      </dsp:nvSpPr>
      <dsp:spPr>
        <a:xfrm>
          <a:off x="4999213" y="508207"/>
          <a:ext cx="1555629" cy="2630434"/>
        </a:xfrm>
        <a:prstGeom prst="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dsp:style>
      <dsp:txBody>
        <a:bodyPr spcFirstLastPara="0" vert="horz" wrap="square" lIns="153662" tIns="153662" rIns="153662" bIns="153662" numCol="1" spcCol="1270" anchor="t" anchorCtr="0">
          <a:noAutofit/>
        </a:bodyPr>
        <a:lstStyle/>
        <a:p>
          <a:pPr marL="0" lvl="0" indent="0" algn="l" defTabSz="666750" rtl="0">
            <a:lnSpc>
              <a:spcPct val="100000"/>
            </a:lnSpc>
            <a:spcBef>
              <a:spcPct val="0"/>
            </a:spcBef>
            <a:spcAft>
              <a:spcPct val="35000"/>
            </a:spcAft>
            <a:buNone/>
          </a:pPr>
          <a:r>
            <a:rPr lang="fr-FR" sz="1400" kern="1200" spc="50" baseline="0" dirty="0">
              <a:solidFill>
                <a:schemeClr val="accent6"/>
              </a:solidFill>
              <a:latin typeface="+mn-lt"/>
              <a:ea typeface="+mn-ea"/>
              <a:cs typeface="+mn-cs"/>
            </a:rPr>
            <a:t>Les plateformes CNSS et ministère ont été mises hors service, privant des milliers d’usagers de prestations essentielles.</a:t>
          </a:r>
          <a:endParaRPr lang="en-US" sz="1400" kern="1200" spc="50" baseline="0" dirty="0">
            <a:solidFill>
              <a:schemeClr val="accent6"/>
            </a:solidFill>
            <a:latin typeface="+mn-lt"/>
            <a:ea typeface="+mn-ea"/>
            <a:cs typeface="+mn-cs"/>
          </a:endParaRPr>
        </a:p>
      </dsp:txBody>
      <dsp:txXfrm>
        <a:off x="4999213" y="508207"/>
        <a:ext cx="1555629" cy="2630434"/>
      </dsp:txXfrm>
    </dsp:sp>
    <dsp:sp modelId="{59606EB9-9F10-4D12-A33F-A242FDCC0D0F}">
      <dsp:nvSpPr>
        <dsp:cNvPr id="0" name=""/>
        <dsp:cNvSpPr/>
      </dsp:nvSpPr>
      <dsp:spPr>
        <a:xfrm>
          <a:off x="6662632" y="41518"/>
          <a:ext cx="1555629" cy="466688"/>
        </a:xfrm>
        <a:prstGeom prst="rect">
          <a:avLst/>
        </a:prstGeom>
        <a:solidFill>
          <a:schemeClr val="accent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2929" tIns="122929" rIns="122929" bIns="122929" numCol="1" spcCol="1270" anchor="ctr" anchorCtr="0">
          <a:noAutofit/>
        </a:bodyPr>
        <a:lstStyle/>
        <a:p>
          <a:pPr marL="0" lvl="0" indent="0" algn="ctr" defTabSz="889000">
            <a:lnSpc>
              <a:spcPct val="90000"/>
            </a:lnSpc>
            <a:spcBef>
              <a:spcPct val="0"/>
            </a:spcBef>
            <a:spcAft>
              <a:spcPct val="35000"/>
            </a:spcAft>
            <a:buNone/>
          </a:pPr>
          <a:r>
            <a:rPr lang="fr-FR" sz="1600" kern="1200" spc="150" baseline="0" dirty="0">
              <a:solidFill>
                <a:schemeClr val="bg1"/>
              </a:solidFill>
              <a:latin typeface="+mj-lt"/>
              <a:ea typeface="+mn-ea"/>
              <a:cs typeface="+mn-cs"/>
            </a:rPr>
            <a:t>Faible résilience</a:t>
          </a:r>
          <a:endParaRPr lang="en-US" sz="1600" kern="1200" spc="150" baseline="0" dirty="0">
            <a:solidFill>
              <a:schemeClr val="bg1"/>
            </a:solidFill>
            <a:latin typeface="+mj-lt"/>
            <a:ea typeface="+mn-ea"/>
            <a:cs typeface="+mn-cs"/>
          </a:endParaRPr>
        </a:p>
      </dsp:txBody>
      <dsp:txXfrm>
        <a:off x="6662632" y="41518"/>
        <a:ext cx="1555629" cy="466688"/>
      </dsp:txXfrm>
    </dsp:sp>
    <dsp:sp modelId="{C8429E68-36DD-4F6A-A2F4-7CCDADCEFAD1}">
      <dsp:nvSpPr>
        <dsp:cNvPr id="0" name=""/>
        <dsp:cNvSpPr/>
      </dsp:nvSpPr>
      <dsp:spPr>
        <a:xfrm>
          <a:off x="6662632" y="508207"/>
          <a:ext cx="1555629" cy="2630434"/>
        </a:xfrm>
        <a:prstGeom prst="rect">
          <a:avLst/>
        </a:prstGeom>
        <a:noFill/>
        <a:ln w="25400" cap="flat" cmpd="sng" algn="ctr">
          <a:solidFill>
            <a:schemeClr val="accent1"/>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666750" rtl="0">
            <a:lnSpc>
              <a:spcPct val="100000"/>
            </a:lnSpc>
            <a:spcBef>
              <a:spcPct val="0"/>
            </a:spcBef>
            <a:spcAft>
              <a:spcPct val="35000"/>
            </a:spcAft>
            <a:buNone/>
          </a:pPr>
          <a:r>
            <a:rPr lang="fr-FR" sz="1200" kern="1200" spc="50" baseline="0" dirty="0">
              <a:solidFill>
                <a:schemeClr val="accent5"/>
              </a:solidFill>
              <a:latin typeface="+mn-lt"/>
              <a:ea typeface="+mn-ea"/>
              <a:cs typeface="+mn-cs"/>
            </a:rPr>
            <a:t>Le système n’a pas su se rétablir rapidement. Il manquait de redondance, de sauvegardes ou de processus de continuité adaptés aux cybercrises</a:t>
          </a:r>
          <a:endParaRPr lang="en-US" sz="1200" kern="1200" spc="50" baseline="0" dirty="0">
            <a:solidFill>
              <a:schemeClr val="accent5"/>
            </a:solidFill>
            <a:latin typeface="+mn-lt"/>
            <a:ea typeface="+mn-ea"/>
            <a:cs typeface="+mn-cs"/>
          </a:endParaRPr>
        </a:p>
        <a:p>
          <a:pPr marL="0" lvl="0" indent="0" algn="l" defTabSz="666750" rtl="0">
            <a:lnSpc>
              <a:spcPct val="100000"/>
            </a:lnSpc>
            <a:spcBef>
              <a:spcPct val="0"/>
            </a:spcBef>
            <a:spcAft>
              <a:spcPct val="35000"/>
            </a:spcAft>
            <a:buNone/>
          </a:pPr>
          <a:endParaRPr lang="en-US" sz="1400" kern="1200" spc="50" baseline="0" dirty="0">
            <a:solidFill>
              <a:schemeClr val="tx1"/>
            </a:solidFill>
            <a:latin typeface="+mn-lt"/>
            <a:ea typeface="+mn-ea"/>
            <a:cs typeface="+mn-cs"/>
          </a:endParaRPr>
        </a:p>
      </dsp:txBody>
      <dsp:txXfrm>
        <a:off x="6662632" y="508207"/>
        <a:ext cx="1555629" cy="2630434"/>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1399DE2A-4652-49DE-ABB5-B13A385728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fr-FR"/>
              <a:t>Chapitre1</a:t>
            </a:r>
          </a:p>
        </p:txBody>
      </p:sp>
      <p:sp>
        <p:nvSpPr>
          <p:cNvPr id="3" name="Espace réservé de la date 2">
            <a:extLst>
              <a:ext uri="{FF2B5EF4-FFF2-40B4-BE49-F238E27FC236}">
                <a16:creationId xmlns:a16="http://schemas.microsoft.com/office/drawing/2014/main" id="{1455D69F-D765-49F3-A08F-7FD37328D3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C876E4-5F11-4537-BD1E-3B0B23865B57}" type="datetimeFigureOut">
              <a:rPr lang="fr-FR" smtClean="0"/>
              <a:t>16/06/2025</a:t>
            </a:fld>
            <a:endParaRPr lang="fr-FR"/>
          </a:p>
        </p:txBody>
      </p:sp>
      <p:sp>
        <p:nvSpPr>
          <p:cNvPr id="4" name="Espace réservé du pied de page 3">
            <a:extLst>
              <a:ext uri="{FF2B5EF4-FFF2-40B4-BE49-F238E27FC236}">
                <a16:creationId xmlns:a16="http://schemas.microsoft.com/office/drawing/2014/main" id="{3E652CE4-133C-4479-91F4-A64028EA91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1C242F0-172E-49C1-9474-54D5FDEAB5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00877F1-67F9-4E4E-B1C5-C2D8BF0A4564}" type="slidenum">
              <a:rPr lang="fr-FR" smtClean="0"/>
              <a:t>‹#›</a:t>
            </a:fld>
            <a:endParaRPr lang="fr-FR"/>
          </a:p>
        </p:txBody>
      </p:sp>
    </p:spTree>
    <p:extLst>
      <p:ext uri="{BB962C8B-B14F-4D97-AF65-F5344CB8AC3E}">
        <p14:creationId xmlns:p14="http://schemas.microsoft.com/office/powerpoint/2010/main" val="71120295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578fe0731a_1_2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1578fe0731a_1_2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2786847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1578fe0731a_1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578fe0731a_1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498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1578fe0731a_1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578fe0731a_1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1922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91d46f3cf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91d46f3cf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a:extLst>
            <a:ext uri="{FF2B5EF4-FFF2-40B4-BE49-F238E27FC236}">
              <a16:creationId xmlns:a16="http://schemas.microsoft.com/office/drawing/2014/main" id="{15E9A0E4-E473-EADA-A756-B28A304B9FB7}"/>
            </a:ext>
          </a:extLst>
        </p:cNvPr>
        <p:cNvGrpSpPr/>
        <p:nvPr/>
      </p:nvGrpSpPr>
      <p:grpSpPr>
        <a:xfrm>
          <a:off x="0" y="0"/>
          <a:ext cx="0" cy="0"/>
          <a:chOff x="0" y="0"/>
          <a:chExt cx="0" cy="0"/>
        </a:xfrm>
      </p:grpSpPr>
      <p:sp>
        <p:nvSpPr>
          <p:cNvPr id="1557" name="Google Shape;1557;g1578fe0731a_1_862:notes">
            <a:extLst>
              <a:ext uri="{FF2B5EF4-FFF2-40B4-BE49-F238E27FC236}">
                <a16:creationId xmlns:a16="http://schemas.microsoft.com/office/drawing/2014/main" id="{98E87BCF-2C1D-0394-8A20-1E922A4A54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578fe0731a_1_862:notes">
            <a:extLst>
              <a:ext uri="{FF2B5EF4-FFF2-40B4-BE49-F238E27FC236}">
                <a16:creationId xmlns:a16="http://schemas.microsoft.com/office/drawing/2014/main" id="{721977B2-E863-4874-700C-DC76F2659C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4134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2"/>
        <p:cNvGrpSpPr/>
        <p:nvPr/>
      </p:nvGrpSpPr>
      <p:grpSpPr>
        <a:xfrm>
          <a:off x="0" y="0"/>
          <a:ext cx="0" cy="0"/>
          <a:chOff x="0" y="0"/>
          <a:chExt cx="0" cy="0"/>
        </a:xfrm>
      </p:grpSpPr>
      <p:sp>
        <p:nvSpPr>
          <p:cNvPr id="1513" name="Google Shape;1513;g17ba34e8bbd_2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4" name="Google Shape;1514;g17ba34e8bbd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5303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2"/>
        <p:cNvGrpSpPr/>
        <p:nvPr/>
      </p:nvGrpSpPr>
      <p:grpSpPr>
        <a:xfrm>
          <a:off x="0" y="0"/>
          <a:ext cx="0" cy="0"/>
          <a:chOff x="0" y="0"/>
          <a:chExt cx="0" cy="0"/>
        </a:xfrm>
      </p:grpSpPr>
      <p:sp>
        <p:nvSpPr>
          <p:cNvPr id="1513" name="Google Shape;1513;g17ba34e8bbd_2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4" name="Google Shape;1514;g17ba34e8bbd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8174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g17ba34e8bbd_2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7" name="Google Shape;1527;g17ba34e8bbd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66380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a:extLst>
            <a:ext uri="{FF2B5EF4-FFF2-40B4-BE49-F238E27FC236}">
              <a16:creationId xmlns:a16="http://schemas.microsoft.com/office/drawing/2014/main" id="{15E9A0E4-E473-EADA-A756-B28A304B9FB7}"/>
            </a:ext>
          </a:extLst>
        </p:cNvPr>
        <p:cNvGrpSpPr/>
        <p:nvPr/>
      </p:nvGrpSpPr>
      <p:grpSpPr>
        <a:xfrm>
          <a:off x="0" y="0"/>
          <a:ext cx="0" cy="0"/>
          <a:chOff x="0" y="0"/>
          <a:chExt cx="0" cy="0"/>
        </a:xfrm>
      </p:grpSpPr>
      <p:sp>
        <p:nvSpPr>
          <p:cNvPr id="1557" name="Google Shape;1557;g1578fe0731a_1_862:notes">
            <a:extLst>
              <a:ext uri="{FF2B5EF4-FFF2-40B4-BE49-F238E27FC236}">
                <a16:creationId xmlns:a16="http://schemas.microsoft.com/office/drawing/2014/main" id="{98E87BCF-2C1D-0394-8A20-1E922A4A54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1578fe0731a_1_862:notes">
            <a:extLst>
              <a:ext uri="{FF2B5EF4-FFF2-40B4-BE49-F238E27FC236}">
                <a16:creationId xmlns:a16="http://schemas.microsoft.com/office/drawing/2014/main" id="{721977B2-E863-4874-700C-DC76F2659C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8113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15730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a:off x="4736150" y="4101575"/>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20000" y="540000"/>
            <a:ext cx="5505600" cy="2370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6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0000" y="2910300"/>
            <a:ext cx="5505600" cy="4617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Montserrat Medium"/>
              <a:buNone/>
              <a:defRPr sz="18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800"/>
              <a:buNone/>
              <a:defRPr sz="1800">
                <a:solidFill>
                  <a:schemeClr val="dk1"/>
                </a:solidFill>
              </a:defRPr>
            </a:lvl2pPr>
            <a:lvl3pPr lvl="2" algn="ctr" rtl="0">
              <a:lnSpc>
                <a:spcPct val="100000"/>
              </a:lnSpc>
              <a:spcBef>
                <a:spcPts val="0"/>
              </a:spcBef>
              <a:spcAft>
                <a:spcPts val="0"/>
              </a:spcAft>
              <a:buClr>
                <a:schemeClr val="dk1"/>
              </a:buClr>
              <a:buSzPts val="1800"/>
              <a:buNone/>
              <a:defRPr sz="1800">
                <a:solidFill>
                  <a:schemeClr val="dk1"/>
                </a:solidFill>
              </a:defRPr>
            </a:lvl3pPr>
            <a:lvl4pPr lvl="3" algn="ctr" rtl="0">
              <a:lnSpc>
                <a:spcPct val="100000"/>
              </a:lnSpc>
              <a:spcBef>
                <a:spcPts val="0"/>
              </a:spcBef>
              <a:spcAft>
                <a:spcPts val="0"/>
              </a:spcAft>
              <a:buClr>
                <a:schemeClr val="dk1"/>
              </a:buClr>
              <a:buSzPts val="1800"/>
              <a:buNone/>
              <a:defRPr sz="1800">
                <a:solidFill>
                  <a:schemeClr val="dk1"/>
                </a:solidFill>
              </a:defRPr>
            </a:lvl4pPr>
            <a:lvl5pPr lvl="4" algn="ctr" rtl="0">
              <a:lnSpc>
                <a:spcPct val="100000"/>
              </a:lnSpc>
              <a:spcBef>
                <a:spcPts val="0"/>
              </a:spcBef>
              <a:spcAft>
                <a:spcPts val="0"/>
              </a:spcAft>
              <a:buClr>
                <a:schemeClr val="dk1"/>
              </a:buClr>
              <a:buSzPts val="1800"/>
              <a:buNone/>
              <a:defRPr sz="1800">
                <a:solidFill>
                  <a:schemeClr val="dk1"/>
                </a:solidFill>
              </a:defRPr>
            </a:lvl5pPr>
            <a:lvl6pPr lvl="5" algn="ctr" rtl="0">
              <a:lnSpc>
                <a:spcPct val="100000"/>
              </a:lnSpc>
              <a:spcBef>
                <a:spcPts val="0"/>
              </a:spcBef>
              <a:spcAft>
                <a:spcPts val="0"/>
              </a:spcAft>
              <a:buClr>
                <a:schemeClr val="dk1"/>
              </a:buClr>
              <a:buSzPts val="1800"/>
              <a:buNone/>
              <a:defRPr sz="1800">
                <a:solidFill>
                  <a:schemeClr val="dk1"/>
                </a:solidFill>
              </a:defRPr>
            </a:lvl6pPr>
            <a:lvl7pPr lvl="6" algn="ctr" rtl="0">
              <a:lnSpc>
                <a:spcPct val="100000"/>
              </a:lnSpc>
              <a:spcBef>
                <a:spcPts val="0"/>
              </a:spcBef>
              <a:spcAft>
                <a:spcPts val="0"/>
              </a:spcAft>
              <a:buClr>
                <a:schemeClr val="dk1"/>
              </a:buClr>
              <a:buSzPts val="1800"/>
              <a:buNone/>
              <a:defRPr sz="1800">
                <a:solidFill>
                  <a:schemeClr val="dk1"/>
                </a:solidFill>
              </a:defRPr>
            </a:lvl7pPr>
            <a:lvl8pPr lvl="7" algn="ctr" rtl="0">
              <a:lnSpc>
                <a:spcPct val="100000"/>
              </a:lnSpc>
              <a:spcBef>
                <a:spcPts val="0"/>
              </a:spcBef>
              <a:spcAft>
                <a:spcPts val="0"/>
              </a:spcAft>
              <a:buClr>
                <a:schemeClr val="dk1"/>
              </a:buClr>
              <a:buSzPts val="1800"/>
              <a:buNone/>
              <a:defRPr sz="1800">
                <a:solidFill>
                  <a:schemeClr val="dk1"/>
                </a:solidFill>
              </a:defRPr>
            </a:lvl8pPr>
            <a:lvl9pPr lvl="8" algn="ctr" rtl="0">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2" name="Google Shape;12;p2"/>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350050" y="2703450"/>
            <a:ext cx="1099950" cy="3800075"/>
          </a:xfrm>
          <a:custGeom>
            <a:avLst/>
            <a:gdLst/>
            <a:ahLst/>
            <a:cxnLst/>
            <a:rect l="l" t="t" r="r" b="b"/>
            <a:pathLst>
              <a:path w="43998" h="152003" extrusionOk="0">
                <a:moveTo>
                  <a:pt x="43615" y="0"/>
                </a:moveTo>
                <a:cubicBezTo>
                  <a:pt x="43615" y="0"/>
                  <a:pt x="16366" y="17346"/>
                  <a:pt x="22729" y="41629"/>
                </a:cubicBezTo>
                <a:cubicBezTo>
                  <a:pt x="29096" y="65911"/>
                  <a:pt x="43997" y="70379"/>
                  <a:pt x="22000" y="100808"/>
                </a:cubicBezTo>
                <a:cubicBezTo>
                  <a:pt x="1" y="131235"/>
                  <a:pt x="43615" y="152002"/>
                  <a:pt x="43615" y="152002"/>
                </a:cubicBezTo>
                <a:lnTo>
                  <a:pt x="436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1282425" y="3051700"/>
            <a:ext cx="819325" cy="3384200"/>
          </a:xfrm>
          <a:custGeom>
            <a:avLst/>
            <a:gdLst/>
            <a:ahLst/>
            <a:cxnLst/>
            <a:rect l="l" t="t" r="r" b="b"/>
            <a:pathLst>
              <a:path w="32773" h="135368" extrusionOk="0">
                <a:moveTo>
                  <a:pt x="32773" y="0"/>
                </a:moveTo>
                <a:lnTo>
                  <a:pt x="32773" y="0"/>
                </a:lnTo>
                <a:cubicBezTo>
                  <a:pt x="32772" y="1"/>
                  <a:pt x="12156" y="14749"/>
                  <a:pt x="16884" y="36501"/>
                </a:cubicBezTo>
                <a:cubicBezTo>
                  <a:pt x="21613" y="58253"/>
                  <a:pt x="32684" y="62255"/>
                  <a:pt x="16343" y="89509"/>
                </a:cubicBezTo>
                <a:cubicBezTo>
                  <a:pt x="1" y="116766"/>
                  <a:pt x="32401" y="135367"/>
                  <a:pt x="32401" y="135367"/>
                </a:cubicBezTo>
                <a:lnTo>
                  <a:pt x="327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400000">
            <a:off x="-1385450" y="1641238"/>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1210600" y="1210638"/>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userDrawn="1">
  <p:cSld name="CUSTOM_11_1_1">
    <p:spTree>
      <p:nvGrpSpPr>
        <p:cNvPr id="1" name="Shape 88"/>
        <p:cNvGrpSpPr/>
        <p:nvPr/>
      </p:nvGrpSpPr>
      <p:grpSpPr>
        <a:xfrm>
          <a:off x="0" y="0"/>
          <a:ext cx="0" cy="0"/>
          <a:chOff x="0" y="0"/>
          <a:chExt cx="0" cy="0"/>
        </a:xfrm>
      </p:grpSpPr>
      <p:sp>
        <p:nvSpPr>
          <p:cNvPr id="89" name="Google Shape;89;p13"/>
          <p:cNvSpPr/>
          <p:nvPr/>
        </p:nvSpPr>
        <p:spPr>
          <a:xfrm rot="10800000" flipH="1">
            <a:off x="9"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flipH="1">
            <a:off x="5445834"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txBox="1">
            <a:spLocks noGrp="1"/>
          </p:cNvSpPr>
          <p:nvPr>
            <p:ph type="title"/>
          </p:nvPr>
        </p:nvSpPr>
        <p:spPr>
          <a:xfrm>
            <a:off x="1529700" y="11722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2" name="Google Shape;92;p13"/>
          <p:cNvSpPr txBox="1">
            <a:spLocks noGrp="1"/>
          </p:cNvSpPr>
          <p:nvPr>
            <p:ph type="title" idx="2" hasCustomPrompt="1"/>
          </p:nvPr>
        </p:nvSpPr>
        <p:spPr>
          <a:xfrm>
            <a:off x="720000" y="11722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3" name="Google Shape;93;p13"/>
          <p:cNvSpPr txBox="1">
            <a:spLocks noGrp="1"/>
          </p:cNvSpPr>
          <p:nvPr>
            <p:ph type="subTitle" idx="1"/>
          </p:nvPr>
        </p:nvSpPr>
        <p:spPr>
          <a:xfrm>
            <a:off x="1529700" y="15739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94" name="Google Shape;94;p13"/>
          <p:cNvSpPr txBox="1">
            <a:spLocks noGrp="1"/>
          </p:cNvSpPr>
          <p:nvPr>
            <p:ph type="title" idx="3"/>
          </p:nvPr>
        </p:nvSpPr>
        <p:spPr>
          <a:xfrm>
            <a:off x="2328900" y="20231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5" name="Google Shape;95;p13"/>
          <p:cNvSpPr txBox="1">
            <a:spLocks noGrp="1"/>
          </p:cNvSpPr>
          <p:nvPr>
            <p:ph type="title" idx="4" hasCustomPrompt="1"/>
          </p:nvPr>
        </p:nvSpPr>
        <p:spPr>
          <a:xfrm>
            <a:off x="1519200" y="20231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6" name="Google Shape;96;p13"/>
          <p:cNvSpPr txBox="1">
            <a:spLocks noGrp="1"/>
          </p:cNvSpPr>
          <p:nvPr>
            <p:ph type="subTitle" idx="5"/>
          </p:nvPr>
        </p:nvSpPr>
        <p:spPr>
          <a:xfrm>
            <a:off x="2328900" y="24248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97" name="Google Shape;97;p13"/>
          <p:cNvSpPr txBox="1">
            <a:spLocks noGrp="1"/>
          </p:cNvSpPr>
          <p:nvPr>
            <p:ph type="title" idx="6"/>
          </p:nvPr>
        </p:nvSpPr>
        <p:spPr>
          <a:xfrm>
            <a:off x="3124500" y="287575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8" name="Google Shape;98;p13"/>
          <p:cNvSpPr txBox="1">
            <a:spLocks noGrp="1"/>
          </p:cNvSpPr>
          <p:nvPr>
            <p:ph type="title" idx="7" hasCustomPrompt="1"/>
          </p:nvPr>
        </p:nvSpPr>
        <p:spPr>
          <a:xfrm>
            <a:off x="2314800" y="287575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99" name="Google Shape;99;p13"/>
          <p:cNvSpPr txBox="1">
            <a:spLocks noGrp="1"/>
          </p:cNvSpPr>
          <p:nvPr>
            <p:ph type="subTitle" idx="8"/>
          </p:nvPr>
        </p:nvSpPr>
        <p:spPr>
          <a:xfrm>
            <a:off x="3124500" y="327745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101" name="Google Shape;101;p13"/>
          <p:cNvSpPr txBox="1">
            <a:spLocks noGrp="1"/>
          </p:cNvSpPr>
          <p:nvPr>
            <p:ph type="title" idx="13"/>
          </p:nvPr>
        </p:nvSpPr>
        <p:spPr>
          <a:xfrm>
            <a:off x="3923700" y="3725400"/>
            <a:ext cx="4500000" cy="5541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2" name="Google Shape;102;p13"/>
          <p:cNvSpPr txBox="1">
            <a:spLocks noGrp="1"/>
          </p:cNvSpPr>
          <p:nvPr>
            <p:ph type="title" idx="14" hasCustomPrompt="1"/>
          </p:nvPr>
        </p:nvSpPr>
        <p:spPr>
          <a:xfrm>
            <a:off x="3114000" y="3725400"/>
            <a:ext cx="809700" cy="5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b="1">
                <a:solidFill>
                  <a:schemeClr val="accent5"/>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03" name="Google Shape;103;p13"/>
          <p:cNvSpPr txBox="1">
            <a:spLocks noGrp="1"/>
          </p:cNvSpPr>
          <p:nvPr>
            <p:ph type="subTitle" idx="15"/>
          </p:nvPr>
        </p:nvSpPr>
        <p:spPr>
          <a:xfrm>
            <a:off x="3923700" y="4127100"/>
            <a:ext cx="4500000" cy="40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Medium"/>
              <a:buNone/>
              <a:defRPr sz="1400">
                <a:solidFill>
                  <a:schemeClr val="dk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dk1"/>
              </a:buClr>
              <a:buSzPts val="1400"/>
              <a:buFont typeface="Montserrat Medium"/>
              <a:buNone/>
              <a:defRPr>
                <a:solidFill>
                  <a:schemeClr val="dk1"/>
                </a:solidFill>
                <a:latin typeface="Montserrat Medium"/>
                <a:ea typeface="Montserrat Medium"/>
                <a:cs typeface="Montserrat Medium"/>
                <a:sym typeface="Montserrat Medium"/>
              </a:defRPr>
            </a:lvl9pPr>
          </a:lstStyle>
          <a:p>
            <a:endParaRPr/>
          </a:p>
        </p:txBody>
      </p:sp>
      <p:sp>
        <p:nvSpPr>
          <p:cNvPr id="3" name="Espace réservé du contenu 2">
            <a:extLst>
              <a:ext uri="{FF2B5EF4-FFF2-40B4-BE49-F238E27FC236}">
                <a16:creationId xmlns:a16="http://schemas.microsoft.com/office/drawing/2014/main" id="{B2D5539D-2D5F-4161-AA20-EB357261BC52}"/>
              </a:ext>
            </a:extLst>
          </p:cNvPr>
          <p:cNvSpPr>
            <a:spLocks noGrp="1"/>
          </p:cNvSpPr>
          <p:nvPr>
            <p:ph sz="quarter" idx="16" hasCustomPrompt="1"/>
          </p:nvPr>
        </p:nvSpPr>
        <p:spPr>
          <a:xfrm>
            <a:off x="-680661" y="-279077"/>
            <a:ext cx="4399722" cy="1053889"/>
          </a:xfrm>
        </p:spPr>
        <p:txBody>
          <a:bodyPr/>
          <a:lstStyle>
            <a:lvl2pPr>
              <a:lnSpc>
                <a:spcPct val="100000"/>
              </a:lnSpc>
              <a:buNone/>
              <a:defRPr>
                <a:solidFill>
                  <a:srgbClr val="FF0000"/>
                </a:solidFill>
              </a:defRPr>
            </a:lvl2pPr>
          </a:lstStyle>
          <a:p>
            <a:pPr lvl="1"/>
            <a:r>
              <a:rPr lang="fr-FR" dirty="0"/>
              <a:t>Chapitre: </a:t>
            </a:r>
          </a:p>
          <a:p>
            <a:pPr lvl="1"/>
            <a:r>
              <a:rPr lang="fr-FR" dirty="0"/>
              <a:t>Page :  </a:t>
            </a:r>
          </a:p>
          <a:p>
            <a:pPr lvl="1"/>
            <a:endParaRPr lang="fr-FR" dirty="0"/>
          </a:p>
          <a:p>
            <a:pPr lvl="1"/>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p4"/>
          <p:cNvSpPr/>
          <p:nvPr/>
        </p:nvSpPr>
        <p:spPr>
          <a:xfrm rot="10800000">
            <a:off x="5445825" y="4088013"/>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0" y="615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txBox="1">
            <a:spLocks noGrp="1"/>
          </p:cNvSpPr>
          <p:nvPr>
            <p:ph type="title"/>
          </p:nvPr>
        </p:nvSpPr>
        <p:spPr>
          <a:xfrm>
            <a:off x="720000" y="540000"/>
            <a:ext cx="7704000" cy="67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 name="Google Shape;31;p4"/>
          <p:cNvSpPr txBox="1">
            <a:spLocks noGrp="1"/>
          </p:cNvSpPr>
          <p:nvPr>
            <p:ph type="body" idx="1"/>
          </p:nvPr>
        </p:nvSpPr>
        <p:spPr>
          <a:xfrm>
            <a:off x="2092350" y="1404788"/>
            <a:ext cx="4959300" cy="2852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4055651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DDF36B-7146-4777-AD79-DC4A9CC6175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4921F2B-F8C6-4DAD-BA86-D156E7E7CA5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74A3CC1-E755-4173-9B1D-B062A54A3C0B}"/>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48BA2363-95B0-4CE7-9A66-DDDCC4132FF3}"/>
              </a:ext>
            </a:extLst>
          </p:cNvPr>
          <p:cNvSpPr>
            <a:spLocks noGrp="1"/>
          </p:cNvSpPr>
          <p:nvPr>
            <p:ph type="ftr" sz="quarter" idx="11"/>
          </p:nvPr>
        </p:nvSpPr>
        <p:spPr/>
        <p:txBody>
          <a:bodyPr/>
          <a:lstStyle/>
          <a:p>
            <a:r>
              <a:rPr lang="fr-FR"/>
              <a:t>chapitre 1</a:t>
            </a:r>
          </a:p>
        </p:txBody>
      </p:sp>
      <p:sp>
        <p:nvSpPr>
          <p:cNvPr id="6" name="Espace réservé du numéro de diapositive 5">
            <a:extLst>
              <a:ext uri="{FF2B5EF4-FFF2-40B4-BE49-F238E27FC236}">
                <a16:creationId xmlns:a16="http://schemas.microsoft.com/office/drawing/2014/main" id="{C918D7BE-E7DD-4A30-B1CC-A8C0D752459F}"/>
              </a:ext>
            </a:extLst>
          </p:cNvPr>
          <p:cNvSpPr>
            <a:spLocks noGrp="1"/>
          </p:cNvSpPr>
          <p:nvPr>
            <p:ph type="sldNum" sz="quarter" idx="12"/>
          </p:nvPr>
        </p:nvSpPr>
        <p:spPr/>
        <p:txBody>
          <a:bodyPr/>
          <a:lstStyle/>
          <a:p>
            <a:fld id="{FACFE0E6-46FB-4A7A-8CED-6044E8056825}" type="slidenum">
              <a:rPr lang="fr-FR" smtClean="0"/>
              <a:t>‹#›</a:t>
            </a:fld>
            <a:endParaRPr lang="fr-FR"/>
          </a:p>
        </p:txBody>
      </p:sp>
    </p:spTree>
    <p:extLst>
      <p:ext uri="{BB962C8B-B14F-4D97-AF65-F5344CB8AC3E}">
        <p14:creationId xmlns:p14="http://schemas.microsoft.com/office/powerpoint/2010/main" val="2278405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Agenda Layout">
    <p:spTree>
      <p:nvGrpSpPr>
        <p:cNvPr id="1" name=""/>
        <p:cNvGrpSpPr/>
        <p:nvPr/>
      </p:nvGrpSpPr>
      <p:grpSpPr>
        <a:xfrm>
          <a:off x="0" y="0"/>
          <a:ext cx="0" cy="0"/>
          <a:chOff x="0" y="0"/>
          <a:chExt cx="0" cy="0"/>
        </a:xfrm>
      </p:grpSpPr>
      <p:sp>
        <p:nvSpPr>
          <p:cNvPr id="6" name="Rectangle 5"/>
          <p:cNvSpPr/>
          <p:nvPr userDrawn="1"/>
        </p:nvSpPr>
        <p:spPr>
          <a:xfrm>
            <a:off x="-2604" y="0"/>
            <a:ext cx="158417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pic>
        <p:nvPicPr>
          <p:cNvPr id="3074" name="Picture 2" descr="E:\002-KIMS BUSINESS\007-02-Fullslidesppt-Contents\20161228\02-edu\bulb-item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9484" y="938231"/>
            <a:ext cx="1584176" cy="35159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E:\002-KIMS BUSINESS\007-02-Fullslidesppt-Contents\20161228\02-edu\bulb-item.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r="50000"/>
          <a:stretch/>
        </p:blipFill>
        <p:spPr bwMode="auto">
          <a:xfrm>
            <a:off x="789484" y="938231"/>
            <a:ext cx="792088" cy="3515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189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457200">
              <a:buClrTx/>
            </a:pPr>
            <a:endParaRPr lang="en-US" kern="1200" dirty="0">
              <a:solidFill>
                <a:prstClr val="black">
                  <a:tint val="75000"/>
                </a:prstClr>
              </a:solidFill>
              <a:latin typeface="Calibri"/>
              <a:ea typeface="+mn-ea"/>
              <a:cs typeface="+mn-cs"/>
            </a:endParaRPr>
          </a:p>
        </p:txBody>
      </p:sp>
      <p:sp>
        <p:nvSpPr>
          <p:cNvPr id="3" name="Footer Placeholder 2"/>
          <p:cNvSpPr>
            <a:spLocks noGrp="1"/>
          </p:cNvSpPr>
          <p:nvPr>
            <p:ph type="ftr" sz="quarter" idx="11"/>
          </p:nvPr>
        </p:nvSpPr>
        <p:spPr/>
        <p:txBody>
          <a:bodyPr/>
          <a:lstStyle/>
          <a:p>
            <a:pPr defTabSz="457200">
              <a:buClrTx/>
            </a:pPr>
            <a:r>
              <a:rPr lang="en-US" kern="1200">
                <a:solidFill>
                  <a:prstClr val="black">
                    <a:tint val="75000"/>
                  </a:prstClr>
                </a:solidFill>
                <a:latin typeface="Calibri"/>
                <a:ea typeface="+mn-ea"/>
                <a:cs typeface="+mn-cs"/>
              </a:rPr>
              <a:t>chapitre 1</a:t>
            </a:r>
            <a:endParaRPr lang="en-US" kern="1200" dirty="0">
              <a:solidFill>
                <a:prstClr val="black">
                  <a:tint val="75000"/>
                </a:prstClr>
              </a:solidFill>
              <a:latin typeface="Calibri"/>
              <a:ea typeface="+mn-ea"/>
              <a:cs typeface="+mn-cs"/>
            </a:endParaRPr>
          </a:p>
        </p:txBody>
      </p:sp>
      <p:sp>
        <p:nvSpPr>
          <p:cNvPr id="4" name="Slide Number Placeholder 3"/>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dirty="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407960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E4391A-A679-4EBB-B3AD-C86868500CB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2E95973-D62D-41B0-AD75-4D3CEC42EF52}"/>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442122AF-31BA-416E-A34D-4F70D08BA3DD}"/>
              </a:ext>
            </a:extLst>
          </p:cNvPr>
          <p:cNvSpPr>
            <a:spLocks noGrp="1"/>
          </p:cNvSpPr>
          <p:nvPr>
            <p:ph type="ftr" sz="quarter" idx="11"/>
          </p:nvPr>
        </p:nvSpPr>
        <p:spPr/>
        <p:txBody>
          <a:bodyPr/>
          <a:lstStyle/>
          <a:p>
            <a:r>
              <a:rPr lang="fr-FR"/>
              <a:t>chapitre 1</a:t>
            </a:r>
          </a:p>
        </p:txBody>
      </p:sp>
      <p:sp>
        <p:nvSpPr>
          <p:cNvPr id="5" name="Espace réservé du numéro de diapositive 4">
            <a:extLst>
              <a:ext uri="{FF2B5EF4-FFF2-40B4-BE49-F238E27FC236}">
                <a16:creationId xmlns:a16="http://schemas.microsoft.com/office/drawing/2014/main" id="{A3DDC106-AD3B-4371-9765-F66351C5AED4}"/>
              </a:ext>
            </a:extLst>
          </p:cNvPr>
          <p:cNvSpPr>
            <a:spLocks noGrp="1"/>
          </p:cNvSpPr>
          <p:nvPr>
            <p:ph type="sldNum" sz="quarter" idx="12"/>
          </p:nvPr>
        </p:nvSpPr>
        <p:spPr/>
        <p:txBody>
          <a:bodyPr/>
          <a:lstStyle/>
          <a:p>
            <a:fld id="{784DEE91-5967-4481-85C1-26B479085FBD}" type="slidenum">
              <a:rPr lang="fr-FR" smtClean="0"/>
              <a:t>‹#›</a:t>
            </a:fld>
            <a:endParaRPr lang="fr-FR"/>
          </a:p>
        </p:txBody>
      </p:sp>
    </p:spTree>
    <p:extLst>
      <p:ext uri="{BB962C8B-B14F-4D97-AF65-F5344CB8AC3E}">
        <p14:creationId xmlns:p14="http://schemas.microsoft.com/office/powerpoint/2010/main" val="427615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0" y="150132"/>
            <a:ext cx="9144000" cy="581834"/>
          </a:xfrm>
          <a:prstGeom prst="rect">
            <a:avLst/>
          </a:prstGeom>
        </p:spPr>
        <p:txBody>
          <a:bodyPr vert="horz" lIns="91440" tIns="45720" rIns="91440" bIns="45720" rtlCol="0" anchor="ctr">
            <a:normAutofit/>
          </a:bodyPr>
          <a:lstStyle>
            <a:lvl1pPr algn="ctr">
              <a:defRPr sz="3600" b="1">
                <a:solidFill>
                  <a:schemeClr val="tx1">
                    <a:lumMod val="65000"/>
                    <a:lumOff val="35000"/>
                  </a:schemeClr>
                </a:solidFill>
              </a:defRPr>
            </a:lvl1pPr>
          </a:lstStyle>
          <a:p>
            <a:r>
              <a:rPr lang="en-US" dirty="0"/>
              <a:t>Click to edit Master title style</a:t>
            </a:r>
          </a:p>
        </p:txBody>
      </p:sp>
      <p:sp>
        <p:nvSpPr>
          <p:cNvPr id="8" name="Rectangle 6">
            <a:extLst>
              <a:ext uri="{FF2B5EF4-FFF2-40B4-BE49-F238E27FC236}">
                <a16:creationId xmlns:a16="http://schemas.microsoft.com/office/drawing/2014/main" id="{55674156-3125-48CE-B7AD-16F5FF6CA05A}"/>
              </a:ext>
            </a:extLst>
          </p:cNvPr>
          <p:cNvSpPr/>
          <p:nvPr userDrawn="1"/>
        </p:nvSpPr>
        <p:spPr>
          <a:xfrm>
            <a:off x="0" y="4948014"/>
            <a:ext cx="9144000" cy="19548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ko-KR" altLang="en-US" sz="135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0" name="텍스트 개체 틀 2">
            <a:extLst>
              <a:ext uri="{FF2B5EF4-FFF2-40B4-BE49-F238E27FC236}">
                <a16:creationId xmlns:a16="http://schemas.microsoft.com/office/drawing/2014/main" id="{BEA53C6E-B822-48C1-AE43-123E9E431F64}"/>
              </a:ext>
            </a:extLst>
          </p:cNvPr>
          <p:cNvSpPr>
            <a:spLocks noGrp="1"/>
          </p:cNvSpPr>
          <p:nvPr>
            <p:ph type="body" sz="quarter" idx="41" hasCustomPrompt="1"/>
          </p:nvPr>
        </p:nvSpPr>
        <p:spPr>
          <a:xfrm>
            <a:off x="0" y="754036"/>
            <a:ext cx="9144000" cy="314535"/>
          </a:xfrm>
          <a:prstGeom prst="rect">
            <a:avLst/>
          </a:prstGeom>
        </p:spPr>
        <p:txBody>
          <a:bodyPr anchor="ctr"/>
          <a:lstStyle>
            <a:lvl1pPr marL="0" marR="0" indent="0" algn="ctr" defTabSz="685800" rtl="0" eaLnBrk="1" fontAlgn="auto" latinLnBrk="1" hangingPunct="1">
              <a:lnSpc>
                <a:spcPct val="90000"/>
              </a:lnSpc>
              <a:spcBef>
                <a:spcPts val="750"/>
              </a:spcBef>
              <a:spcAft>
                <a:spcPts val="0"/>
              </a:spcAft>
              <a:buClrTx/>
              <a:buSzTx/>
              <a:buFontTx/>
              <a:buNone/>
              <a:tabLst/>
              <a:defRPr sz="1800" b="0">
                <a:solidFill>
                  <a:schemeClr val="tx1">
                    <a:lumMod val="65000"/>
                    <a:lumOff val="35000"/>
                  </a:schemeClr>
                </a:solidFill>
              </a:defRPr>
            </a:lvl1pPr>
          </a:lstStyle>
          <a:p>
            <a:pPr marL="0" marR="0" lvl="0" indent="0" algn="ctr" defTabSz="685800" rtl="0" eaLnBrk="1" fontAlgn="auto" latinLnBrk="1" hangingPunct="1">
              <a:lnSpc>
                <a:spcPct val="90000"/>
              </a:lnSpc>
              <a:spcBef>
                <a:spcPts val="750"/>
              </a:spcBef>
              <a:spcAft>
                <a:spcPts val="0"/>
              </a:spcAft>
              <a:buClrTx/>
              <a:buSzTx/>
              <a:buFontTx/>
              <a:buNone/>
              <a:tabLst/>
              <a:defRPr/>
            </a:pPr>
            <a:r>
              <a:rPr lang="en-US" altLang="ko-KR" dirty="0"/>
              <a:t>Subtitle in this line</a:t>
            </a:r>
            <a:endParaRPr lang="ko-KR" altLang="en-US" dirty="0"/>
          </a:p>
        </p:txBody>
      </p:sp>
    </p:spTree>
    <p:extLst>
      <p:ext uri="{BB962C8B-B14F-4D97-AF65-F5344CB8AC3E}">
        <p14:creationId xmlns:p14="http://schemas.microsoft.com/office/powerpoint/2010/main" val="691838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mart Art">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C1B2F9A2-55CE-F8E9-FFDA-0EC3681AE605}"/>
              </a:ext>
            </a:extLst>
          </p:cNvPr>
          <p:cNvSpPr/>
          <p:nvPr userDrawn="1"/>
        </p:nvSpPr>
        <p:spPr>
          <a:xfrm flipV="1">
            <a:off x="6375677" y="0"/>
            <a:ext cx="2766176" cy="4872038"/>
          </a:xfrm>
          <a:prstGeom prst="round2Same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SmartArt Placeholder 6">
            <a:extLst>
              <a:ext uri="{FF2B5EF4-FFF2-40B4-BE49-F238E27FC236}">
                <a16:creationId xmlns:a16="http://schemas.microsoft.com/office/drawing/2014/main" id="{C9C1860A-C2D8-69F8-BEF8-A455C1E01E4C}"/>
              </a:ext>
            </a:extLst>
          </p:cNvPr>
          <p:cNvSpPr>
            <a:spLocks noGrp="1"/>
          </p:cNvSpPr>
          <p:nvPr>
            <p:ph type="dgm" sz="quarter" idx="15"/>
          </p:nvPr>
        </p:nvSpPr>
        <p:spPr>
          <a:xfrm>
            <a:off x="459583" y="1454944"/>
            <a:ext cx="8227217" cy="3180159"/>
          </a:xfrm>
        </p:spPr>
        <p:txBody>
          <a:bodyPr>
            <a:normAutofit/>
          </a:bodyPr>
          <a:lstStyle>
            <a:lvl1pPr>
              <a:defRPr sz="1200">
                <a:solidFill>
                  <a:schemeClr val="tx1"/>
                </a:solidFill>
              </a:defRPr>
            </a:lvl1pPr>
          </a:lstStyle>
          <a:p>
            <a:r>
              <a:rPr lang="en-US" dirty="0"/>
              <a:t>Click icon to add SmartArt graphic</a:t>
            </a:r>
          </a:p>
        </p:txBody>
      </p:sp>
      <p:sp>
        <p:nvSpPr>
          <p:cNvPr id="24" name="Title Placeholder 1">
            <a:extLst>
              <a:ext uri="{FF2B5EF4-FFF2-40B4-BE49-F238E27FC236}">
                <a16:creationId xmlns:a16="http://schemas.microsoft.com/office/drawing/2014/main" id="{E954ACE7-B481-DC00-B13C-FABF9202B868}"/>
              </a:ext>
            </a:extLst>
          </p:cNvPr>
          <p:cNvSpPr>
            <a:spLocks noGrp="1"/>
          </p:cNvSpPr>
          <p:nvPr>
            <p:ph type="title"/>
          </p:nvPr>
        </p:nvSpPr>
        <p:spPr>
          <a:xfrm>
            <a:off x="459583" y="394337"/>
            <a:ext cx="8227215" cy="994172"/>
          </a:xfrm>
          <a:prstGeom prst="rect">
            <a:avLst/>
          </a:prstGeom>
        </p:spPr>
        <p:txBody>
          <a:bodyPr vert="horz" lIns="91440" tIns="45720" rIns="91440" bIns="45720" rtlCol="0" anchor="ctr">
            <a:normAutofit/>
          </a:bodyPr>
          <a:lstStyle>
            <a:lvl1pPr>
              <a:defRPr>
                <a:solidFill>
                  <a:schemeClr val="tx1"/>
                </a:solidFill>
              </a:defRPr>
            </a:lvl1pPr>
          </a:lstStyle>
          <a:p>
            <a:r>
              <a:rPr lang="en-US" dirty="0"/>
              <a:t>Click to edit Master title style</a:t>
            </a:r>
          </a:p>
        </p:txBody>
      </p:sp>
      <p:sp>
        <p:nvSpPr>
          <p:cNvPr id="5" name="Date Placeholder 6">
            <a:extLst>
              <a:ext uri="{FF2B5EF4-FFF2-40B4-BE49-F238E27FC236}">
                <a16:creationId xmlns:a16="http://schemas.microsoft.com/office/drawing/2014/main" id="{AE9AA162-1C0A-4DD9-299A-F692A18BB560}"/>
              </a:ext>
            </a:extLst>
          </p:cNvPr>
          <p:cNvSpPr>
            <a:spLocks noGrp="1"/>
          </p:cNvSpPr>
          <p:nvPr>
            <p:ph type="dt" sz="half" idx="2"/>
          </p:nvPr>
        </p:nvSpPr>
        <p:spPr>
          <a:xfrm>
            <a:off x="459583" y="4760966"/>
            <a:ext cx="2057400" cy="273844"/>
          </a:xfrm>
          <a:prstGeom prst="rect">
            <a:avLst/>
          </a:prstGeom>
        </p:spPr>
        <p:txBody>
          <a:bodyPr vert="horz" lIns="91440" tIns="45720" rIns="91440" bIns="45720" rtlCol="0" anchor="ctr"/>
          <a:lstStyle>
            <a:lvl1pPr algn="l">
              <a:defRPr sz="788">
                <a:solidFill>
                  <a:schemeClr val="tx2"/>
                </a:solidFill>
              </a:defRPr>
            </a:lvl1pPr>
          </a:lstStyle>
          <a:p>
            <a:fld id="{CA2C1983-85E7-45E2-ABAC-BABAC97AF800}" type="datetimeFigureOut">
              <a:rPr lang="en-US" smtClean="0"/>
              <a:pPr/>
              <a:t>6/16/2025</a:t>
            </a:fld>
            <a:endParaRPr lang="en-US" dirty="0"/>
          </a:p>
        </p:txBody>
      </p:sp>
      <p:sp>
        <p:nvSpPr>
          <p:cNvPr id="13" name="Footer Placeholder 7">
            <a:extLst>
              <a:ext uri="{FF2B5EF4-FFF2-40B4-BE49-F238E27FC236}">
                <a16:creationId xmlns:a16="http://schemas.microsoft.com/office/drawing/2014/main" id="{FA81490F-82CF-7532-8BA1-FF73D759C00E}"/>
              </a:ext>
            </a:extLst>
          </p:cNvPr>
          <p:cNvSpPr>
            <a:spLocks noGrp="1"/>
          </p:cNvSpPr>
          <p:nvPr>
            <p:ph type="ftr" sz="quarter" idx="3"/>
          </p:nvPr>
        </p:nvSpPr>
        <p:spPr>
          <a:xfrm>
            <a:off x="3028950" y="4760966"/>
            <a:ext cx="3086100" cy="273844"/>
          </a:xfrm>
          <a:prstGeom prst="rect">
            <a:avLst/>
          </a:prstGeom>
        </p:spPr>
        <p:txBody>
          <a:bodyPr vert="horz" lIns="91440" tIns="45720" rIns="91440" bIns="45720" rtlCol="0" anchor="ctr"/>
          <a:lstStyle>
            <a:lvl1pPr algn="ctr">
              <a:defRPr sz="788">
                <a:solidFill>
                  <a:schemeClr val="tx2"/>
                </a:solidFill>
              </a:defRPr>
            </a:lvl1pPr>
          </a:lstStyle>
          <a:p>
            <a:endParaRPr lang="en-US"/>
          </a:p>
        </p:txBody>
      </p:sp>
      <p:sp>
        <p:nvSpPr>
          <p:cNvPr id="14" name="Slide Number Placeholder 8">
            <a:extLst>
              <a:ext uri="{FF2B5EF4-FFF2-40B4-BE49-F238E27FC236}">
                <a16:creationId xmlns:a16="http://schemas.microsoft.com/office/drawing/2014/main" id="{B212B760-6E16-6EE0-84C4-59A04E77B12F}"/>
              </a:ext>
            </a:extLst>
          </p:cNvPr>
          <p:cNvSpPr>
            <a:spLocks noGrp="1"/>
          </p:cNvSpPr>
          <p:nvPr>
            <p:ph type="sldNum" sz="quarter" idx="4"/>
          </p:nvPr>
        </p:nvSpPr>
        <p:spPr>
          <a:xfrm>
            <a:off x="6629400" y="4760966"/>
            <a:ext cx="2057400" cy="273844"/>
          </a:xfrm>
          <a:prstGeom prst="rect">
            <a:avLst/>
          </a:prstGeom>
        </p:spPr>
        <p:txBody>
          <a:bodyPr vert="horz" lIns="91440" tIns="45720" rIns="91440" bIns="45720" rtlCol="0" anchor="ctr"/>
          <a:lstStyle>
            <a:lvl1pPr algn="r">
              <a:defRPr sz="788">
                <a:solidFill>
                  <a:schemeClr val="tx2"/>
                </a:solidFill>
              </a:defRPr>
            </a:lvl1pPr>
          </a:lstStyle>
          <a:p>
            <a:fld id="{9C8E1515-2B25-410D-A22C-5C4292CCB71B}" type="slidenum">
              <a:rPr lang="en-US" smtClean="0"/>
              <a:pPr/>
              <a:t>‹#›</a:t>
            </a:fld>
            <a:endParaRPr lang="en-US"/>
          </a:p>
        </p:txBody>
      </p:sp>
      <p:sp>
        <p:nvSpPr>
          <p:cNvPr id="6" name="Rectangle: Rounded Corners 5">
            <a:extLst>
              <a:ext uri="{FF2B5EF4-FFF2-40B4-BE49-F238E27FC236}">
                <a16:creationId xmlns:a16="http://schemas.microsoft.com/office/drawing/2014/main" id="{0787C93B-6AB0-56F3-BBDB-1173C0E0AEFF}"/>
              </a:ext>
            </a:extLst>
          </p:cNvPr>
          <p:cNvSpPr/>
          <p:nvPr userDrawn="1"/>
        </p:nvSpPr>
        <p:spPr>
          <a:xfrm>
            <a:off x="-166977" y="678824"/>
            <a:ext cx="624179" cy="425196"/>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431375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8"/>
        <p:cNvGrpSpPr/>
        <p:nvPr/>
      </p:nvGrpSpPr>
      <p:grpSpPr>
        <a:xfrm>
          <a:off x="0" y="0"/>
          <a:ext cx="0" cy="0"/>
          <a:chOff x="0" y="0"/>
          <a:chExt cx="0" cy="0"/>
        </a:xfrm>
      </p:grpSpPr>
      <p:sp>
        <p:nvSpPr>
          <p:cNvPr id="19" name="Google Shape;19;p3"/>
          <p:cNvSpPr/>
          <p:nvPr/>
        </p:nvSpPr>
        <p:spPr>
          <a:xfrm flipH="1">
            <a:off x="0" y="2091980"/>
            <a:ext cx="2433003" cy="3047115"/>
          </a:xfrm>
          <a:custGeom>
            <a:avLst/>
            <a:gdLst/>
            <a:ahLst/>
            <a:cxnLst/>
            <a:rect l="l" t="t" r="r" b="b"/>
            <a:pathLst>
              <a:path w="37986" h="47574" extrusionOk="0">
                <a:moveTo>
                  <a:pt x="37985" y="1"/>
                </a:moveTo>
                <a:cubicBezTo>
                  <a:pt x="37985" y="1"/>
                  <a:pt x="25293" y="1820"/>
                  <a:pt x="24740" y="10614"/>
                </a:cubicBezTo>
                <a:cubicBezTo>
                  <a:pt x="24185" y="19410"/>
                  <a:pt x="26773" y="21995"/>
                  <a:pt x="21599" y="26430"/>
                </a:cubicBezTo>
                <a:cubicBezTo>
                  <a:pt x="16426" y="30865"/>
                  <a:pt x="0" y="33330"/>
                  <a:pt x="4250" y="47574"/>
                </a:cubicBezTo>
                <a:lnTo>
                  <a:pt x="37986" y="47574"/>
                </a:lnTo>
                <a:lnTo>
                  <a:pt x="379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txBox="1">
            <a:spLocks noGrp="1"/>
          </p:cNvSpPr>
          <p:nvPr>
            <p:ph type="title"/>
          </p:nvPr>
        </p:nvSpPr>
        <p:spPr>
          <a:xfrm>
            <a:off x="3203994" y="2040256"/>
            <a:ext cx="5220000" cy="160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4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5183994" y="1071331"/>
            <a:ext cx="1260000" cy="892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4600" b="1">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 name="Google Shape;22;p3"/>
          <p:cNvSpPr txBox="1">
            <a:spLocks noGrp="1"/>
          </p:cNvSpPr>
          <p:nvPr>
            <p:ph type="subTitle" idx="1"/>
          </p:nvPr>
        </p:nvSpPr>
        <p:spPr>
          <a:xfrm>
            <a:off x="3203994" y="3641069"/>
            <a:ext cx="5220000" cy="431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Montserrat Medium"/>
              <a:buNone/>
              <a:defRPr sz="1600">
                <a:solidFill>
                  <a:schemeClr val="dk1"/>
                </a:solidFill>
                <a:latin typeface="Montserrat Medium"/>
                <a:ea typeface="Montserrat Medium"/>
                <a:cs typeface="Montserrat Medium"/>
                <a:sym typeface="Montserrat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
        <p:nvSpPr>
          <p:cNvPr id="23" name="Google Shape;23;p3"/>
          <p:cNvSpPr/>
          <p:nvPr/>
        </p:nvSpPr>
        <p:spPr>
          <a:xfrm flipH="1">
            <a:off x="5612800" y="4638975"/>
            <a:ext cx="3275400" cy="504525"/>
          </a:xfrm>
          <a:custGeom>
            <a:avLst/>
            <a:gdLst/>
            <a:ahLst/>
            <a:cxnLst/>
            <a:rect l="l" t="t" r="r" b="b"/>
            <a:pathLst>
              <a:path w="131016" h="20181" extrusionOk="0">
                <a:moveTo>
                  <a:pt x="25838" y="1"/>
                </a:moveTo>
                <a:cubicBezTo>
                  <a:pt x="6842" y="1"/>
                  <a:pt x="0" y="20178"/>
                  <a:pt x="0" y="20178"/>
                </a:cubicBezTo>
                <a:lnTo>
                  <a:pt x="0" y="20181"/>
                </a:lnTo>
                <a:lnTo>
                  <a:pt x="131016" y="20181"/>
                </a:lnTo>
                <a:cubicBezTo>
                  <a:pt x="131016" y="20181"/>
                  <a:pt x="122212" y="8215"/>
                  <a:pt x="108815" y="8215"/>
                </a:cubicBezTo>
                <a:cubicBezTo>
                  <a:pt x="105950" y="8215"/>
                  <a:pt x="102875" y="8763"/>
                  <a:pt x="99631" y="10091"/>
                </a:cubicBezTo>
                <a:cubicBezTo>
                  <a:pt x="93778" y="12488"/>
                  <a:pt x="87492" y="14982"/>
                  <a:pt x="78789" y="14982"/>
                </a:cubicBezTo>
                <a:cubicBezTo>
                  <a:pt x="69901" y="14982"/>
                  <a:pt x="58491" y="12380"/>
                  <a:pt x="42447" y="4415"/>
                </a:cubicBezTo>
                <a:cubicBezTo>
                  <a:pt x="36095" y="1262"/>
                  <a:pt x="30587" y="1"/>
                  <a:pt x="258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6281900" y="4702625"/>
            <a:ext cx="2862100" cy="440825"/>
          </a:xfrm>
          <a:custGeom>
            <a:avLst/>
            <a:gdLst/>
            <a:ahLst/>
            <a:cxnLst/>
            <a:rect l="l" t="t" r="r" b="b"/>
            <a:pathLst>
              <a:path w="114484" h="17633" extrusionOk="0">
                <a:moveTo>
                  <a:pt x="22578" y="1"/>
                </a:moveTo>
                <a:cubicBezTo>
                  <a:pt x="5980" y="1"/>
                  <a:pt x="1" y="17632"/>
                  <a:pt x="1" y="17632"/>
                </a:cubicBezTo>
                <a:lnTo>
                  <a:pt x="114484" y="17632"/>
                </a:lnTo>
                <a:cubicBezTo>
                  <a:pt x="114484" y="17632"/>
                  <a:pt x="106791" y="7178"/>
                  <a:pt x="95085" y="7178"/>
                </a:cubicBezTo>
                <a:cubicBezTo>
                  <a:pt x="92581" y="7178"/>
                  <a:pt x="89894" y="7656"/>
                  <a:pt x="87059" y="8817"/>
                </a:cubicBezTo>
                <a:cubicBezTo>
                  <a:pt x="81944" y="10911"/>
                  <a:pt x="76451" y="13091"/>
                  <a:pt x="68846" y="13091"/>
                </a:cubicBezTo>
                <a:cubicBezTo>
                  <a:pt x="61079" y="13091"/>
                  <a:pt x="51110" y="10817"/>
                  <a:pt x="37090" y="3858"/>
                </a:cubicBezTo>
                <a:cubicBezTo>
                  <a:pt x="31541" y="1103"/>
                  <a:pt x="26727" y="1"/>
                  <a:pt x="225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flipH="1">
            <a:off x="4736150" y="0"/>
            <a:ext cx="4407850" cy="1041925"/>
          </a:xfrm>
          <a:custGeom>
            <a:avLst/>
            <a:gdLst/>
            <a:ahLst/>
            <a:cxnLst/>
            <a:rect l="l" t="t" r="r" b="b"/>
            <a:pathLst>
              <a:path w="176314" h="41677" extrusionOk="0">
                <a:moveTo>
                  <a:pt x="1" y="0"/>
                </a:moveTo>
                <a:lnTo>
                  <a:pt x="1" y="26973"/>
                </a:lnTo>
                <a:cubicBezTo>
                  <a:pt x="1" y="26973"/>
                  <a:pt x="7504" y="41676"/>
                  <a:pt x="29031" y="41676"/>
                </a:cubicBezTo>
                <a:cubicBezTo>
                  <a:pt x="34143" y="41676"/>
                  <a:pt x="40047" y="40847"/>
                  <a:pt x="46829" y="38794"/>
                </a:cubicBezTo>
                <a:cubicBezTo>
                  <a:pt x="77849" y="29407"/>
                  <a:pt x="87280" y="14815"/>
                  <a:pt x="111927" y="14815"/>
                </a:cubicBezTo>
                <a:cubicBezTo>
                  <a:pt x="115359" y="14815"/>
                  <a:pt x="119085" y="15098"/>
                  <a:pt x="123205" y="15717"/>
                </a:cubicBezTo>
                <a:cubicBezTo>
                  <a:pt x="126869" y="16267"/>
                  <a:pt x="130363" y="16513"/>
                  <a:pt x="133681" y="16513"/>
                </a:cubicBezTo>
                <a:cubicBezTo>
                  <a:pt x="160908" y="16513"/>
                  <a:pt x="176314" y="0"/>
                  <a:pt x="1763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5445825" y="0"/>
            <a:ext cx="3698175" cy="1055475"/>
          </a:xfrm>
          <a:custGeom>
            <a:avLst/>
            <a:gdLst/>
            <a:ahLst/>
            <a:cxnLst/>
            <a:rect l="l" t="t" r="r" b="b"/>
            <a:pathLst>
              <a:path w="147927" h="42219" extrusionOk="0">
                <a:moveTo>
                  <a:pt x="1" y="0"/>
                </a:moveTo>
                <a:lnTo>
                  <a:pt x="1" y="27326"/>
                </a:lnTo>
                <a:cubicBezTo>
                  <a:pt x="1" y="27326"/>
                  <a:pt x="6296" y="42219"/>
                  <a:pt x="24357" y="42219"/>
                </a:cubicBezTo>
                <a:cubicBezTo>
                  <a:pt x="28646" y="42219"/>
                  <a:pt x="33599" y="41379"/>
                  <a:pt x="39290" y="39299"/>
                </a:cubicBezTo>
                <a:cubicBezTo>
                  <a:pt x="65317" y="29790"/>
                  <a:pt x="73228" y="15009"/>
                  <a:pt x="93908" y="15009"/>
                </a:cubicBezTo>
                <a:cubicBezTo>
                  <a:pt x="96787" y="15009"/>
                  <a:pt x="99913" y="15295"/>
                  <a:pt x="103370" y="15922"/>
                </a:cubicBezTo>
                <a:cubicBezTo>
                  <a:pt x="106443" y="16479"/>
                  <a:pt x="109374" y="16728"/>
                  <a:pt x="112158" y="16728"/>
                </a:cubicBezTo>
                <a:cubicBezTo>
                  <a:pt x="135001" y="16728"/>
                  <a:pt x="147927" y="0"/>
                  <a:pt x="1479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109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DFC7F3-99CC-4ACF-9FE9-7827A1D79AC6}"/>
              </a:ext>
            </a:extLst>
          </p:cNvPr>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C4A09ED6-8B9E-4475-A519-BAE4CAD0A61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9D2EC00-9BF8-495C-B14A-F4B248AFFBD8}"/>
              </a:ext>
            </a:extLst>
          </p:cNvPr>
          <p:cNvSpPr>
            <a:spLocks noGrp="1"/>
          </p:cNvSpPr>
          <p:nvPr>
            <p:ph type="dt" sz="half" idx="10"/>
          </p:nvPr>
        </p:nvSpPr>
        <p:spPr/>
        <p:txBody>
          <a:bodyPr/>
          <a:lstStyle/>
          <a:p>
            <a:pPr defTabSz="685800">
              <a:buClrTx/>
            </a:pPr>
            <a:endParaRPr lang="fr-FR" kern="1200">
              <a:solidFill>
                <a:prstClr val="black">
                  <a:tint val="75000"/>
                </a:prstClr>
              </a:solidFill>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39950362-E9D6-4863-8DD7-E196F4DC25C1}"/>
              </a:ext>
            </a:extLst>
          </p:cNvPr>
          <p:cNvSpPr>
            <a:spLocks noGrp="1"/>
          </p:cNvSpPr>
          <p:nvPr>
            <p:ph type="ftr" sz="quarter" idx="11"/>
          </p:nvPr>
        </p:nvSpPr>
        <p:spPr/>
        <p:txBody>
          <a:bodyPr/>
          <a:lstStyle/>
          <a:p>
            <a:pPr defTabSz="685800">
              <a:buClrTx/>
            </a:pPr>
            <a:r>
              <a:rPr lang="fr-FR" kern="1200">
                <a:solidFill>
                  <a:prstClr val="black">
                    <a:tint val="75000"/>
                  </a:prstClr>
                </a:solidFill>
                <a:latin typeface="Calibri" panose="020F0502020204030204"/>
                <a:ea typeface="+mn-ea"/>
                <a:cs typeface="+mn-cs"/>
              </a:rPr>
              <a:t>chapitre 1</a:t>
            </a:r>
          </a:p>
        </p:txBody>
      </p:sp>
      <p:sp>
        <p:nvSpPr>
          <p:cNvPr id="6" name="Espace réservé du numéro de diapositive 5">
            <a:extLst>
              <a:ext uri="{FF2B5EF4-FFF2-40B4-BE49-F238E27FC236}">
                <a16:creationId xmlns:a16="http://schemas.microsoft.com/office/drawing/2014/main" id="{53746DBA-47AF-4E4B-9004-7227B4B77066}"/>
              </a:ext>
            </a:extLst>
          </p:cNvPr>
          <p:cNvSpPr>
            <a:spLocks noGrp="1"/>
          </p:cNvSpPr>
          <p:nvPr>
            <p:ph type="sldNum" sz="quarter" idx="12"/>
          </p:nvPr>
        </p:nvSpPr>
        <p:spPr/>
        <p:txBody>
          <a:bodyPr/>
          <a:lstStyle/>
          <a:p>
            <a:pPr defTabSz="685800">
              <a:buClrTx/>
            </a:pPr>
            <a:fld id="{E6E74A8B-42AE-40A6-AD33-F5FE44392108}" type="slidenum">
              <a:rPr lang="fr-FR" kern="1200" smtClean="0">
                <a:solidFill>
                  <a:prstClr val="black">
                    <a:tint val="75000"/>
                  </a:prstClr>
                </a:solidFill>
                <a:latin typeface="Calibri" panose="020F0502020204030204"/>
                <a:ea typeface="+mn-ea"/>
                <a:cs typeface="+mn-cs"/>
              </a:rPr>
              <a:pPr defTabSz="685800">
                <a:buClrTx/>
              </a:pPr>
              <a:t>‹#›</a:t>
            </a:fld>
            <a:endParaRPr lang="fr-FR" kern="1200">
              <a:solidFill>
                <a:prstClr val="black">
                  <a:tint val="75000"/>
                </a:prstClr>
              </a:solidFill>
              <a:latin typeface="Calibri" panose="020F0502020204030204"/>
              <a:ea typeface="+mn-ea"/>
              <a:cs typeface="+mn-cs"/>
            </a:endParaRPr>
          </a:p>
        </p:txBody>
      </p:sp>
    </p:spTree>
    <p:extLst>
      <p:ext uri="{BB962C8B-B14F-4D97-AF65-F5344CB8AC3E}">
        <p14:creationId xmlns:p14="http://schemas.microsoft.com/office/powerpoint/2010/main" val="2054515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E4DC92-FAC9-4EC5-A935-68C85160147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D1F5CE9-F991-406A-B5B6-B436DAB2DE2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EC6204A-3781-4EA0-94AB-AB50831FBA2C}"/>
              </a:ext>
            </a:extLst>
          </p:cNvPr>
          <p:cNvSpPr>
            <a:spLocks noGrp="1"/>
          </p:cNvSpPr>
          <p:nvPr>
            <p:ph type="dt" sz="half" idx="10"/>
          </p:nvPr>
        </p:nvSpPr>
        <p:spPr/>
        <p:txBody>
          <a:bodyPr/>
          <a:lstStyle/>
          <a:p>
            <a:pPr defTabSz="685800">
              <a:buClrTx/>
            </a:pPr>
            <a:endParaRPr lang="fr-FR" kern="1200">
              <a:solidFill>
                <a:prstClr val="black">
                  <a:tint val="75000"/>
                </a:prstClr>
              </a:solidFill>
              <a:latin typeface="Calibri" panose="020F0502020204030204"/>
              <a:ea typeface="+mn-ea"/>
              <a:cs typeface="+mn-cs"/>
            </a:endParaRPr>
          </a:p>
        </p:txBody>
      </p:sp>
      <p:sp>
        <p:nvSpPr>
          <p:cNvPr id="5" name="Espace réservé du pied de page 4">
            <a:extLst>
              <a:ext uri="{FF2B5EF4-FFF2-40B4-BE49-F238E27FC236}">
                <a16:creationId xmlns:a16="http://schemas.microsoft.com/office/drawing/2014/main" id="{1FDA73B4-8380-4B36-956C-EEAD123DE8EB}"/>
              </a:ext>
            </a:extLst>
          </p:cNvPr>
          <p:cNvSpPr>
            <a:spLocks noGrp="1"/>
          </p:cNvSpPr>
          <p:nvPr>
            <p:ph type="ftr" sz="quarter" idx="11"/>
          </p:nvPr>
        </p:nvSpPr>
        <p:spPr/>
        <p:txBody>
          <a:bodyPr/>
          <a:lstStyle/>
          <a:p>
            <a:pPr defTabSz="685800">
              <a:buClrTx/>
            </a:pPr>
            <a:r>
              <a:rPr lang="fr-FR" kern="1200">
                <a:solidFill>
                  <a:prstClr val="black">
                    <a:tint val="75000"/>
                  </a:prstClr>
                </a:solidFill>
                <a:latin typeface="Calibri" panose="020F0502020204030204"/>
                <a:ea typeface="+mn-ea"/>
                <a:cs typeface="+mn-cs"/>
              </a:rPr>
              <a:t>chapitre 1</a:t>
            </a:r>
          </a:p>
        </p:txBody>
      </p:sp>
      <p:sp>
        <p:nvSpPr>
          <p:cNvPr id="6" name="Espace réservé du numéro de diapositive 5">
            <a:extLst>
              <a:ext uri="{FF2B5EF4-FFF2-40B4-BE49-F238E27FC236}">
                <a16:creationId xmlns:a16="http://schemas.microsoft.com/office/drawing/2014/main" id="{8384C87A-9640-4636-A3E6-B2A105BAEF10}"/>
              </a:ext>
            </a:extLst>
          </p:cNvPr>
          <p:cNvSpPr>
            <a:spLocks noGrp="1"/>
          </p:cNvSpPr>
          <p:nvPr>
            <p:ph type="sldNum" sz="quarter" idx="12"/>
          </p:nvPr>
        </p:nvSpPr>
        <p:spPr/>
        <p:txBody>
          <a:bodyPr/>
          <a:lstStyle/>
          <a:p>
            <a:pPr defTabSz="685800">
              <a:buClrTx/>
            </a:pPr>
            <a:fld id="{E6E74A8B-42AE-40A6-AD33-F5FE44392108}" type="slidenum">
              <a:rPr lang="fr-FR" kern="1200" smtClean="0">
                <a:solidFill>
                  <a:prstClr val="black">
                    <a:tint val="75000"/>
                  </a:prstClr>
                </a:solidFill>
                <a:latin typeface="Calibri" panose="020F0502020204030204"/>
                <a:ea typeface="+mn-ea"/>
                <a:cs typeface="+mn-cs"/>
              </a:rPr>
              <a:pPr defTabSz="685800">
                <a:buClrTx/>
              </a:pPr>
              <a:t>‹#›</a:t>
            </a:fld>
            <a:endParaRPr lang="fr-FR" kern="1200">
              <a:solidFill>
                <a:prstClr val="black">
                  <a:tint val="75000"/>
                </a:prstClr>
              </a:solidFill>
              <a:latin typeface="Calibri" panose="020F0502020204030204"/>
              <a:ea typeface="+mn-ea"/>
              <a:cs typeface="+mn-cs"/>
            </a:endParaRPr>
          </a:p>
        </p:txBody>
      </p:sp>
    </p:spTree>
    <p:extLst>
      <p:ext uri="{BB962C8B-B14F-4D97-AF65-F5344CB8AC3E}">
        <p14:creationId xmlns:p14="http://schemas.microsoft.com/office/powerpoint/2010/main" val="234288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5">
  <p:cSld name="1_Background 5">
    <p:spTree>
      <p:nvGrpSpPr>
        <p:cNvPr id="1" name="Shape 1242"/>
        <p:cNvGrpSpPr/>
        <p:nvPr/>
      </p:nvGrpSpPr>
      <p:grpSpPr>
        <a:xfrm>
          <a:off x="0" y="0"/>
          <a:ext cx="0" cy="0"/>
          <a:chOff x="0" y="0"/>
          <a:chExt cx="0" cy="0"/>
        </a:xfrm>
      </p:grpSpPr>
      <p:grpSp>
        <p:nvGrpSpPr>
          <p:cNvPr id="1245" name="Google Shape;1245;p29"/>
          <p:cNvGrpSpPr/>
          <p:nvPr/>
        </p:nvGrpSpPr>
        <p:grpSpPr>
          <a:xfrm>
            <a:off x="372025" y="321975"/>
            <a:ext cx="8400000" cy="4499700"/>
            <a:chOff x="372025" y="321975"/>
            <a:chExt cx="8400000" cy="4499700"/>
          </a:xfrm>
        </p:grpSpPr>
        <p:sp>
          <p:nvSpPr>
            <p:cNvPr id="1246" name="Google Shape;1246;p29"/>
            <p:cNvSpPr/>
            <p:nvPr/>
          </p:nvSpPr>
          <p:spPr>
            <a:xfrm>
              <a:off x="372025" y="321975"/>
              <a:ext cx="8400000" cy="4499700"/>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7" name="Google Shape;1247;p29"/>
            <p:cNvSpPr/>
            <p:nvPr/>
          </p:nvSpPr>
          <p:spPr>
            <a:xfrm>
              <a:off x="372025" y="321975"/>
              <a:ext cx="8400000" cy="218100"/>
            </a:xfrm>
            <a:prstGeom prst="rect">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8" name="Google Shape;1248;p29"/>
            <p:cNvSpPr/>
            <p:nvPr/>
          </p:nvSpPr>
          <p:spPr>
            <a:xfrm>
              <a:off x="486450" y="380900"/>
              <a:ext cx="100200" cy="1002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9" name="Google Shape;1249;p29"/>
            <p:cNvSpPr/>
            <p:nvPr/>
          </p:nvSpPr>
          <p:spPr>
            <a:xfrm>
              <a:off x="669900" y="380900"/>
              <a:ext cx="100200" cy="1002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0" name="Google Shape;1250;p29"/>
            <p:cNvSpPr/>
            <p:nvPr/>
          </p:nvSpPr>
          <p:spPr>
            <a:xfrm>
              <a:off x="853350" y="380900"/>
              <a:ext cx="100200" cy="1002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1" name="Google Shape;1251;p29"/>
            <p:cNvSpPr/>
            <p:nvPr/>
          </p:nvSpPr>
          <p:spPr>
            <a:xfrm>
              <a:off x="8537750" y="380900"/>
              <a:ext cx="100200" cy="100200"/>
            </a:xfrm>
            <a:prstGeom prst="ellipse">
              <a:avLst/>
            </a:prstGeom>
            <a:no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252" name="Google Shape;1252;p29"/>
            <p:cNvCxnSpPr/>
            <p:nvPr/>
          </p:nvCxnSpPr>
          <p:spPr>
            <a:xfrm>
              <a:off x="7498375" y="431000"/>
              <a:ext cx="1039500" cy="0"/>
            </a:xfrm>
            <a:prstGeom prst="straightConnector1">
              <a:avLst/>
            </a:prstGeom>
            <a:noFill/>
            <a:ln w="9525" cap="flat" cmpd="sng">
              <a:solidFill>
                <a:schemeClr val="accent6"/>
              </a:solidFill>
              <a:prstDash val="solid"/>
              <a:round/>
              <a:headEnd type="none" w="med" len="med"/>
              <a:tailEnd type="none" w="med" len="med"/>
            </a:ln>
          </p:spPr>
        </p:cxnSp>
      </p:grpSp>
      <p:grpSp>
        <p:nvGrpSpPr>
          <p:cNvPr id="12" name="Google Shape;321;p6">
            <a:extLst>
              <a:ext uri="{FF2B5EF4-FFF2-40B4-BE49-F238E27FC236}">
                <a16:creationId xmlns:a16="http://schemas.microsoft.com/office/drawing/2014/main" id="{A15C39EB-C65D-4E50-A931-F720ED48A92C}"/>
              </a:ext>
            </a:extLst>
          </p:cNvPr>
          <p:cNvGrpSpPr/>
          <p:nvPr userDrawn="1"/>
        </p:nvGrpSpPr>
        <p:grpSpPr>
          <a:xfrm>
            <a:off x="371975" y="168657"/>
            <a:ext cx="8640350" cy="4682700"/>
            <a:chOff x="372025" y="321975"/>
            <a:chExt cx="8640350" cy="4682700"/>
          </a:xfrm>
        </p:grpSpPr>
        <p:grpSp>
          <p:nvGrpSpPr>
            <p:cNvPr id="13" name="Google Shape;322;p6">
              <a:extLst>
                <a:ext uri="{FF2B5EF4-FFF2-40B4-BE49-F238E27FC236}">
                  <a16:creationId xmlns:a16="http://schemas.microsoft.com/office/drawing/2014/main" id="{5F2DDF5C-B1CC-4B47-8BB0-72E2CFCEF542}"/>
                </a:ext>
              </a:extLst>
            </p:cNvPr>
            <p:cNvGrpSpPr/>
            <p:nvPr/>
          </p:nvGrpSpPr>
          <p:grpSpPr>
            <a:xfrm>
              <a:off x="372025" y="321975"/>
              <a:ext cx="8640350" cy="4682700"/>
              <a:chOff x="372025" y="321975"/>
              <a:chExt cx="8640350" cy="4682700"/>
            </a:xfrm>
          </p:grpSpPr>
          <p:sp>
            <p:nvSpPr>
              <p:cNvPr id="15" name="Google Shape;323;p6">
                <a:extLst>
                  <a:ext uri="{FF2B5EF4-FFF2-40B4-BE49-F238E27FC236}">
                    <a16:creationId xmlns:a16="http://schemas.microsoft.com/office/drawing/2014/main" id="{2C9380F9-18F0-4C32-8796-D6E10F6AB5BF}"/>
                  </a:ext>
                </a:extLst>
              </p:cNvPr>
              <p:cNvSpPr/>
              <p:nvPr/>
            </p:nvSpPr>
            <p:spPr>
              <a:xfrm>
                <a:off x="372375" y="324675"/>
                <a:ext cx="8640000" cy="46800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6" name="Google Shape;324;p6">
                <a:extLst>
                  <a:ext uri="{FF2B5EF4-FFF2-40B4-BE49-F238E27FC236}">
                    <a16:creationId xmlns:a16="http://schemas.microsoft.com/office/drawing/2014/main" id="{DA6AFD18-6315-4E5D-BCC2-730EDB0DAC18}"/>
                  </a:ext>
                </a:extLst>
              </p:cNvPr>
              <p:cNvGrpSpPr/>
              <p:nvPr/>
            </p:nvGrpSpPr>
            <p:grpSpPr>
              <a:xfrm>
                <a:off x="372025" y="321975"/>
                <a:ext cx="8400000" cy="4499700"/>
                <a:chOff x="372025" y="321975"/>
                <a:chExt cx="8400000" cy="4499700"/>
              </a:xfrm>
            </p:grpSpPr>
            <p:sp>
              <p:nvSpPr>
                <p:cNvPr id="17" name="Google Shape;325;p6">
                  <a:extLst>
                    <a:ext uri="{FF2B5EF4-FFF2-40B4-BE49-F238E27FC236}">
                      <a16:creationId xmlns:a16="http://schemas.microsoft.com/office/drawing/2014/main" id="{FC32E0E2-96F2-4EBB-B05B-F4C1C10509D7}"/>
                    </a:ext>
                  </a:extLst>
                </p:cNvPr>
                <p:cNvSpPr/>
                <p:nvPr/>
              </p:nvSpPr>
              <p:spPr>
                <a:xfrm>
                  <a:off x="372025" y="321975"/>
                  <a:ext cx="8400000" cy="4499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326;p6">
                  <a:extLst>
                    <a:ext uri="{FF2B5EF4-FFF2-40B4-BE49-F238E27FC236}">
                      <a16:creationId xmlns:a16="http://schemas.microsoft.com/office/drawing/2014/main" id="{CCAB03C6-BC23-4EE5-9419-1B3EA2F6D64D}"/>
                    </a:ext>
                  </a:extLst>
                </p:cNvPr>
                <p:cNvSpPr/>
                <p:nvPr/>
              </p:nvSpPr>
              <p:spPr>
                <a:xfrm>
                  <a:off x="372025" y="321975"/>
                  <a:ext cx="8400000" cy="2181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327;p6">
                  <a:extLst>
                    <a:ext uri="{FF2B5EF4-FFF2-40B4-BE49-F238E27FC236}">
                      <a16:creationId xmlns:a16="http://schemas.microsoft.com/office/drawing/2014/main" id="{4F4B0D9B-5097-4D46-8C57-78F2E7E39C89}"/>
                    </a:ext>
                  </a:extLst>
                </p:cNvPr>
                <p:cNvSpPr/>
                <p:nvPr/>
              </p:nvSpPr>
              <p:spPr>
                <a:xfrm>
                  <a:off x="486450" y="380900"/>
                  <a:ext cx="100200" cy="1002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328;p6">
                  <a:extLst>
                    <a:ext uri="{FF2B5EF4-FFF2-40B4-BE49-F238E27FC236}">
                      <a16:creationId xmlns:a16="http://schemas.microsoft.com/office/drawing/2014/main" id="{1A1DB24E-D391-44E5-96FF-ABBCB0701B0B}"/>
                    </a:ext>
                  </a:extLst>
                </p:cNvPr>
                <p:cNvSpPr/>
                <p:nvPr/>
              </p:nvSpPr>
              <p:spPr>
                <a:xfrm>
                  <a:off x="669900" y="380900"/>
                  <a:ext cx="100200" cy="1002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329;p6">
                  <a:extLst>
                    <a:ext uri="{FF2B5EF4-FFF2-40B4-BE49-F238E27FC236}">
                      <a16:creationId xmlns:a16="http://schemas.microsoft.com/office/drawing/2014/main" id="{0B4E6C4C-C983-44F7-86A7-51DD6B1B35F4}"/>
                    </a:ext>
                  </a:extLst>
                </p:cNvPr>
                <p:cNvSpPr/>
                <p:nvPr/>
              </p:nvSpPr>
              <p:spPr>
                <a:xfrm>
                  <a:off x="853350" y="380900"/>
                  <a:ext cx="100200" cy="1002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330;p6">
                  <a:extLst>
                    <a:ext uri="{FF2B5EF4-FFF2-40B4-BE49-F238E27FC236}">
                      <a16:creationId xmlns:a16="http://schemas.microsoft.com/office/drawing/2014/main" id="{D38C5CBC-7436-4BB0-88A5-B1D36841CAB9}"/>
                    </a:ext>
                  </a:extLst>
                </p:cNvPr>
                <p:cNvSpPr/>
                <p:nvPr/>
              </p:nvSpPr>
              <p:spPr>
                <a:xfrm>
                  <a:off x="8537750" y="380900"/>
                  <a:ext cx="100200" cy="1002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3" name="Google Shape;331;p6">
                  <a:extLst>
                    <a:ext uri="{FF2B5EF4-FFF2-40B4-BE49-F238E27FC236}">
                      <a16:creationId xmlns:a16="http://schemas.microsoft.com/office/drawing/2014/main" id="{E6B924E4-4C1E-46C9-8761-E8A0E28788C3}"/>
                    </a:ext>
                  </a:extLst>
                </p:cNvPr>
                <p:cNvCxnSpPr/>
                <p:nvPr/>
              </p:nvCxnSpPr>
              <p:spPr>
                <a:xfrm>
                  <a:off x="7498375" y="431000"/>
                  <a:ext cx="1039500" cy="0"/>
                </a:xfrm>
                <a:prstGeom prst="straightConnector1">
                  <a:avLst/>
                </a:prstGeom>
                <a:noFill/>
                <a:ln w="9525" cap="flat" cmpd="sng">
                  <a:solidFill>
                    <a:schemeClr val="dk2"/>
                  </a:solidFill>
                  <a:prstDash val="solid"/>
                  <a:round/>
                  <a:headEnd type="none" w="med" len="med"/>
                  <a:tailEnd type="none" w="med" len="med"/>
                </a:ln>
              </p:spPr>
            </p:cxnSp>
          </p:grpSp>
        </p:grpSp>
        <p:cxnSp>
          <p:nvCxnSpPr>
            <p:cNvPr id="14" name="Google Shape;332;p6">
              <a:extLst>
                <a:ext uri="{FF2B5EF4-FFF2-40B4-BE49-F238E27FC236}">
                  <a16:creationId xmlns:a16="http://schemas.microsoft.com/office/drawing/2014/main" id="{E1BFB1C1-333B-44DC-B8E7-63C3F54A5EF3}"/>
                </a:ext>
              </a:extLst>
            </p:cNvPr>
            <p:cNvCxnSpPr/>
            <p:nvPr/>
          </p:nvCxnSpPr>
          <p:spPr>
            <a:xfrm>
              <a:off x="372025" y="1104300"/>
              <a:ext cx="8400000" cy="0"/>
            </a:xfrm>
            <a:prstGeom prst="straightConnector1">
              <a:avLst/>
            </a:prstGeom>
            <a:noFill/>
            <a:ln w="9525" cap="flat" cmpd="sng">
              <a:solidFill>
                <a:schemeClr val="dk2"/>
              </a:solidFill>
              <a:prstDash val="solid"/>
              <a:round/>
              <a:headEnd type="none" w="med" len="med"/>
              <a:tailEnd type="none" w="med" len="med"/>
            </a:ln>
          </p:spPr>
        </p:cxnSp>
      </p:grpSp>
    </p:spTree>
    <p:extLst>
      <p:ext uri="{BB962C8B-B14F-4D97-AF65-F5344CB8AC3E}">
        <p14:creationId xmlns:p14="http://schemas.microsoft.com/office/powerpoint/2010/main" val="295343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2">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676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3500"/>
              <a:buFont typeface="Montserrat Black"/>
              <a:buNone/>
              <a:defRPr sz="3500">
                <a:solidFill>
                  <a:schemeClr val="lt1"/>
                </a:solidFill>
                <a:latin typeface="Montserrat Black"/>
                <a:ea typeface="Montserrat Black"/>
                <a:cs typeface="Montserrat Black"/>
                <a:sym typeface="Montserrat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20000" y="1216800"/>
            <a:ext cx="7704000" cy="33867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1pPr>
            <a:lvl2pPr marL="914400" lvl="1"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marL="1371600" lvl="2"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marL="1828800" lvl="3"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marL="2286000" lvl="4"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marL="2743200" lvl="5"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marL="3200400" lvl="6"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marL="3657600" lvl="7" indent="-317500" rtl="0">
              <a:lnSpc>
                <a:spcPct val="115000"/>
              </a:lnSpc>
              <a:spcBef>
                <a:spcPts val="160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marL="4114800" lvl="8" indent="-317500" rtl="0">
              <a:lnSpc>
                <a:spcPct val="115000"/>
              </a:lnSpc>
              <a:spcBef>
                <a:spcPts val="1600"/>
              </a:spcBef>
              <a:spcAft>
                <a:spcPts val="160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9" r:id="rId2"/>
    <p:sldLayoutId id="2147483682" r:id="rId3"/>
    <p:sldLayoutId id="2147483698" r:id="rId4"/>
    <p:sldLayoutId id="2147483699" r:id="rId5"/>
    <p:sldLayoutId id="2147483700" r:id="rId6"/>
    <p:sldLayoutId id="2147483701" r:id="rId7"/>
    <p:sldLayoutId id="2147483702" r:id="rId8"/>
    <p:sldLayoutId id="2147483703" r:id="rId9"/>
    <p:sldLayoutId id="2147483704"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64E72F4-DAA7-4947-8492-212F8460B83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71CB878-B123-41E1-BECD-9D3F09FF117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90691A8-4044-45AE-9E22-30DE43B341A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84E5FC3D-B2EE-4D88-A30E-03C46D33BF8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fr-FR"/>
              <a:t>chapitre 1</a:t>
            </a:r>
          </a:p>
        </p:txBody>
      </p:sp>
      <p:sp>
        <p:nvSpPr>
          <p:cNvPr id="6" name="Espace réservé du numéro de diapositive 5">
            <a:extLst>
              <a:ext uri="{FF2B5EF4-FFF2-40B4-BE49-F238E27FC236}">
                <a16:creationId xmlns:a16="http://schemas.microsoft.com/office/drawing/2014/main" id="{E38F246B-D32E-4818-9E21-7FBCAB5E649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6E74A8B-42AE-40A6-AD33-F5FE44392108}" type="slidenum">
              <a:rPr lang="fr-FR" smtClean="0"/>
              <a:t>‹#›</a:t>
            </a:fld>
            <a:endParaRPr lang="fr-FR"/>
          </a:p>
        </p:txBody>
      </p:sp>
    </p:spTree>
    <p:extLst>
      <p:ext uri="{BB962C8B-B14F-4D97-AF65-F5344CB8AC3E}">
        <p14:creationId xmlns:p14="http://schemas.microsoft.com/office/powerpoint/2010/main" val="1055391717"/>
      </p:ext>
    </p:extLst>
  </p:cSld>
  <p:clrMap bg1="lt1" tx1="dk1" bg2="lt2" tx2="dk2" accent1="accent1" accent2="accent2" accent3="accent3" accent4="accent4" accent5="accent5" accent6="accent6" hlink="hlink" folHlink="folHlink"/>
  <p:sldLayoutIdLst>
    <p:sldLayoutId id="2147483684" r:id="rId1"/>
    <p:sldLayoutId id="2147483685" r:id="rId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64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1pPr>
            <a:lvl2pPr lvl="1"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2pPr>
            <a:lvl3pPr lvl="2"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3pPr>
            <a:lvl4pPr lvl="3"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4pPr>
            <a:lvl5pPr lvl="4"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5pPr>
            <a:lvl6pPr lvl="5"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6pPr>
            <a:lvl7pPr lvl="6"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7pPr>
            <a:lvl8pPr lvl="7"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8pPr>
            <a:lvl9pPr lvl="8" rtl="0">
              <a:spcBef>
                <a:spcPts val="0"/>
              </a:spcBef>
              <a:spcAft>
                <a:spcPts val="0"/>
              </a:spcAft>
              <a:buClr>
                <a:schemeClr val="dk2"/>
              </a:buClr>
              <a:buSzPts val="2800"/>
              <a:buFont typeface="Zen Dots"/>
              <a:buNone/>
              <a:defRPr sz="2800">
                <a:solidFill>
                  <a:schemeClr val="dk2"/>
                </a:solidFill>
                <a:latin typeface="Zen Dots"/>
                <a:ea typeface="Zen Dots"/>
                <a:cs typeface="Zen Dots"/>
                <a:sym typeface="Zen Dots"/>
              </a:defRPr>
            </a:lvl9pPr>
          </a:lstStyle>
          <a:p>
            <a:endParaRPr dirty="0"/>
          </a:p>
        </p:txBody>
      </p:sp>
      <p:sp>
        <p:nvSpPr>
          <p:cNvPr id="7" name="Google Shape;7;p1"/>
          <p:cNvSpPr txBox="1">
            <a:spLocks noGrp="1"/>
          </p:cNvSpPr>
          <p:nvPr>
            <p:ph type="body" idx="1"/>
          </p:nvPr>
        </p:nvSpPr>
        <p:spPr>
          <a:xfrm>
            <a:off x="720000" y="1237083"/>
            <a:ext cx="7704000" cy="33663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Anaheim"/>
              <a:buChar char="●"/>
              <a:defRPr>
                <a:solidFill>
                  <a:schemeClr val="lt1"/>
                </a:solidFill>
                <a:latin typeface="Anaheim"/>
                <a:ea typeface="Anaheim"/>
                <a:cs typeface="Anaheim"/>
                <a:sym typeface="Anaheim"/>
              </a:defRPr>
            </a:lvl1pPr>
            <a:lvl2pPr marL="914400" lvl="1"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marL="1371600" lvl="2"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marL="1828800" lvl="3"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marL="2286000" lvl="4"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marL="2743200" lvl="5"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marL="3200400" lvl="6"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marL="3657600" lvl="7" indent="-317500">
              <a:lnSpc>
                <a:spcPct val="100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marL="4114800" lvl="8" indent="-317500">
              <a:lnSpc>
                <a:spcPct val="100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a:endParaRPr dirty="0"/>
          </a:p>
        </p:txBody>
      </p:sp>
      <p:sp>
        <p:nvSpPr>
          <p:cNvPr id="4" name="Footer Placeholder 4">
            <a:extLst>
              <a:ext uri="{FF2B5EF4-FFF2-40B4-BE49-F238E27FC236}">
                <a16:creationId xmlns:a16="http://schemas.microsoft.com/office/drawing/2014/main" id="{D9560EEE-A41E-47D0-A0BE-343B8C2E250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chapitre 1</a:t>
            </a:r>
            <a:endParaRPr lang="en-001" dirty="0"/>
          </a:p>
        </p:txBody>
      </p:sp>
    </p:spTree>
    <p:extLst>
      <p:ext uri="{BB962C8B-B14F-4D97-AF65-F5344CB8AC3E}">
        <p14:creationId xmlns:p14="http://schemas.microsoft.com/office/powerpoint/2010/main" val="1788476625"/>
      </p:ext>
    </p:extLst>
  </p:cSld>
  <p:clrMap bg1="lt1" tx1="dk1" bg2="dk2" tx2="lt2" accent1="accent1" accent2="accent2" accent3="accent3" accent4="accent4" accent5="accent5" accent6="accent6" hlink="hlink" folHlink="folHlink"/>
  <p:sldLayoutIdLst>
    <p:sldLayoutId id="2147483695" r:id="rId1"/>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gif"/><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image" Target="../media/image22.jpg"/></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22.jpg"/></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image" Target="../media/image22.jpg"/></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6.png"/><Relationship Id="rId1" Type="http://schemas.openxmlformats.org/officeDocument/2006/relationships/slideLayout" Target="../slideLayouts/slideLayout11.xml"/><Relationship Id="rId4"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image" Target="../media/image61.png"/><Relationship Id="rId1" Type="http://schemas.openxmlformats.org/officeDocument/2006/relationships/slideLayout" Target="../slideLayouts/slideLayout1.xml"/><Relationship Id="rId4" Type="http://schemas.openxmlformats.org/officeDocument/2006/relationships/image" Target="../media/image63.gif"/></Relationships>
</file>

<file path=ppt/slides/_rels/slide47.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2.gif"/><Relationship Id="rId2" Type="http://schemas.openxmlformats.org/officeDocument/2006/relationships/image" Target="../media/image63.gif"/><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3.xml"/><Relationship Id="rId4" Type="http://schemas.openxmlformats.org/officeDocument/2006/relationships/image" Target="../media/image7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4"/>
          <p:cNvSpPr txBox="1">
            <a:spLocks noGrp="1"/>
          </p:cNvSpPr>
          <p:nvPr>
            <p:ph type="ctrTitle"/>
          </p:nvPr>
        </p:nvSpPr>
        <p:spPr>
          <a:xfrm>
            <a:off x="494852" y="1303414"/>
            <a:ext cx="6763198" cy="23703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fr-FR" sz="2800" dirty="0">
                <a:solidFill>
                  <a:schemeClr val="accent1"/>
                </a:solidFill>
              </a:rPr>
              <a:t>Détection d’intrusion en utilisant l’apprentissage automatique et   Python</a:t>
            </a:r>
            <a:endParaRPr sz="8000" dirty="0">
              <a:solidFill>
                <a:schemeClr val="accent1"/>
              </a:solidFill>
            </a:endParaRPr>
          </a:p>
        </p:txBody>
      </p:sp>
      <p:sp>
        <p:nvSpPr>
          <p:cNvPr id="247" name="Google Shape;247;p34"/>
          <p:cNvSpPr txBox="1">
            <a:spLocks noGrp="1"/>
          </p:cNvSpPr>
          <p:nvPr>
            <p:ph type="subTitle" idx="1"/>
          </p:nvPr>
        </p:nvSpPr>
        <p:spPr>
          <a:xfrm>
            <a:off x="806172" y="2923078"/>
            <a:ext cx="2958330" cy="1126184"/>
          </a:xfrm>
          <a:prstGeom prst="rect">
            <a:avLst/>
          </a:prstGeom>
        </p:spPr>
        <p:txBody>
          <a:bodyPr spcFirstLastPara="1" wrap="square" lIns="90000" tIns="91425" rIns="90000" bIns="91425" anchor="t" anchorCtr="0">
            <a:noAutofit/>
          </a:bodyPr>
          <a:lstStyle/>
          <a:p>
            <a:pPr marL="0" indent="0" algn="ctr"/>
            <a:r>
              <a:rPr lang="fr-FR" sz="1800" b="1" kern="100" dirty="0">
                <a:solidFill>
                  <a:schemeClr val="accent3"/>
                </a:solidFill>
                <a:effectLst/>
                <a:latin typeface="Times New Roman" panose="02020603050405020304" pitchFamily="18" charset="0"/>
                <a:ea typeface="Times New Roman" panose="02020603050405020304" pitchFamily="18" charset="0"/>
                <a:cs typeface="Arial" panose="020B0604020202020204" pitchFamily="34" charset="0"/>
              </a:rPr>
              <a:t>Réaliser par </a:t>
            </a:r>
            <a:r>
              <a:rPr lang="ar-MA" sz="1800" b="1" kern="100" dirty="0">
                <a:solidFill>
                  <a:schemeClr val="accent3"/>
                </a:solidFill>
                <a:effectLst/>
                <a:latin typeface="Times New Roman" panose="02020603050405020304" pitchFamily="18" charset="0"/>
                <a:ea typeface="Times New Roman" panose="02020603050405020304" pitchFamily="18" charset="0"/>
                <a:cs typeface="Arial" panose="020B0604020202020204" pitchFamily="34" charset="0"/>
              </a:rPr>
              <a:t>:</a:t>
            </a:r>
            <a:endParaRPr lang="fr-FR" sz="1800" kern="100" dirty="0">
              <a:solidFill>
                <a:schemeClr val="accent3"/>
              </a:solidFill>
              <a:effectLst/>
              <a:latin typeface="Calibri" panose="020F0502020204030204" pitchFamily="34" charset="0"/>
              <a:ea typeface="Calibri" panose="020F0502020204030204" pitchFamily="34" charset="0"/>
              <a:cs typeface="Arial" panose="020B0604020202020204" pitchFamily="34" charset="0"/>
            </a:endParaRPr>
          </a:p>
          <a:p>
            <a:pPr marL="0" lvl="0" indent="0" algn="ctr" rtl="0">
              <a:spcBef>
                <a:spcPts val="0"/>
              </a:spcBef>
              <a:spcAft>
                <a:spcPts val="0"/>
              </a:spcAft>
              <a:buNone/>
            </a:pPr>
            <a:r>
              <a:rPr lang="en-US" dirty="0">
                <a:solidFill>
                  <a:schemeClr val="accent5">
                    <a:lumMod val="75000"/>
                  </a:schemeClr>
                </a:solidFill>
              </a:rPr>
              <a:t>YOUMOULOUD ZAINEB </a:t>
            </a:r>
          </a:p>
          <a:p>
            <a:pPr marL="0" lvl="0" indent="0" algn="ctr" rtl="0">
              <a:spcBef>
                <a:spcPts val="0"/>
              </a:spcBef>
              <a:spcAft>
                <a:spcPts val="0"/>
              </a:spcAft>
              <a:buNone/>
            </a:pPr>
            <a:r>
              <a:rPr lang="en-US" dirty="0">
                <a:solidFill>
                  <a:schemeClr val="accent5">
                    <a:lumMod val="75000"/>
                  </a:schemeClr>
                </a:solidFill>
              </a:rPr>
              <a:t>MHADA HIBA </a:t>
            </a:r>
          </a:p>
        </p:txBody>
      </p:sp>
      <p:pic>
        <p:nvPicPr>
          <p:cNvPr id="3" name="Image 2">
            <a:extLst>
              <a:ext uri="{FF2B5EF4-FFF2-40B4-BE49-F238E27FC236}">
                <a16:creationId xmlns:a16="http://schemas.microsoft.com/office/drawing/2014/main" id="{2203BCF4-A3C2-98C5-EBE7-8B5A8DD66298}"/>
              </a:ext>
            </a:extLst>
          </p:cNvPr>
          <p:cNvPicPr>
            <a:picLocks noChangeAspect="1"/>
          </p:cNvPicPr>
          <p:nvPr/>
        </p:nvPicPr>
        <p:blipFill>
          <a:blip r:embed="rId3"/>
          <a:stretch>
            <a:fillRect/>
          </a:stretch>
        </p:blipFill>
        <p:spPr>
          <a:xfrm>
            <a:off x="0" y="290024"/>
            <a:ext cx="1885950" cy="731366"/>
          </a:xfrm>
          <a:prstGeom prst="rect">
            <a:avLst/>
          </a:prstGeom>
        </p:spPr>
      </p:pic>
      <p:sp>
        <p:nvSpPr>
          <p:cNvPr id="4" name="ZoneTexte 3">
            <a:extLst>
              <a:ext uri="{FF2B5EF4-FFF2-40B4-BE49-F238E27FC236}">
                <a16:creationId xmlns:a16="http://schemas.microsoft.com/office/drawing/2014/main" id="{C3D484C6-C3D9-29E3-75C6-9685070B4C3D}"/>
              </a:ext>
            </a:extLst>
          </p:cNvPr>
          <p:cNvSpPr txBox="1"/>
          <p:nvPr/>
        </p:nvSpPr>
        <p:spPr>
          <a:xfrm>
            <a:off x="185423" y="4853476"/>
            <a:ext cx="3401054" cy="369332"/>
          </a:xfrm>
          <a:prstGeom prst="rect">
            <a:avLst/>
          </a:prstGeom>
          <a:noFill/>
        </p:spPr>
        <p:txBody>
          <a:bodyPr wrap="square" rtlCol="0">
            <a:spAutoFit/>
          </a:bodyPr>
          <a:lstStyle/>
          <a:p>
            <a:r>
              <a:rPr lang="fr-FR" sz="1800" dirty="0">
                <a:solidFill>
                  <a:schemeClr val="tx1">
                    <a:lumMod val="50000"/>
                  </a:schemeClr>
                </a:solidFill>
                <a:effectLst/>
                <a:latin typeface="Times New Roman" panose="02020603050405020304" pitchFamily="18" charset="0"/>
                <a:ea typeface="Calibri" panose="020F0502020204030204" pitchFamily="34" charset="0"/>
              </a:rPr>
              <a:t>Année universitaire : 2024-2025 </a:t>
            </a:r>
            <a:endParaRPr lang="fr-FR" dirty="0">
              <a:solidFill>
                <a:schemeClr val="tx1">
                  <a:lumMod val="50000"/>
                </a:schemeClr>
              </a:solidFill>
            </a:endParaRPr>
          </a:p>
        </p:txBody>
      </p:sp>
      <p:sp>
        <p:nvSpPr>
          <p:cNvPr id="6" name="ZoneTexte 5">
            <a:extLst>
              <a:ext uri="{FF2B5EF4-FFF2-40B4-BE49-F238E27FC236}">
                <a16:creationId xmlns:a16="http://schemas.microsoft.com/office/drawing/2014/main" id="{E023F321-8E33-CA16-668A-A9B8CF487F4D}"/>
              </a:ext>
            </a:extLst>
          </p:cNvPr>
          <p:cNvSpPr txBox="1"/>
          <p:nvPr/>
        </p:nvSpPr>
        <p:spPr>
          <a:xfrm>
            <a:off x="4641595" y="2276359"/>
            <a:ext cx="2855306" cy="857864"/>
          </a:xfrm>
          <a:prstGeom prst="rect">
            <a:avLst/>
          </a:prstGeom>
          <a:noFill/>
        </p:spPr>
        <p:txBody>
          <a:bodyPr wrap="square">
            <a:spAutoFit/>
          </a:bodyPr>
          <a:lstStyle/>
          <a:p>
            <a:pPr algn="ctr">
              <a:lnSpc>
                <a:spcPts val="3220"/>
              </a:lnSpc>
            </a:pPr>
            <a:r>
              <a:rPr lang="en-US" sz="1800" b="1" dirty="0">
                <a:solidFill>
                  <a:schemeClr val="accent3"/>
                </a:solidFill>
                <a:latin typeface="Times New Roman" panose="02020603050405020304" pitchFamily="18" charset="0"/>
                <a:cs typeface="Times New Roman" panose="02020603050405020304" pitchFamily="18" charset="0"/>
              </a:rPr>
              <a:t>Devant le Jury :</a:t>
            </a:r>
          </a:p>
          <a:p>
            <a:pPr algn="l">
              <a:lnSpc>
                <a:spcPts val="3220"/>
              </a:lnSpc>
            </a:pPr>
            <a:endParaRPr lang="en-US" sz="1400" dirty="0">
              <a:solidFill>
                <a:srgbClr val="4DC5EF"/>
              </a:solidFill>
              <a:latin typeface="Garet Bold"/>
            </a:endParaRPr>
          </a:p>
        </p:txBody>
      </p:sp>
      <p:sp>
        <p:nvSpPr>
          <p:cNvPr id="7" name="ZoneTexte 6">
            <a:extLst>
              <a:ext uri="{FF2B5EF4-FFF2-40B4-BE49-F238E27FC236}">
                <a16:creationId xmlns:a16="http://schemas.microsoft.com/office/drawing/2014/main" id="{5AC61984-7836-3586-A7EE-71C6684CD776}"/>
              </a:ext>
            </a:extLst>
          </p:cNvPr>
          <p:cNvSpPr txBox="1"/>
          <p:nvPr/>
        </p:nvSpPr>
        <p:spPr>
          <a:xfrm>
            <a:off x="3187333" y="836724"/>
            <a:ext cx="2769333" cy="369332"/>
          </a:xfrm>
          <a:prstGeom prst="rect">
            <a:avLst/>
          </a:prstGeom>
          <a:noFill/>
        </p:spPr>
        <p:txBody>
          <a:bodyPr wrap="square" rtlCol="0">
            <a:spAutoFit/>
          </a:bodyPr>
          <a:lstStyle/>
          <a:p>
            <a:r>
              <a:rPr lang="en-US" sz="1800" dirty="0">
                <a:solidFill>
                  <a:schemeClr val="accent3"/>
                </a:solidFill>
                <a:latin typeface="Times New Roman" panose="02020603050405020304" pitchFamily="18" charset="0"/>
                <a:cs typeface="Times New Roman" panose="02020603050405020304" pitchFamily="18" charset="0"/>
              </a:rPr>
              <a:t>Soutenu le : 16-06-2025</a:t>
            </a:r>
            <a:endParaRPr lang="fr-FR" sz="1800" dirty="0">
              <a:solidFill>
                <a:schemeClr val="accent3"/>
              </a:solidFill>
              <a:latin typeface="Times New Roman" panose="02020603050405020304" pitchFamily="18" charset="0"/>
              <a:cs typeface="Times New Roman" panose="02020603050405020304" pitchFamily="18" charset="0"/>
            </a:endParaRPr>
          </a:p>
        </p:txBody>
      </p:sp>
      <p:pic>
        <p:nvPicPr>
          <p:cNvPr id="9" name="Image 8">
            <a:extLst>
              <a:ext uri="{FF2B5EF4-FFF2-40B4-BE49-F238E27FC236}">
                <a16:creationId xmlns:a16="http://schemas.microsoft.com/office/drawing/2014/main" id="{8261FEBD-F3F3-A8A9-6668-C6FA0EE704F4}"/>
              </a:ext>
            </a:extLst>
          </p:cNvPr>
          <p:cNvPicPr>
            <a:picLocks noChangeAspect="1"/>
          </p:cNvPicPr>
          <p:nvPr/>
        </p:nvPicPr>
        <p:blipFill>
          <a:blip r:embed="rId4"/>
          <a:stretch>
            <a:fillRect/>
          </a:stretch>
        </p:blipFill>
        <p:spPr>
          <a:xfrm>
            <a:off x="7258050" y="337370"/>
            <a:ext cx="1885950" cy="726827"/>
          </a:xfrm>
          <a:prstGeom prst="rect">
            <a:avLst/>
          </a:prstGeom>
        </p:spPr>
      </p:pic>
      <p:pic>
        <p:nvPicPr>
          <p:cNvPr id="16" name="Image 15">
            <a:extLst>
              <a:ext uri="{FF2B5EF4-FFF2-40B4-BE49-F238E27FC236}">
                <a16:creationId xmlns:a16="http://schemas.microsoft.com/office/drawing/2014/main" id="{E3FE8617-F86C-A3B1-39E5-DEC8E18943B1}"/>
              </a:ext>
            </a:extLst>
          </p:cNvPr>
          <p:cNvPicPr>
            <a:picLocks noChangeAspect="1"/>
          </p:cNvPicPr>
          <p:nvPr/>
        </p:nvPicPr>
        <p:blipFill>
          <a:blip r:embed="rId5"/>
          <a:stretch>
            <a:fillRect/>
          </a:stretch>
        </p:blipFill>
        <p:spPr>
          <a:xfrm flipH="1">
            <a:off x="7097510" y="1064197"/>
            <a:ext cx="1972668" cy="1972668"/>
          </a:xfrm>
          <a:prstGeom prst="rect">
            <a:avLst/>
          </a:prstGeom>
        </p:spPr>
      </p:pic>
      <p:graphicFrame>
        <p:nvGraphicFramePr>
          <p:cNvPr id="5" name="Tableau 4">
            <a:extLst>
              <a:ext uri="{FF2B5EF4-FFF2-40B4-BE49-F238E27FC236}">
                <a16:creationId xmlns:a16="http://schemas.microsoft.com/office/drawing/2014/main" id="{A2D1674B-6FB9-94E9-56D8-731BEC976E7D}"/>
              </a:ext>
            </a:extLst>
          </p:cNvPr>
          <p:cNvGraphicFramePr>
            <a:graphicFrameLocks noGrp="1"/>
          </p:cNvGraphicFramePr>
          <p:nvPr>
            <p:extLst>
              <p:ext uri="{D42A27DB-BD31-4B8C-83A1-F6EECF244321}">
                <p14:modId xmlns:p14="http://schemas.microsoft.com/office/powerpoint/2010/main" val="1627770247"/>
              </p:ext>
            </p:extLst>
          </p:nvPr>
        </p:nvGraphicFramePr>
        <p:xfrm>
          <a:off x="3932266" y="2767961"/>
          <a:ext cx="4405562" cy="1436417"/>
        </p:xfrm>
        <a:graphic>
          <a:graphicData uri="http://schemas.openxmlformats.org/drawingml/2006/table">
            <a:tbl>
              <a:tblPr firstRow="1" firstCol="1" bandRow="1">
                <a:tableStyleId>{819FC27D-C019-44F4-8E00-3AC222D4BC97}</a:tableStyleId>
              </a:tblPr>
              <a:tblGrid>
                <a:gridCol w="2593919">
                  <a:extLst>
                    <a:ext uri="{9D8B030D-6E8A-4147-A177-3AD203B41FA5}">
                      <a16:colId xmlns:a16="http://schemas.microsoft.com/office/drawing/2014/main" val="255971336"/>
                    </a:ext>
                  </a:extLst>
                </a:gridCol>
                <a:gridCol w="1811643">
                  <a:extLst>
                    <a:ext uri="{9D8B030D-6E8A-4147-A177-3AD203B41FA5}">
                      <a16:colId xmlns:a16="http://schemas.microsoft.com/office/drawing/2014/main" val="4170196269"/>
                    </a:ext>
                  </a:extLst>
                </a:gridCol>
              </a:tblGrid>
              <a:tr h="253307">
                <a:tc>
                  <a:txBody>
                    <a:bodyPr/>
                    <a:lstStyle/>
                    <a:p>
                      <a:pPr algn="l">
                        <a:lnSpc>
                          <a:spcPct val="107000"/>
                        </a:lnSpc>
                        <a:spcAft>
                          <a:spcPts val="800"/>
                        </a:spcAft>
                        <a:buNone/>
                      </a:pPr>
                      <a:r>
                        <a:rPr lang="fr-FR" sz="1600" kern="100" dirty="0">
                          <a:solidFill>
                            <a:schemeClr val="accent5">
                              <a:lumMod val="75000"/>
                            </a:schemeClr>
                          </a:solidFill>
                          <a:effectLst/>
                          <a:latin typeface="Montserrat Medium" panose="00000600000000000000" pitchFamily="2" charset="0"/>
                        </a:rPr>
                        <a:t>Pr. SAEL Nawal</a:t>
                      </a:r>
                      <a:r>
                        <a:rPr lang="fr-FR" sz="1600" u="none" kern="100" dirty="0">
                          <a:solidFill>
                            <a:schemeClr val="accent5">
                              <a:lumMod val="75000"/>
                            </a:schemeClr>
                          </a:solidFill>
                          <a:effectLst/>
                          <a:latin typeface="Montserrat Medium" panose="00000600000000000000" pitchFamily="2" charset="0"/>
                        </a:rPr>
                        <a:t>  </a:t>
                      </a:r>
                      <a:endParaRPr lang="fr-FR" sz="1200" u="none"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7000"/>
                        </a:lnSpc>
                        <a:spcBef>
                          <a:spcPts val="0"/>
                        </a:spcBef>
                        <a:spcAft>
                          <a:spcPts val="800"/>
                        </a:spcAft>
                        <a:buClr>
                          <a:srgbClr val="000000"/>
                        </a:buClr>
                        <a:buSzTx/>
                        <a:buFont typeface="Arial"/>
                        <a:buNone/>
                        <a:tabLst/>
                        <a:defRPr/>
                      </a:pPr>
                      <a:r>
                        <a:rPr lang="fr-FR" sz="1600" kern="100" dirty="0">
                          <a:solidFill>
                            <a:schemeClr val="accent5">
                              <a:lumMod val="75000"/>
                            </a:schemeClr>
                          </a:solidFill>
                          <a:effectLst/>
                          <a:latin typeface="Montserrat Medium" panose="00000600000000000000" pitchFamily="2" charset="0"/>
                        </a:rPr>
                        <a:t>Examinatrice</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44458374"/>
                  </a:ext>
                </a:extLst>
              </a:tr>
              <a:tr h="253307">
                <a:tc>
                  <a:txBody>
                    <a:bodyPr/>
                    <a:lstStyle/>
                    <a:p>
                      <a:pPr algn="l">
                        <a:lnSpc>
                          <a:spcPct val="107000"/>
                        </a:lnSpc>
                        <a:spcAft>
                          <a:spcPts val="800"/>
                        </a:spcAft>
                        <a:buNone/>
                      </a:pPr>
                      <a:r>
                        <a:rPr lang="en-US" sz="1600" kern="0" dirty="0">
                          <a:solidFill>
                            <a:schemeClr val="accent5">
                              <a:lumMod val="75000"/>
                            </a:schemeClr>
                          </a:solidFill>
                          <a:effectLst/>
                          <a:latin typeface="Montserrat Medium" panose="00000600000000000000" pitchFamily="2" charset="0"/>
                        </a:rPr>
                        <a:t>Pr. OUHABI Sara </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just">
                        <a:lnSpc>
                          <a:spcPct val="107000"/>
                        </a:lnSpc>
                        <a:spcAft>
                          <a:spcPts val="800"/>
                        </a:spcAft>
                        <a:buNone/>
                      </a:pPr>
                      <a:r>
                        <a:rPr lang="fr-FR" sz="1600" kern="100" dirty="0">
                          <a:solidFill>
                            <a:schemeClr val="accent5">
                              <a:lumMod val="75000"/>
                            </a:schemeClr>
                          </a:solidFill>
                          <a:effectLst/>
                          <a:latin typeface="Montserrat Medium" panose="00000600000000000000" pitchFamily="2" charset="0"/>
                        </a:rPr>
                        <a:t>Examinatrice</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21843388"/>
                  </a:ext>
                </a:extLst>
              </a:tr>
              <a:tr h="300209">
                <a:tc>
                  <a:txBody>
                    <a:bodyPr/>
                    <a:lstStyle/>
                    <a:p>
                      <a:pPr algn="l">
                        <a:lnSpc>
                          <a:spcPct val="107000"/>
                        </a:lnSpc>
                        <a:spcAft>
                          <a:spcPts val="800"/>
                        </a:spcAft>
                        <a:buNone/>
                      </a:pPr>
                      <a:r>
                        <a:rPr lang="en-US" sz="1600" kern="0" dirty="0">
                          <a:solidFill>
                            <a:schemeClr val="accent5">
                              <a:lumMod val="75000"/>
                            </a:schemeClr>
                          </a:solidFill>
                          <a:effectLst/>
                          <a:latin typeface="Montserrat Medium" panose="00000600000000000000" pitchFamily="2" charset="0"/>
                        </a:rPr>
                        <a:t>Pr. BENABBOU </a:t>
                      </a:r>
                      <a:r>
                        <a:rPr lang="en-US" sz="1600" kern="0" dirty="0" err="1">
                          <a:solidFill>
                            <a:schemeClr val="accent5">
                              <a:lumMod val="75000"/>
                            </a:schemeClr>
                          </a:solidFill>
                          <a:effectLst/>
                          <a:latin typeface="Montserrat Medium" panose="00000600000000000000" pitchFamily="2" charset="0"/>
                        </a:rPr>
                        <a:t>Faouzia</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just">
                        <a:lnSpc>
                          <a:spcPct val="107000"/>
                        </a:lnSpc>
                        <a:spcAft>
                          <a:spcPts val="800"/>
                        </a:spcAft>
                        <a:buNone/>
                      </a:pPr>
                      <a:r>
                        <a:rPr lang="fr-FR" sz="1600" kern="100" dirty="0">
                          <a:solidFill>
                            <a:schemeClr val="accent5">
                              <a:lumMod val="75000"/>
                            </a:schemeClr>
                          </a:solidFill>
                          <a:effectLst/>
                          <a:latin typeface="Montserrat Medium" panose="00000600000000000000" pitchFamily="2" charset="0"/>
                        </a:rPr>
                        <a:t>Encadrante</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644831256"/>
                  </a:ext>
                </a:extLst>
              </a:tr>
              <a:tr h="84208">
                <a:tc>
                  <a:txBody>
                    <a:bodyPr/>
                    <a:lstStyle/>
                    <a:p>
                      <a:pPr algn="just">
                        <a:lnSpc>
                          <a:spcPct val="107000"/>
                        </a:lnSpc>
                        <a:spcAft>
                          <a:spcPts val="800"/>
                        </a:spcAft>
                        <a:buNone/>
                      </a:pPr>
                      <a:r>
                        <a:rPr lang="fr-FR" sz="1600" b="0" kern="100" dirty="0">
                          <a:solidFill>
                            <a:schemeClr val="accent5">
                              <a:lumMod val="75000"/>
                            </a:schemeClr>
                          </a:solidFill>
                          <a:effectLst/>
                          <a:latin typeface="Montserrat Medium" panose="00000600000000000000" pitchFamily="2" charset="0"/>
                          <a:ea typeface="Calibri" panose="020F0502020204030204" pitchFamily="34" charset="0"/>
                          <a:cs typeface="Times New Roman" panose="02020603050405020304" pitchFamily="18" charset="0"/>
                        </a:rPr>
                        <a:t>Dr. ZAOUI Chaimae</a:t>
                      </a:r>
                      <a:endParaRPr lang="fr-FR" sz="1200" b="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7000"/>
                        </a:lnSpc>
                        <a:spcBef>
                          <a:spcPts val="0"/>
                        </a:spcBef>
                        <a:spcAft>
                          <a:spcPts val="800"/>
                        </a:spcAft>
                        <a:buClr>
                          <a:srgbClr val="000000"/>
                        </a:buClr>
                        <a:buSzTx/>
                        <a:buFont typeface="Arial"/>
                        <a:buNone/>
                        <a:tabLst/>
                        <a:defRPr/>
                      </a:pPr>
                      <a:r>
                        <a:rPr kumimoji="0" lang="fr-FR" sz="1600" b="0" i="0" u="none" strike="noStrike" kern="100" cap="none" spc="0" normalizeH="0" baseline="0" noProof="0" dirty="0">
                          <a:ln>
                            <a:noFill/>
                          </a:ln>
                          <a:solidFill>
                            <a:srgbClr val="FFFFFF">
                              <a:lumMod val="75000"/>
                            </a:srgbClr>
                          </a:solidFill>
                          <a:effectLst/>
                          <a:uLnTx/>
                          <a:uFillTx/>
                          <a:latin typeface="Montserrat Medium" panose="00000600000000000000" pitchFamily="2" charset="0"/>
                          <a:cs typeface="Arial"/>
                          <a:sym typeface="Arial"/>
                        </a:rPr>
                        <a:t>Co-Encadrante</a:t>
                      </a:r>
                      <a:endParaRPr kumimoji="0" lang="fr-FR" sz="1200" b="0" i="0" u="none" strike="noStrike" kern="100" cap="none" spc="0" normalizeH="0" baseline="0" noProof="0" dirty="0">
                        <a:ln>
                          <a:noFill/>
                        </a:ln>
                        <a:solidFill>
                          <a:srgbClr val="FFFFFF">
                            <a:lumMod val="75000"/>
                          </a:srgbClr>
                        </a:solidFill>
                        <a:effectLst/>
                        <a:uLnTx/>
                        <a:uFillTx/>
                        <a:latin typeface="Montserrat Medium" panose="00000600000000000000" pitchFamily="2" charset="0"/>
                        <a:ea typeface="Calibri" panose="020F0502020204030204" pitchFamily="34" charset="0"/>
                        <a:cs typeface="Arial" panose="020B0604020202020204" pitchFamily="34" charset="0"/>
                        <a:sym typeface="Arial"/>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75852024"/>
                  </a:ext>
                </a:extLst>
              </a:tr>
              <a:tr h="383722">
                <a:tc>
                  <a:txBody>
                    <a:bodyPr/>
                    <a:lstStyle/>
                    <a:p>
                      <a:pPr algn="l">
                        <a:lnSpc>
                          <a:spcPct val="107000"/>
                        </a:lnSpc>
                        <a:spcAft>
                          <a:spcPts val="800"/>
                        </a:spcAft>
                        <a:buNone/>
                      </a:pPr>
                      <a:r>
                        <a:rPr lang="en-US" sz="1600" kern="0" dirty="0">
                          <a:solidFill>
                            <a:schemeClr val="accent5">
                              <a:lumMod val="75000"/>
                            </a:schemeClr>
                          </a:solidFill>
                          <a:effectLst/>
                          <a:latin typeface="Montserrat Medium" panose="00000600000000000000" pitchFamily="2" charset="0"/>
                        </a:rPr>
                        <a:t>Pr. AHARRANE Nabil </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7000"/>
                        </a:lnSpc>
                        <a:spcBef>
                          <a:spcPts val="0"/>
                        </a:spcBef>
                        <a:spcAft>
                          <a:spcPts val="800"/>
                        </a:spcAft>
                        <a:buClr>
                          <a:srgbClr val="000000"/>
                        </a:buClr>
                        <a:buSzTx/>
                        <a:buFont typeface="Arial"/>
                        <a:buNone/>
                        <a:tabLst/>
                        <a:defRPr/>
                      </a:pPr>
                      <a:r>
                        <a:rPr lang="fr-FR" sz="1600" kern="100" dirty="0">
                          <a:solidFill>
                            <a:schemeClr val="accent5">
                              <a:lumMod val="75000"/>
                            </a:schemeClr>
                          </a:solidFill>
                          <a:effectLst/>
                          <a:latin typeface="Montserrat Medium" panose="00000600000000000000" pitchFamily="2" charset="0"/>
                        </a:rPr>
                        <a:t>Co-Encadrant</a:t>
                      </a:r>
                      <a:endParaRPr lang="fr-FR" sz="1200" kern="100" dirty="0">
                        <a:solidFill>
                          <a:schemeClr val="accent5">
                            <a:lumMod val="75000"/>
                          </a:schemeClr>
                        </a:solidFill>
                        <a:effectLst/>
                        <a:latin typeface="Montserrat Medium" panose="00000600000000000000" pitchFamily="2" charset="0"/>
                        <a:ea typeface="Calibri" panose="020F0502020204030204" pitchFamily="34" charset="0"/>
                        <a:cs typeface="Arial" panose="020B060402020202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383741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333"/>
        <p:cNvGrpSpPr/>
        <p:nvPr/>
      </p:nvGrpSpPr>
      <p:grpSpPr>
        <a:xfrm>
          <a:off x="0" y="0"/>
          <a:ext cx="0" cy="0"/>
          <a:chOff x="0" y="0"/>
          <a:chExt cx="0" cy="0"/>
        </a:xfrm>
      </p:grpSpPr>
      <p:sp>
        <p:nvSpPr>
          <p:cNvPr id="347" name="Google Shape;347;p36"/>
          <p:cNvSpPr txBox="1">
            <a:spLocks noGrp="1"/>
          </p:cNvSpPr>
          <p:nvPr>
            <p:ph type="title" idx="4294967295"/>
          </p:nvPr>
        </p:nvSpPr>
        <p:spPr>
          <a:xfrm>
            <a:off x="3087786" y="261057"/>
            <a:ext cx="2626260" cy="676800"/>
          </a:xfrm>
          <a:prstGeom prst="rect">
            <a:avLst/>
          </a:prstGeom>
        </p:spPr>
        <p:txBody>
          <a:bodyPr spcFirstLastPara="1" wrap="square" lIns="90000" tIns="91425" rIns="90000" bIns="91425" anchor="t" anchorCtr="0">
            <a:noAutofit/>
          </a:bodyPr>
          <a:lstStyle/>
          <a:p>
            <a:pPr marL="0" lvl="0" indent="0" algn="ctr" rtl="0">
              <a:spcBef>
                <a:spcPts val="0"/>
              </a:spcBef>
              <a:spcAft>
                <a:spcPts val="0"/>
              </a:spcAft>
              <a:buNone/>
            </a:pPr>
            <a:r>
              <a:rPr lang="en-US" dirty="0">
                <a:solidFill>
                  <a:schemeClr val="accent1"/>
                </a:solidFill>
              </a:rPr>
              <a:t>PLAN :</a:t>
            </a:r>
            <a:endParaRPr dirty="0">
              <a:solidFill>
                <a:schemeClr val="accent1"/>
              </a:solidFill>
            </a:endParaRPr>
          </a:p>
        </p:txBody>
      </p:sp>
      <p:grpSp>
        <p:nvGrpSpPr>
          <p:cNvPr id="380" name="Google Shape;380;p36"/>
          <p:cNvGrpSpPr/>
          <p:nvPr/>
        </p:nvGrpSpPr>
        <p:grpSpPr>
          <a:xfrm>
            <a:off x="7280189" y="47858"/>
            <a:ext cx="1787631" cy="1977968"/>
            <a:chOff x="7280189" y="76211"/>
            <a:chExt cx="1787631" cy="1977968"/>
          </a:xfrm>
        </p:grpSpPr>
        <p:sp>
          <p:nvSpPr>
            <p:cNvPr id="381" name="Google Shape;381;p36"/>
            <p:cNvSpPr/>
            <p:nvPr/>
          </p:nvSpPr>
          <p:spPr>
            <a:xfrm flipH="1">
              <a:off x="8374848" y="7621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6"/>
            <p:cNvSpPr/>
            <p:nvPr/>
          </p:nvSpPr>
          <p:spPr>
            <a:xfrm flipH="1">
              <a:off x="8423992" y="167441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p:nvPr/>
          </p:nvSpPr>
          <p:spPr>
            <a:xfrm flipH="1">
              <a:off x="7280189" y="15241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flipH="1">
              <a:off x="8803390" y="14870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 name="Google Shape;385;p36"/>
            <p:cNvGrpSpPr/>
            <p:nvPr/>
          </p:nvGrpSpPr>
          <p:grpSpPr>
            <a:xfrm>
              <a:off x="7501625" y="155243"/>
              <a:ext cx="1489976" cy="1255570"/>
              <a:chOff x="616175" y="1570092"/>
              <a:chExt cx="1489976" cy="1255570"/>
            </a:xfrm>
          </p:grpSpPr>
          <p:sp>
            <p:nvSpPr>
              <p:cNvPr id="386" name="Google Shape;386;p36"/>
              <p:cNvSpPr/>
              <p:nvPr/>
            </p:nvSpPr>
            <p:spPr>
              <a:xfrm>
                <a:off x="667023" y="1570092"/>
                <a:ext cx="1439129" cy="1249757"/>
              </a:xfrm>
              <a:custGeom>
                <a:avLst/>
                <a:gdLst/>
                <a:ahLst/>
                <a:cxnLst/>
                <a:rect l="l" t="t" r="r" b="b"/>
                <a:pathLst>
                  <a:path w="61898" h="53753" extrusionOk="0">
                    <a:moveTo>
                      <a:pt x="30950" y="0"/>
                    </a:moveTo>
                    <a:cubicBezTo>
                      <a:pt x="28754" y="1744"/>
                      <a:pt x="20519" y="7692"/>
                      <a:pt x="10168" y="7862"/>
                    </a:cubicBezTo>
                    <a:cubicBezTo>
                      <a:pt x="10168" y="7862"/>
                      <a:pt x="1" y="42385"/>
                      <a:pt x="30950" y="53752"/>
                    </a:cubicBezTo>
                    <a:cubicBezTo>
                      <a:pt x="61898" y="42385"/>
                      <a:pt x="51730" y="7862"/>
                      <a:pt x="51730" y="7862"/>
                    </a:cubicBezTo>
                    <a:cubicBezTo>
                      <a:pt x="41380" y="7692"/>
                      <a:pt x="33146" y="1744"/>
                      <a:pt x="309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1122607" y="1950811"/>
                <a:ext cx="558232" cy="437844"/>
              </a:xfrm>
              <a:custGeom>
                <a:avLst/>
                <a:gdLst/>
                <a:ahLst/>
                <a:cxnLst/>
                <a:rect l="l" t="t" r="r" b="b"/>
                <a:pathLst>
                  <a:path w="24010" h="18832" extrusionOk="0">
                    <a:moveTo>
                      <a:pt x="21357" y="1"/>
                    </a:moveTo>
                    <a:lnTo>
                      <a:pt x="9034" y="14110"/>
                    </a:lnTo>
                    <a:lnTo>
                      <a:pt x="2048" y="9121"/>
                    </a:lnTo>
                    <a:lnTo>
                      <a:pt x="0" y="11987"/>
                    </a:lnTo>
                    <a:lnTo>
                      <a:pt x="9587" y="18831"/>
                    </a:lnTo>
                    <a:lnTo>
                      <a:pt x="24009" y="2319"/>
                    </a:lnTo>
                    <a:lnTo>
                      <a:pt x="213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p:nvPr/>
            </p:nvSpPr>
            <p:spPr>
              <a:xfrm>
                <a:off x="1196239" y="1742421"/>
                <a:ext cx="909912" cy="1077428"/>
              </a:xfrm>
              <a:custGeom>
                <a:avLst/>
                <a:gdLst/>
                <a:ahLst/>
                <a:cxnLst/>
                <a:rect l="l" t="t" r="r" b="b"/>
                <a:pathLst>
                  <a:path w="39136" h="46341" extrusionOk="0">
                    <a:moveTo>
                      <a:pt x="24380" y="0"/>
                    </a:moveTo>
                    <a:cubicBezTo>
                      <a:pt x="24919" y="13103"/>
                      <a:pt x="21662" y="32654"/>
                      <a:pt x="0" y="42228"/>
                    </a:cubicBezTo>
                    <a:cubicBezTo>
                      <a:pt x="2344" y="43794"/>
                      <a:pt x="5052" y="45188"/>
                      <a:pt x="8188" y="46340"/>
                    </a:cubicBezTo>
                    <a:cubicBezTo>
                      <a:pt x="39136" y="34973"/>
                      <a:pt x="28968" y="450"/>
                      <a:pt x="28968" y="450"/>
                    </a:cubicBezTo>
                    <a:cubicBezTo>
                      <a:pt x="27384" y="423"/>
                      <a:pt x="25851" y="260"/>
                      <a:pt x="2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6"/>
              <p:cNvSpPr/>
              <p:nvPr/>
            </p:nvSpPr>
            <p:spPr>
              <a:xfrm>
                <a:off x="684646" y="1942580"/>
                <a:ext cx="303273" cy="298344"/>
              </a:xfrm>
              <a:custGeom>
                <a:avLst/>
                <a:gdLst/>
                <a:ahLst/>
                <a:cxnLst/>
                <a:rect l="l" t="t" r="r" b="b"/>
                <a:pathLst>
                  <a:path w="13044" h="12832" extrusionOk="0">
                    <a:moveTo>
                      <a:pt x="7432" y="1682"/>
                    </a:moveTo>
                    <a:cubicBezTo>
                      <a:pt x="9597" y="1682"/>
                      <a:pt x="11360" y="3444"/>
                      <a:pt x="11360" y="5610"/>
                    </a:cubicBezTo>
                    <a:lnTo>
                      <a:pt x="11360" y="7217"/>
                    </a:lnTo>
                    <a:cubicBezTo>
                      <a:pt x="11360" y="9385"/>
                      <a:pt x="9599" y="11147"/>
                      <a:pt x="7432" y="11147"/>
                    </a:cubicBezTo>
                    <a:lnTo>
                      <a:pt x="5612" y="11147"/>
                    </a:lnTo>
                    <a:cubicBezTo>
                      <a:pt x="3447" y="11147"/>
                      <a:pt x="1683" y="9384"/>
                      <a:pt x="1683" y="7217"/>
                    </a:cubicBezTo>
                    <a:lnTo>
                      <a:pt x="1683" y="5610"/>
                    </a:lnTo>
                    <a:cubicBezTo>
                      <a:pt x="1683" y="3444"/>
                      <a:pt x="3445" y="1682"/>
                      <a:pt x="5612" y="1682"/>
                    </a:cubicBezTo>
                    <a:close/>
                    <a:moveTo>
                      <a:pt x="5612" y="0"/>
                    </a:moveTo>
                    <a:cubicBezTo>
                      <a:pt x="2517" y="0"/>
                      <a:pt x="0" y="2517"/>
                      <a:pt x="0" y="5612"/>
                    </a:cubicBezTo>
                    <a:lnTo>
                      <a:pt x="0" y="7219"/>
                    </a:lnTo>
                    <a:cubicBezTo>
                      <a:pt x="0" y="10313"/>
                      <a:pt x="2517" y="12832"/>
                      <a:pt x="5612" y="12832"/>
                    </a:cubicBezTo>
                    <a:lnTo>
                      <a:pt x="7432" y="12832"/>
                    </a:lnTo>
                    <a:cubicBezTo>
                      <a:pt x="10527" y="12832"/>
                      <a:pt x="13043" y="10313"/>
                      <a:pt x="13043" y="7219"/>
                    </a:cubicBezTo>
                    <a:lnTo>
                      <a:pt x="13043" y="5612"/>
                    </a:lnTo>
                    <a:cubicBezTo>
                      <a:pt x="13043" y="2517"/>
                      <a:pt x="10527" y="0"/>
                      <a:pt x="74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616175" y="2074152"/>
                <a:ext cx="440216" cy="440239"/>
              </a:xfrm>
              <a:custGeom>
                <a:avLst/>
                <a:gdLst/>
                <a:ahLst/>
                <a:cxnLst/>
                <a:rect l="l" t="t" r="r" b="b"/>
                <a:pathLst>
                  <a:path w="18934" h="18935" extrusionOk="0">
                    <a:moveTo>
                      <a:pt x="5504" y="1"/>
                    </a:moveTo>
                    <a:cubicBezTo>
                      <a:pt x="2477" y="1"/>
                      <a:pt x="0" y="2478"/>
                      <a:pt x="0" y="5507"/>
                    </a:cubicBezTo>
                    <a:lnTo>
                      <a:pt x="0" y="13430"/>
                    </a:lnTo>
                    <a:cubicBezTo>
                      <a:pt x="0" y="16458"/>
                      <a:pt x="2477" y="18934"/>
                      <a:pt x="5504" y="18934"/>
                    </a:cubicBezTo>
                    <a:lnTo>
                      <a:pt x="13429" y="18934"/>
                    </a:lnTo>
                    <a:cubicBezTo>
                      <a:pt x="16456" y="18934"/>
                      <a:pt x="18933" y="16458"/>
                      <a:pt x="18933" y="13430"/>
                    </a:cubicBezTo>
                    <a:lnTo>
                      <a:pt x="18933" y="5507"/>
                    </a:lnTo>
                    <a:cubicBezTo>
                      <a:pt x="18933" y="2478"/>
                      <a:pt x="16456" y="1"/>
                      <a:pt x="134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643866" y="2101866"/>
                <a:ext cx="412525" cy="412478"/>
              </a:xfrm>
              <a:custGeom>
                <a:avLst/>
                <a:gdLst/>
                <a:ahLst/>
                <a:cxnLst/>
                <a:rect l="l" t="t" r="r" b="b"/>
                <a:pathLst>
                  <a:path w="17743" h="17741" extrusionOk="0">
                    <a:moveTo>
                      <a:pt x="15642" y="0"/>
                    </a:moveTo>
                    <a:lnTo>
                      <a:pt x="15642" y="0"/>
                    </a:lnTo>
                    <a:cubicBezTo>
                      <a:pt x="16386" y="940"/>
                      <a:pt x="16832" y="2123"/>
                      <a:pt x="16832" y="3404"/>
                    </a:cubicBezTo>
                    <a:lnTo>
                      <a:pt x="16832" y="11329"/>
                    </a:lnTo>
                    <a:cubicBezTo>
                      <a:pt x="16832" y="14356"/>
                      <a:pt x="14356" y="16834"/>
                      <a:pt x="11328" y="16834"/>
                    </a:cubicBezTo>
                    <a:lnTo>
                      <a:pt x="3405" y="16834"/>
                    </a:lnTo>
                    <a:cubicBezTo>
                      <a:pt x="2121" y="16834"/>
                      <a:pt x="940" y="16384"/>
                      <a:pt x="0" y="15641"/>
                    </a:cubicBezTo>
                    <a:lnTo>
                      <a:pt x="0" y="15641"/>
                    </a:lnTo>
                    <a:cubicBezTo>
                      <a:pt x="1011" y="16915"/>
                      <a:pt x="2568" y="17741"/>
                      <a:pt x="4312" y="17741"/>
                    </a:cubicBezTo>
                    <a:lnTo>
                      <a:pt x="12237" y="17741"/>
                    </a:lnTo>
                    <a:cubicBezTo>
                      <a:pt x="15264" y="17741"/>
                      <a:pt x="17741" y="15265"/>
                      <a:pt x="17741" y="12237"/>
                    </a:cubicBezTo>
                    <a:lnTo>
                      <a:pt x="17741" y="4313"/>
                    </a:lnTo>
                    <a:cubicBezTo>
                      <a:pt x="17742" y="2571"/>
                      <a:pt x="16917" y="1011"/>
                      <a:pt x="156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6"/>
              <p:cNvSpPr/>
              <p:nvPr/>
            </p:nvSpPr>
            <p:spPr>
              <a:xfrm>
                <a:off x="770229" y="2177754"/>
                <a:ext cx="132107" cy="260307"/>
              </a:xfrm>
              <a:custGeom>
                <a:avLst/>
                <a:gdLst/>
                <a:ahLst/>
                <a:cxnLst/>
                <a:rect l="l" t="t" r="r" b="b"/>
                <a:pathLst>
                  <a:path w="5682" h="11196" extrusionOk="0">
                    <a:moveTo>
                      <a:pt x="2841" y="1"/>
                    </a:moveTo>
                    <a:cubicBezTo>
                      <a:pt x="1272" y="1"/>
                      <a:pt x="0" y="1272"/>
                      <a:pt x="0" y="2841"/>
                    </a:cubicBezTo>
                    <a:cubicBezTo>
                      <a:pt x="0" y="3966"/>
                      <a:pt x="659" y="4931"/>
                      <a:pt x="1610" y="5390"/>
                    </a:cubicBezTo>
                    <a:lnTo>
                      <a:pt x="197" y="10712"/>
                    </a:lnTo>
                    <a:cubicBezTo>
                      <a:pt x="142" y="10978"/>
                      <a:pt x="320" y="11195"/>
                      <a:pt x="592" y="11195"/>
                    </a:cubicBezTo>
                    <a:lnTo>
                      <a:pt x="5093" y="11195"/>
                    </a:lnTo>
                    <a:cubicBezTo>
                      <a:pt x="5362" y="11195"/>
                      <a:pt x="5541" y="10979"/>
                      <a:pt x="5487" y="10712"/>
                    </a:cubicBezTo>
                    <a:lnTo>
                      <a:pt x="4074" y="5389"/>
                    </a:lnTo>
                    <a:cubicBezTo>
                      <a:pt x="5021" y="4931"/>
                      <a:pt x="5681" y="3969"/>
                      <a:pt x="5681" y="2841"/>
                    </a:cubicBezTo>
                    <a:cubicBezTo>
                      <a:pt x="5681" y="1272"/>
                      <a:pt x="4409" y="1"/>
                      <a:pt x="28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6"/>
              <p:cNvSpPr/>
              <p:nvPr/>
            </p:nvSpPr>
            <p:spPr>
              <a:xfrm>
                <a:off x="1520181" y="2312813"/>
                <a:ext cx="460792" cy="419849"/>
              </a:xfrm>
              <a:custGeom>
                <a:avLst/>
                <a:gdLst/>
                <a:ahLst/>
                <a:cxnLst/>
                <a:rect l="l" t="t" r="r" b="b"/>
                <a:pathLst>
                  <a:path w="19819" h="18058" extrusionOk="0">
                    <a:moveTo>
                      <a:pt x="9912" y="2045"/>
                    </a:moveTo>
                    <a:cubicBezTo>
                      <a:pt x="11699" y="2045"/>
                      <a:pt x="13486" y="2726"/>
                      <a:pt x="14849" y="4089"/>
                    </a:cubicBezTo>
                    <a:cubicBezTo>
                      <a:pt x="17573" y="6818"/>
                      <a:pt x="17573" y="11238"/>
                      <a:pt x="14849" y="13963"/>
                    </a:cubicBezTo>
                    <a:cubicBezTo>
                      <a:pt x="13485" y="15326"/>
                      <a:pt x="11698" y="16007"/>
                      <a:pt x="9911" y="16007"/>
                    </a:cubicBezTo>
                    <a:cubicBezTo>
                      <a:pt x="8124" y="16007"/>
                      <a:pt x="6338" y="15326"/>
                      <a:pt x="4975" y="13963"/>
                    </a:cubicBezTo>
                    <a:cubicBezTo>
                      <a:pt x="2250" y="11238"/>
                      <a:pt x="2250" y="6817"/>
                      <a:pt x="4975" y="4089"/>
                    </a:cubicBezTo>
                    <a:cubicBezTo>
                      <a:pt x="6338" y="2726"/>
                      <a:pt x="8125" y="2045"/>
                      <a:pt x="9912" y="2045"/>
                    </a:cubicBezTo>
                    <a:close/>
                    <a:moveTo>
                      <a:pt x="9911" y="1"/>
                    </a:moveTo>
                    <a:cubicBezTo>
                      <a:pt x="7601" y="1"/>
                      <a:pt x="5289" y="882"/>
                      <a:pt x="3526" y="2645"/>
                    </a:cubicBezTo>
                    <a:cubicBezTo>
                      <a:pt x="1" y="6171"/>
                      <a:pt x="1" y="11887"/>
                      <a:pt x="3526" y="15413"/>
                    </a:cubicBezTo>
                    <a:cubicBezTo>
                      <a:pt x="5289" y="17176"/>
                      <a:pt x="7600" y="18057"/>
                      <a:pt x="9910" y="18057"/>
                    </a:cubicBezTo>
                    <a:cubicBezTo>
                      <a:pt x="12221" y="18057"/>
                      <a:pt x="14531" y="17176"/>
                      <a:pt x="16294" y="15413"/>
                    </a:cubicBezTo>
                    <a:cubicBezTo>
                      <a:pt x="19819" y="11887"/>
                      <a:pt x="19819" y="6171"/>
                      <a:pt x="16294" y="2645"/>
                    </a:cubicBezTo>
                    <a:cubicBezTo>
                      <a:pt x="14533" y="882"/>
                      <a:pt x="12222" y="1"/>
                      <a:pt x="99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6"/>
              <p:cNvSpPr/>
              <p:nvPr/>
            </p:nvSpPr>
            <p:spPr>
              <a:xfrm>
                <a:off x="1572494" y="2360336"/>
                <a:ext cx="356283" cy="324663"/>
              </a:xfrm>
              <a:custGeom>
                <a:avLst/>
                <a:gdLst/>
                <a:ahLst/>
                <a:cxnLst/>
                <a:rect l="l" t="t" r="r" b="b"/>
                <a:pathLst>
                  <a:path w="15324" h="13964" extrusionOk="0">
                    <a:moveTo>
                      <a:pt x="7662" y="1"/>
                    </a:moveTo>
                    <a:cubicBezTo>
                      <a:pt x="5875" y="1"/>
                      <a:pt x="4088" y="682"/>
                      <a:pt x="2725" y="2045"/>
                    </a:cubicBezTo>
                    <a:cubicBezTo>
                      <a:pt x="0" y="4773"/>
                      <a:pt x="0" y="9194"/>
                      <a:pt x="2725" y="11919"/>
                    </a:cubicBezTo>
                    <a:cubicBezTo>
                      <a:pt x="4088" y="13282"/>
                      <a:pt x="5874" y="13963"/>
                      <a:pt x="7661" y="13963"/>
                    </a:cubicBezTo>
                    <a:cubicBezTo>
                      <a:pt x="9448" y="13963"/>
                      <a:pt x="11235" y="13282"/>
                      <a:pt x="12599" y="11919"/>
                    </a:cubicBezTo>
                    <a:cubicBezTo>
                      <a:pt x="15323" y="9194"/>
                      <a:pt x="15323" y="4774"/>
                      <a:pt x="12599" y="2045"/>
                    </a:cubicBezTo>
                    <a:cubicBezTo>
                      <a:pt x="11236" y="682"/>
                      <a:pt x="9449" y="1"/>
                      <a:pt x="76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6"/>
              <p:cNvSpPr/>
              <p:nvPr/>
            </p:nvSpPr>
            <p:spPr>
              <a:xfrm>
                <a:off x="1847100" y="2619178"/>
                <a:ext cx="206506" cy="206483"/>
              </a:xfrm>
              <a:custGeom>
                <a:avLst/>
                <a:gdLst/>
                <a:ahLst/>
                <a:cxnLst/>
                <a:rect l="l" t="t" r="r" b="b"/>
                <a:pathLst>
                  <a:path w="8882" h="8881" extrusionOk="0">
                    <a:moveTo>
                      <a:pt x="1573" y="0"/>
                    </a:moveTo>
                    <a:lnTo>
                      <a:pt x="0" y="1574"/>
                    </a:lnTo>
                    <a:lnTo>
                      <a:pt x="7309" y="8880"/>
                    </a:lnTo>
                    <a:lnTo>
                      <a:pt x="8882" y="7310"/>
                    </a:lnTo>
                    <a:lnTo>
                      <a:pt x="15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6"/>
              <p:cNvSpPr/>
              <p:nvPr/>
            </p:nvSpPr>
            <p:spPr>
              <a:xfrm>
                <a:off x="1980462" y="2752540"/>
                <a:ext cx="73144" cy="73121"/>
              </a:xfrm>
              <a:custGeom>
                <a:avLst/>
                <a:gdLst/>
                <a:ahLst/>
                <a:cxnLst/>
                <a:rect l="l" t="t" r="r" b="b"/>
                <a:pathLst>
                  <a:path w="3146" h="3145" extrusionOk="0">
                    <a:moveTo>
                      <a:pt x="1573" y="0"/>
                    </a:moveTo>
                    <a:lnTo>
                      <a:pt x="0" y="1574"/>
                    </a:lnTo>
                    <a:lnTo>
                      <a:pt x="1573" y="3144"/>
                    </a:lnTo>
                    <a:lnTo>
                      <a:pt x="3146" y="1574"/>
                    </a:lnTo>
                    <a:lnTo>
                      <a:pt x="1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6"/>
              <p:cNvSpPr/>
              <p:nvPr/>
            </p:nvSpPr>
            <p:spPr>
              <a:xfrm>
                <a:off x="1727339" y="2398978"/>
                <a:ext cx="50057" cy="50034"/>
              </a:xfrm>
              <a:custGeom>
                <a:avLst/>
                <a:gdLst/>
                <a:ahLst/>
                <a:cxnLst/>
                <a:rect l="l" t="t" r="r" b="b"/>
                <a:pathLst>
                  <a:path w="2153" h="2152" extrusionOk="0">
                    <a:moveTo>
                      <a:pt x="1077" y="0"/>
                    </a:moveTo>
                    <a:cubicBezTo>
                      <a:pt x="482" y="0"/>
                      <a:pt x="0" y="482"/>
                      <a:pt x="0" y="1076"/>
                    </a:cubicBezTo>
                    <a:cubicBezTo>
                      <a:pt x="0" y="1669"/>
                      <a:pt x="482" y="2151"/>
                      <a:pt x="1077" y="2151"/>
                    </a:cubicBezTo>
                    <a:cubicBezTo>
                      <a:pt x="1671" y="2151"/>
                      <a:pt x="2153" y="1669"/>
                      <a:pt x="2153" y="1076"/>
                    </a:cubicBezTo>
                    <a:cubicBezTo>
                      <a:pt x="2153" y="482"/>
                      <a:pt x="1671" y="0"/>
                      <a:pt x="10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1" name="Google Shape;313;p32">
            <a:extLst>
              <a:ext uri="{FF2B5EF4-FFF2-40B4-BE49-F238E27FC236}">
                <a16:creationId xmlns:a16="http://schemas.microsoft.com/office/drawing/2014/main" id="{DFC1D064-89BE-41C9-BCC6-77596C2AED5C}"/>
              </a:ext>
            </a:extLst>
          </p:cNvPr>
          <p:cNvSpPr/>
          <p:nvPr/>
        </p:nvSpPr>
        <p:spPr>
          <a:xfrm>
            <a:off x="1927120" y="1662090"/>
            <a:ext cx="411678" cy="410184"/>
          </a:xfrm>
          <a:prstGeom prst="ellipse">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6">
                  <a:lumMod val="85000"/>
                </a:schemeClr>
              </a:solidFill>
            </a:endParaRPr>
          </a:p>
        </p:txBody>
      </p:sp>
      <p:sp>
        <p:nvSpPr>
          <p:cNvPr id="26" name="ZoneTexte 25">
            <a:extLst>
              <a:ext uri="{FF2B5EF4-FFF2-40B4-BE49-F238E27FC236}">
                <a16:creationId xmlns:a16="http://schemas.microsoft.com/office/drawing/2014/main" id="{96775342-B8A0-4152-BE98-92C1219C871D}"/>
              </a:ext>
            </a:extLst>
          </p:cNvPr>
          <p:cNvSpPr txBox="1"/>
          <p:nvPr/>
        </p:nvSpPr>
        <p:spPr>
          <a:xfrm>
            <a:off x="4829305" y="3170601"/>
            <a:ext cx="490316" cy="369332"/>
          </a:xfrm>
          <a:prstGeom prst="rect">
            <a:avLst/>
          </a:prstGeom>
          <a:noFill/>
        </p:spPr>
        <p:txBody>
          <a:bodyPr wrap="square" rtlCol="0">
            <a:spAutoFit/>
          </a:bodyPr>
          <a:lstStyle/>
          <a:p>
            <a:r>
              <a:rPr lang="fr-FR" sz="1800" dirty="0">
                <a:solidFill>
                  <a:schemeClr val="accent6">
                    <a:lumMod val="85000"/>
                  </a:schemeClr>
                </a:solidFill>
              </a:rPr>
              <a:t>07</a:t>
            </a:r>
          </a:p>
        </p:txBody>
      </p:sp>
      <p:sp>
        <p:nvSpPr>
          <p:cNvPr id="64" name="ZoneTexte 63">
            <a:extLst>
              <a:ext uri="{FF2B5EF4-FFF2-40B4-BE49-F238E27FC236}">
                <a16:creationId xmlns:a16="http://schemas.microsoft.com/office/drawing/2014/main" id="{EE1C9EDC-5123-42A8-B4A8-315039E46326}"/>
              </a:ext>
            </a:extLst>
          </p:cNvPr>
          <p:cNvSpPr txBox="1"/>
          <p:nvPr/>
        </p:nvSpPr>
        <p:spPr>
          <a:xfrm>
            <a:off x="1898816" y="2479739"/>
            <a:ext cx="472501" cy="369332"/>
          </a:xfrm>
          <a:prstGeom prst="rect">
            <a:avLst/>
          </a:prstGeom>
          <a:noFill/>
        </p:spPr>
        <p:txBody>
          <a:bodyPr wrap="square" rtlCol="0">
            <a:spAutoFit/>
          </a:bodyPr>
          <a:lstStyle/>
          <a:p>
            <a:r>
              <a:rPr lang="fr-FR" sz="1800" dirty="0">
                <a:solidFill>
                  <a:schemeClr val="accent6">
                    <a:lumMod val="85000"/>
                  </a:schemeClr>
                </a:solidFill>
              </a:rPr>
              <a:t>02</a:t>
            </a:r>
          </a:p>
        </p:txBody>
      </p:sp>
      <p:sp>
        <p:nvSpPr>
          <p:cNvPr id="65" name="ZoneTexte 64">
            <a:extLst>
              <a:ext uri="{FF2B5EF4-FFF2-40B4-BE49-F238E27FC236}">
                <a16:creationId xmlns:a16="http://schemas.microsoft.com/office/drawing/2014/main" id="{A9C5DF78-968D-4580-91AC-829DC72388AF}"/>
              </a:ext>
            </a:extLst>
          </p:cNvPr>
          <p:cNvSpPr txBox="1"/>
          <p:nvPr/>
        </p:nvSpPr>
        <p:spPr>
          <a:xfrm>
            <a:off x="1893692" y="1675559"/>
            <a:ext cx="472501" cy="369332"/>
          </a:xfrm>
          <a:prstGeom prst="rect">
            <a:avLst/>
          </a:prstGeom>
          <a:noFill/>
        </p:spPr>
        <p:txBody>
          <a:bodyPr wrap="square" rtlCol="0">
            <a:spAutoFit/>
          </a:bodyPr>
          <a:lstStyle/>
          <a:p>
            <a:r>
              <a:rPr lang="fr-FR" sz="1800" dirty="0">
                <a:solidFill>
                  <a:schemeClr val="accent6">
                    <a:lumMod val="85000"/>
                  </a:schemeClr>
                </a:solidFill>
              </a:rPr>
              <a:t>01</a:t>
            </a:r>
          </a:p>
        </p:txBody>
      </p:sp>
      <p:sp>
        <p:nvSpPr>
          <p:cNvPr id="68" name="Google Shape;313;p32">
            <a:extLst>
              <a:ext uri="{FF2B5EF4-FFF2-40B4-BE49-F238E27FC236}">
                <a16:creationId xmlns:a16="http://schemas.microsoft.com/office/drawing/2014/main" id="{C5A48D94-30E1-4A04-AE93-FE18ECD1F566}"/>
              </a:ext>
            </a:extLst>
          </p:cNvPr>
          <p:cNvSpPr/>
          <p:nvPr/>
        </p:nvSpPr>
        <p:spPr>
          <a:xfrm>
            <a:off x="1927120" y="2459097"/>
            <a:ext cx="411678" cy="410184"/>
          </a:xfrm>
          <a:prstGeom prst="ellipse">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6">
                  <a:lumMod val="85000"/>
                </a:schemeClr>
              </a:solidFill>
            </a:endParaRPr>
          </a:p>
        </p:txBody>
      </p:sp>
      <p:sp>
        <p:nvSpPr>
          <p:cNvPr id="69" name="Google Shape;313;p32">
            <a:extLst>
              <a:ext uri="{FF2B5EF4-FFF2-40B4-BE49-F238E27FC236}">
                <a16:creationId xmlns:a16="http://schemas.microsoft.com/office/drawing/2014/main" id="{7E2BC1C7-6CC7-4771-A948-06A034C0CCC1}"/>
              </a:ext>
            </a:extLst>
          </p:cNvPr>
          <p:cNvSpPr/>
          <p:nvPr/>
        </p:nvSpPr>
        <p:spPr>
          <a:xfrm>
            <a:off x="1977715" y="3295589"/>
            <a:ext cx="411678" cy="410184"/>
          </a:xfrm>
          <a:prstGeom prst="ellipse">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6">
                  <a:lumMod val="85000"/>
                </a:schemeClr>
              </a:solidFill>
            </a:endParaRPr>
          </a:p>
        </p:txBody>
      </p:sp>
      <p:sp>
        <p:nvSpPr>
          <p:cNvPr id="70" name="Google Shape;313;p32">
            <a:extLst>
              <a:ext uri="{FF2B5EF4-FFF2-40B4-BE49-F238E27FC236}">
                <a16:creationId xmlns:a16="http://schemas.microsoft.com/office/drawing/2014/main" id="{4BB4C448-9523-4266-AFED-A0148A2D1194}"/>
              </a:ext>
            </a:extLst>
          </p:cNvPr>
          <p:cNvSpPr/>
          <p:nvPr/>
        </p:nvSpPr>
        <p:spPr>
          <a:xfrm>
            <a:off x="4784017" y="2387659"/>
            <a:ext cx="411678" cy="410184"/>
          </a:xfrm>
          <a:prstGeom prst="ellipse">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6">
                  <a:lumMod val="85000"/>
                </a:schemeClr>
              </a:solidFill>
            </a:endParaRPr>
          </a:p>
        </p:txBody>
      </p:sp>
      <p:sp>
        <p:nvSpPr>
          <p:cNvPr id="72" name="Google Shape;313;p32">
            <a:extLst>
              <a:ext uri="{FF2B5EF4-FFF2-40B4-BE49-F238E27FC236}">
                <a16:creationId xmlns:a16="http://schemas.microsoft.com/office/drawing/2014/main" id="{2FB3072E-A845-4926-B9F1-E469B113367F}"/>
              </a:ext>
            </a:extLst>
          </p:cNvPr>
          <p:cNvSpPr/>
          <p:nvPr/>
        </p:nvSpPr>
        <p:spPr>
          <a:xfrm>
            <a:off x="4844553" y="3170601"/>
            <a:ext cx="411678" cy="410184"/>
          </a:xfrm>
          <a:prstGeom prst="ellipse">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6">
                  <a:lumMod val="85000"/>
                </a:schemeClr>
              </a:solidFill>
            </a:endParaRPr>
          </a:p>
        </p:txBody>
      </p:sp>
      <p:sp>
        <p:nvSpPr>
          <p:cNvPr id="76" name="Sous-titre 6">
            <a:extLst>
              <a:ext uri="{FF2B5EF4-FFF2-40B4-BE49-F238E27FC236}">
                <a16:creationId xmlns:a16="http://schemas.microsoft.com/office/drawing/2014/main" id="{FFA111D2-79FA-4EC6-9009-862A81BE05B4}"/>
              </a:ext>
            </a:extLst>
          </p:cNvPr>
          <p:cNvSpPr txBox="1">
            <a:spLocks/>
          </p:cNvSpPr>
          <p:nvPr/>
        </p:nvSpPr>
        <p:spPr>
          <a:xfrm>
            <a:off x="2398604" y="1619097"/>
            <a:ext cx="2051274" cy="4750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marL="139700" indent="0"/>
            <a:r>
              <a:rPr lang="fr-FR" sz="1800" dirty="0">
                <a:solidFill>
                  <a:schemeClr val="accent6">
                    <a:lumMod val="85000"/>
                  </a:schemeClr>
                </a:solidFill>
              </a:rPr>
              <a:t>Introduction </a:t>
            </a:r>
          </a:p>
        </p:txBody>
      </p:sp>
      <p:sp>
        <p:nvSpPr>
          <p:cNvPr id="78" name="ZoneTexte 77">
            <a:extLst>
              <a:ext uri="{FF2B5EF4-FFF2-40B4-BE49-F238E27FC236}">
                <a16:creationId xmlns:a16="http://schemas.microsoft.com/office/drawing/2014/main" id="{0A5C532B-5893-457C-8112-4474B3FC3D3D}"/>
              </a:ext>
            </a:extLst>
          </p:cNvPr>
          <p:cNvSpPr txBox="1"/>
          <p:nvPr/>
        </p:nvSpPr>
        <p:spPr>
          <a:xfrm>
            <a:off x="1969768" y="3312508"/>
            <a:ext cx="490316" cy="369332"/>
          </a:xfrm>
          <a:prstGeom prst="rect">
            <a:avLst/>
          </a:prstGeom>
          <a:noFill/>
        </p:spPr>
        <p:txBody>
          <a:bodyPr wrap="square" rtlCol="0">
            <a:spAutoFit/>
          </a:bodyPr>
          <a:lstStyle/>
          <a:p>
            <a:r>
              <a:rPr lang="fr-FR" sz="1800" dirty="0">
                <a:solidFill>
                  <a:schemeClr val="accent6">
                    <a:lumMod val="85000"/>
                  </a:schemeClr>
                </a:solidFill>
              </a:rPr>
              <a:t>03</a:t>
            </a:r>
          </a:p>
        </p:txBody>
      </p:sp>
      <p:sp>
        <p:nvSpPr>
          <p:cNvPr id="81" name="ZoneTexte 80">
            <a:extLst>
              <a:ext uri="{FF2B5EF4-FFF2-40B4-BE49-F238E27FC236}">
                <a16:creationId xmlns:a16="http://schemas.microsoft.com/office/drawing/2014/main" id="{40844EE2-0D1D-4987-A589-03E8AE4A9165}"/>
              </a:ext>
            </a:extLst>
          </p:cNvPr>
          <p:cNvSpPr txBox="1"/>
          <p:nvPr/>
        </p:nvSpPr>
        <p:spPr>
          <a:xfrm>
            <a:off x="4774731" y="2423515"/>
            <a:ext cx="490316" cy="369332"/>
          </a:xfrm>
          <a:prstGeom prst="rect">
            <a:avLst/>
          </a:prstGeom>
          <a:noFill/>
        </p:spPr>
        <p:txBody>
          <a:bodyPr wrap="square" rtlCol="0">
            <a:spAutoFit/>
          </a:bodyPr>
          <a:lstStyle/>
          <a:p>
            <a:r>
              <a:rPr lang="fr-FR" sz="1800" dirty="0">
                <a:solidFill>
                  <a:schemeClr val="accent6">
                    <a:lumMod val="85000"/>
                  </a:schemeClr>
                </a:solidFill>
              </a:rPr>
              <a:t>06</a:t>
            </a:r>
          </a:p>
        </p:txBody>
      </p:sp>
      <p:sp>
        <p:nvSpPr>
          <p:cNvPr id="82" name="Sous-titre 6">
            <a:extLst>
              <a:ext uri="{FF2B5EF4-FFF2-40B4-BE49-F238E27FC236}">
                <a16:creationId xmlns:a16="http://schemas.microsoft.com/office/drawing/2014/main" id="{08552FFB-2E77-4159-B81C-F22A022D7ABC}"/>
              </a:ext>
            </a:extLst>
          </p:cNvPr>
          <p:cNvSpPr txBox="1">
            <a:spLocks/>
          </p:cNvSpPr>
          <p:nvPr/>
        </p:nvSpPr>
        <p:spPr>
          <a:xfrm>
            <a:off x="2300589" y="2423515"/>
            <a:ext cx="2416447" cy="5931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marL="139700" indent="0"/>
            <a:r>
              <a:rPr lang="fr-FR" sz="1800" dirty="0">
                <a:solidFill>
                  <a:schemeClr val="accent6">
                    <a:lumMod val="85000"/>
                  </a:schemeClr>
                </a:solidFill>
              </a:rPr>
              <a:t>Contexte Général</a:t>
            </a:r>
          </a:p>
        </p:txBody>
      </p:sp>
      <p:grpSp>
        <p:nvGrpSpPr>
          <p:cNvPr id="642" name="Google Shape;351;p36">
            <a:extLst>
              <a:ext uri="{FF2B5EF4-FFF2-40B4-BE49-F238E27FC236}">
                <a16:creationId xmlns:a16="http://schemas.microsoft.com/office/drawing/2014/main" id="{DE189BA4-9880-4288-8ED2-53CB1FF8135F}"/>
              </a:ext>
            </a:extLst>
          </p:cNvPr>
          <p:cNvGrpSpPr/>
          <p:nvPr/>
        </p:nvGrpSpPr>
        <p:grpSpPr>
          <a:xfrm>
            <a:off x="-609387" y="2652981"/>
            <a:ext cx="2526009" cy="2145420"/>
            <a:chOff x="-304800" y="3302886"/>
            <a:chExt cx="2526009" cy="2145420"/>
          </a:xfrm>
        </p:grpSpPr>
        <p:sp>
          <p:nvSpPr>
            <p:cNvPr id="643" name="Google Shape;352;p36">
              <a:extLst>
                <a:ext uri="{FF2B5EF4-FFF2-40B4-BE49-F238E27FC236}">
                  <a16:creationId xmlns:a16="http://schemas.microsoft.com/office/drawing/2014/main" id="{69074590-8C5D-4370-A225-9CFA05C21071}"/>
                </a:ext>
              </a:extLst>
            </p:cNvPr>
            <p:cNvSpPr/>
            <p:nvPr/>
          </p:nvSpPr>
          <p:spPr>
            <a:xfrm flipH="1">
              <a:off x="-304800" y="4424570"/>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353;p36">
              <a:extLst>
                <a:ext uri="{FF2B5EF4-FFF2-40B4-BE49-F238E27FC236}">
                  <a16:creationId xmlns:a16="http://schemas.microsoft.com/office/drawing/2014/main" id="{DFBC052C-B57A-4B49-B483-E8BEFD3541BA}"/>
                </a:ext>
              </a:extLst>
            </p:cNvPr>
            <p:cNvSpPr/>
            <p:nvPr/>
          </p:nvSpPr>
          <p:spPr>
            <a:xfrm flipH="1">
              <a:off x="297617" y="3302886"/>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354;p36">
              <a:extLst>
                <a:ext uri="{FF2B5EF4-FFF2-40B4-BE49-F238E27FC236}">
                  <a16:creationId xmlns:a16="http://schemas.microsoft.com/office/drawing/2014/main" id="{3D9841E2-0544-43C9-8081-B17B552AC92F}"/>
                </a:ext>
              </a:extLst>
            </p:cNvPr>
            <p:cNvSpPr/>
            <p:nvPr/>
          </p:nvSpPr>
          <p:spPr>
            <a:xfrm flipH="1">
              <a:off x="76203" y="3682662"/>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355;p36">
              <a:extLst>
                <a:ext uri="{FF2B5EF4-FFF2-40B4-BE49-F238E27FC236}">
                  <a16:creationId xmlns:a16="http://schemas.microsoft.com/office/drawing/2014/main" id="{AF2240EA-2433-44A8-B67E-DA25BEF204B8}"/>
                </a:ext>
              </a:extLst>
            </p:cNvPr>
            <p:cNvSpPr/>
            <p:nvPr/>
          </p:nvSpPr>
          <p:spPr>
            <a:xfrm flipH="1">
              <a:off x="2032990" y="4803737"/>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 name="Google Shape;356;p36">
              <a:extLst>
                <a:ext uri="{FF2B5EF4-FFF2-40B4-BE49-F238E27FC236}">
                  <a16:creationId xmlns:a16="http://schemas.microsoft.com/office/drawing/2014/main" id="{06F252E4-E6C8-42F9-8AF3-9F3A81660A99}"/>
                </a:ext>
              </a:extLst>
            </p:cNvPr>
            <p:cNvGrpSpPr/>
            <p:nvPr/>
          </p:nvGrpSpPr>
          <p:grpSpPr>
            <a:xfrm>
              <a:off x="152389" y="3544991"/>
              <a:ext cx="1804419" cy="1446116"/>
              <a:chOff x="1000664" y="3512341"/>
              <a:chExt cx="1804419" cy="1446116"/>
            </a:xfrm>
          </p:grpSpPr>
          <p:sp>
            <p:nvSpPr>
              <p:cNvPr id="648" name="Google Shape;357;p36">
                <a:extLst>
                  <a:ext uri="{FF2B5EF4-FFF2-40B4-BE49-F238E27FC236}">
                    <a16:creationId xmlns:a16="http://schemas.microsoft.com/office/drawing/2014/main" id="{2E2ECA9D-1268-48AE-A5D3-6CFDB4250864}"/>
                  </a:ext>
                </a:extLst>
              </p:cNvPr>
              <p:cNvSpPr/>
              <p:nvPr/>
            </p:nvSpPr>
            <p:spPr>
              <a:xfrm>
                <a:off x="1094142" y="3946510"/>
                <a:ext cx="1617416" cy="987006"/>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358;p36">
                <a:extLst>
                  <a:ext uri="{FF2B5EF4-FFF2-40B4-BE49-F238E27FC236}">
                    <a16:creationId xmlns:a16="http://schemas.microsoft.com/office/drawing/2014/main" id="{D54D5271-6FC7-4E5B-A87C-541DE32DD4A3}"/>
                  </a:ext>
                </a:extLst>
              </p:cNvPr>
              <p:cNvSpPr/>
              <p:nvPr/>
            </p:nvSpPr>
            <p:spPr>
              <a:xfrm>
                <a:off x="1147049" y="4000759"/>
                <a:ext cx="1511793" cy="771553"/>
              </a:xfrm>
              <a:custGeom>
                <a:avLst/>
                <a:gdLst/>
                <a:ahLst/>
                <a:cxnLst/>
                <a:rect l="l" t="t" r="r" b="b"/>
                <a:pathLst>
                  <a:path w="25878" h="13207" extrusionOk="0">
                    <a:moveTo>
                      <a:pt x="1" y="1"/>
                    </a:moveTo>
                    <a:lnTo>
                      <a:pt x="1" y="13206"/>
                    </a:lnTo>
                    <a:lnTo>
                      <a:pt x="25877" y="13206"/>
                    </a:lnTo>
                    <a:lnTo>
                      <a:pt x="258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0" name="Google Shape;359;p36">
                <a:extLst>
                  <a:ext uri="{FF2B5EF4-FFF2-40B4-BE49-F238E27FC236}">
                    <a16:creationId xmlns:a16="http://schemas.microsoft.com/office/drawing/2014/main" id="{E05C1DE7-EC8F-4518-A014-BBE0AA62A62A}"/>
                  </a:ext>
                </a:extLst>
              </p:cNvPr>
              <p:cNvSpPr/>
              <p:nvPr/>
            </p:nvSpPr>
            <p:spPr>
              <a:xfrm>
                <a:off x="1000664" y="4832386"/>
                <a:ext cx="1804419" cy="12607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360;p36">
                <a:extLst>
                  <a:ext uri="{FF2B5EF4-FFF2-40B4-BE49-F238E27FC236}">
                    <a16:creationId xmlns:a16="http://schemas.microsoft.com/office/drawing/2014/main" id="{7ED9875D-F128-490E-887C-DE617161AA2C}"/>
                  </a:ext>
                </a:extLst>
              </p:cNvPr>
              <p:cNvSpPr/>
              <p:nvPr/>
            </p:nvSpPr>
            <p:spPr>
              <a:xfrm>
                <a:off x="1724288" y="4832971"/>
                <a:ext cx="358115" cy="4112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361;p36">
                <a:extLst>
                  <a:ext uri="{FF2B5EF4-FFF2-40B4-BE49-F238E27FC236}">
                    <a16:creationId xmlns:a16="http://schemas.microsoft.com/office/drawing/2014/main" id="{E3F73960-9380-441B-9A55-128FE6A0AD8C}"/>
                  </a:ext>
                </a:extLst>
              </p:cNvPr>
              <p:cNvSpPr/>
              <p:nvPr/>
            </p:nvSpPr>
            <p:spPr>
              <a:xfrm>
                <a:off x="1265139" y="4128081"/>
                <a:ext cx="554231" cy="554114"/>
              </a:xfrm>
              <a:custGeom>
                <a:avLst/>
                <a:gdLst/>
                <a:ahLst/>
                <a:cxnLst/>
                <a:rect l="l" t="t" r="r" b="b"/>
                <a:pathLst>
                  <a:path w="9487" h="9485" extrusionOk="0">
                    <a:moveTo>
                      <a:pt x="4744" y="0"/>
                    </a:moveTo>
                    <a:cubicBezTo>
                      <a:pt x="2124" y="0"/>
                      <a:pt x="1" y="2124"/>
                      <a:pt x="1" y="4743"/>
                    </a:cubicBezTo>
                    <a:cubicBezTo>
                      <a:pt x="1" y="7362"/>
                      <a:pt x="2125" y="9485"/>
                      <a:pt x="4744" y="9485"/>
                    </a:cubicBezTo>
                    <a:cubicBezTo>
                      <a:pt x="7363" y="9485"/>
                      <a:pt x="9486" y="7362"/>
                      <a:pt x="9486" y="4743"/>
                    </a:cubicBezTo>
                    <a:cubicBezTo>
                      <a:pt x="9486" y="2124"/>
                      <a:pt x="7363" y="0"/>
                      <a:pt x="47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362;p36">
                <a:extLst>
                  <a:ext uri="{FF2B5EF4-FFF2-40B4-BE49-F238E27FC236}">
                    <a16:creationId xmlns:a16="http://schemas.microsoft.com/office/drawing/2014/main" id="{DF276D2C-77DE-44F0-A946-99E2CE83E53D}"/>
                  </a:ext>
                </a:extLst>
              </p:cNvPr>
              <p:cNvSpPr/>
              <p:nvPr/>
            </p:nvSpPr>
            <p:spPr>
              <a:xfrm>
                <a:off x="1455077" y="4229331"/>
                <a:ext cx="174617" cy="171755"/>
              </a:xfrm>
              <a:custGeom>
                <a:avLst/>
                <a:gdLst/>
                <a:ahLst/>
                <a:cxnLst/>
                <a:rect l="l" t="t" r="r" b="b"/>
                <a:pathLst>
                  <a:path w="2989" h="2940" extrusionOk="0">
                    <a:moveTo>
                      <a:pt x="1704" y="385"/>
                    </a:moveTo>
                    <a:cubicBezTo>
                      <a:pt x="2200" y="385"/>
                      <a:pt x="2604" y="790"/>
                      <a:pt x="2604" y="1286"/>
                    </a:cubicBezTo>
                    <a:lnTo>
                      <a:pt x="2604" y="1653"/>
                    </a:lnTo>
                    <a:cubicBezTo>
                      <a:pt x="2604" y="2149"/>
                      <a:pt x="2199" y="2554"/>
                      <a:pt x="1704" y="2554"/>
                    </a:cubicBezTo>
                    <a:lnTo>
                      <a:pt x="1286" y="2554"/>
                    </a:lnTo>
                    <a:cubicBezTo>
                      <a:pt x="791" y="2554"/>
                      <a:pt x="387" y="2150"/>
                      <a:pt x="387" y="1653"/>
                    </a:cubicBezTo>
                    <a:lnTo>
                      <a:pt x="387" y="1286"/>
                    </a:lnTo>
                    <a:cubicBezTo>
                      <a:pt x="387" y="790"/>
                      <a:pt x="791" y="385"/>
                      <a:pt x="1286" y="385"/>
                    </a:cubicBezTo>
                    <a:close/>
                    <a:moveTo>
                      <a:pt x="1286" y="0"/>
                    </a:moveTo>
                    <a:cubicBezTo>
                      <a:pt x="577" y="0"/>
                      <a:pt x="1" y="577"/>
                      <a:pt x="1" y="1286"/>
                    </a:cubicBezTo>
                    <a:lnTo>
                      <a:pt x="1" y="1653"/>
                    </a:lnTo>
                    <a:cubicBezTo>
                      <a:pt x="1" y="2363"/>
                      <a:pt x="578" y="2940"/>
                      <a:pt x="1286" y="2940"/>
                    </a:cubicBezTo>
                    <a:lnTo>
                      <a:pt x="1704" y="2940"/>
                    </a:lnTo>
                    <a:cubicBezTo>
                      <a:pt x="2412" y="2940"/>
                      <a:pt x="2988" y="2363"/>
                      <a:pt x="2988" y="1653"/>
                    </a:cubicBezTo>
                    <a:lnTo>
                      <a:pt x="2988" y="1286"/>
                    </a:lnTo>
                    <a:cubicBezTo>
                      <a:pt x="2988" y="577"/>
                      <a:pt x="2412" y="0"/>
                      <a:pt x="17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363;p36">
                <a:extLst>
                  <a:ext uri="{FF2B5EF4-FFF2-40B4-BE49-F238E27FC236}">
                    <a16:creationId xmlns:a16="http://schemas.microsoft.com/office/drawing/2014/main" id="{BEF33BEC-B166-4B4F-9562-012736A05BDA}"/>
                  </a:ext>
                </a:extLst>
              </p:cNvPr>
              <p:cNvSpPr/>
              <p:nvPr/>
            </p:nvSpPr>
            <p:spPr>
              <a:xfrm>
                <a:off x="1415734" y="4327833"/>
                <a:ext cx="253368" cy="253426"/>
              </a:xfrm>
              <a:custGeom>
                <a:avLst/>
                <a:gdLst/>
                <a:ahLst/>
                <a:cxnLst/>
                <a:rect l="l" t="t" r="r" b="b"/>
                <a:pathLst>
                  <a:path w="4337" h="4338" extrusionOk="0">
                    <a:moveTo>
                      <a:pt x="1260" y="0"/>
                    </a:moveTo>
                    <a:cubicBezTo>
                      <a:pt x="567" y="0"/>
                      <a:pt x="1" y="568"/>
                      <a:pt x="1" y="1262"/>
                    </a:cubicBezTo>
                    <a:lnTo>
                      <a:pt x="1" y="3076"/>
                    </a:lnTo>
                    <a:cubicBezTo>
                      <a:pt x="1" y="3770"/>
                      <a:pt x="567" y="4338"/>
                      <a:pt x="1260" y="4338"/>
                    </a:cubicBezTo>
                    <a:lnTo>
                      <a:pt x="3076" y="4338"/>
                    </a:lnTo>
                    <a:cubicBezTo>
                      <a:pt x="3768" y="4338"/>
                      <a:pt x="4336" y="3770"/>
                      <a:pt x="4336" y="3076"/>
                    </a:cubicBezTo>
                    <a:lnTo>
                      <a:pt x="4336" y="1262"/>
                    </a:lnTo>
                    <a:cubicBezTo>
                      <a:pt x="4336" y="568"/>
                      <a:pt x="3768" y="0"/>
                      <a:pt x="3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364;p36">
                <a:extLst>
                  <a:ext uri="{FF2B5EF4-FFF2-40B4-BE49-F238E27FC236}">
                    <a16:creationId xmlns:a16="http://schemas.microsoft.com/office/drawing/2014/main" id="{82EAD71B-9044-4287-B4A2-D73352A46B75}"/>
                  </a:ext>
                </a:extLst>
              </p:cNvPr>
              <p:cNvSpPr/>
              <p:nvPr/>
            </p:nvSpPr>
            <p:spPr>
              <a:xfrm>
                <a:off x="1431693" y="4343792"/>
                <a:ext cx="237419" cy="237536"/>
              </a:xfrm>
              <a:custGeom>
                <a:avLst/>
                <a:gdLst/>
                <a:ahLst/>
                <a:cxnLst/>
                <a:rect l="l" t="t" r="r" b="b"/>
                <a:pathLst>
                  <a:path w="4064" h="4066" extrusionOk="0">
                    <a:moveTo>
                      <a:pt x="3583" y="1"/>
                    </a:moveTo>
                    <a:cubicBezTo>
                      <a:pt x="3753" y="216"/>
                      <a:pt x="3855" y="487"/>
                      <a:pt x="3855" y="780"/>
                    </a:cubicBezTo>
                    <a:lnTo>
                      <a:pt x="3855" y="2596"/>
                    </a:lnTo>
                    <a:cubicBezTo>
                      <a:pt x="3855" y="3290"/>
                      <a:pt x="3288" y="3857"/>
                      <a:pt x="2595" y="3857"/>
                    </a:cubicBezTo>
                    <a:lnTo>
                      <a:pt x="779" y="3857"/>
                    </a:lnTo>
                    <a:cubicBezTo>
                      <a:pt x="486" y="3857"/>
                      <a:pt x="215" y="3754"/>
                      <a:pt x="0" y="3585"/>
                    </a:cubicBezTo>
                    <a:lnTo>
                      <a:pt x="0" y="3585"/>
                    </a:lnTo>
                    <a:cubicBezTo>
                      <a:pt x="231" y="3877"/>
                      <a:pt x="589" y="4066"/>
                      <a:pt x="987" y="4066"/>
                    </a:cubicBezTo>
                    <a:lnTo>
                      <a:pt x="2803" y="4066"/>
                    </a:lnTo>
                    <a:cubicBezTo>
                      <a:pt x="3495" y="4066"/>
                      <a:pt x="4063" y="3498"/>
                      <a:pt x="4063" y="2804"/>
                    </a:cubicBezTo>
                    <a:lnTo>
                      <a:pt x="4063" y="990"/>
                    </a:lnTo>
                    <a:cubicBezTo>
                      <a:pt x="4063" y="588"/>
                      <a:pt x="3873" y="232"/>
                      <a:pt x="35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365;p36">
                <a:extLst>
                  <a:ext uri="{FF2B5EF4-FFF2-40B4-BE49-F238E27FC236}">
                    <a16:creationId xmlns:a16="http://schemas.microsoft.com/office/drawing/2014/main" id="{DF2FC7CC-FC89-4A00-B37E-52C7B6A41DC1}"/>
                  </a:ext>
                </a:extLst>
              </p:cNvPr>
              <p:cNvSpPr/>
              <p:nvPr/>
            </p:nvSpPr>
            <p:spPr>
              <a:xfrm>
                <a:off x="1504359" y="4387519"/>
                <a:ext cx="76121" cy="149906"/>
              </a:xfrm>
              <a:custGeom>
                <a:avLst/>
                <a:gdLst/>
                <a:ahLst/>
                <a:cxnLst/>
                <a:rect l="l" t="t" r="r" b="b"/>
                <a:pathLst>
                  <a:path w="1303" h="2566" extrusionOk="0">
                    <a:moveTo>
                      <a:pt x="652" y="1"/>
                    </a:moveTo>
                    <a:cubicBezTo>
                      <a:pt x="292" y="1"/>
                      <a:pt x="1" y="292"/>
                      <a:pt x="1" y="652"/>
                    </a:cubicBezTo>
                    <a:cubicBezTo>
                      <a:pt x="1" y="910"/>
                      <a:pt x="152" y="1131"/>
                      <a:pt x="369" y="1235"/>
                    </a:cubicBezTo>
                    <a:lnTo>
                      <a:pt x="46" y="2454"/>
                    </a:lnTo>
                    <a:cubicBezTo>
                      <a:pt x="32" y="2516"/>
                      <a:pt x="74" y="2566"/>
                      <a:pt x="135" y="2566"/>
                    </a:cubicBezTo>
                    <a:lnTo>
                      <a:pt x="1166" y="2566"/>
                    </a:lnTo>
                    <a:cubicBezTo>
                      <a:pt x="1227" y="2566"/>
                      <a:pt x="1269" y="2516"/>
                      <a:pt x="1256" y="2454"/>
                    </a:cubicBezTo>
                    <a:lnTo>
                      <a:pt x="934" y="1235"/>
                    </a:lnTo>
                    <a:cubicBezTo>
                      <a:pt x="1151" y="1131"/>
                      <a:pt x="1303" y="910"/>
                      <a:pt x="1303" y="652"/>
                    </a:cubicBezTo>
                    <a:cubicBezTo>
                      <a:pt x="1303" y="292"/>
                      <a:pt x="1012" y="1"/>
                      <a:pt x="6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366;p36">
                <a:extLst>
                  <a:ext uri="{FF2B5EF4-FFF2-40B4-BE49-F238E27FC236}">
                    <a16:creationId xmlns:a16="http://schemas.microsoft.com/office/drawing/2014/main" id="{E1A9CE48-50B8-4995-90C0-EAE52A518772}"/>
                  </a:ext>
                </a:extLst>
              </p:cNvPr>
              <p:cNvSpPr/>
              <p:nvPr/>
            </p:nvSpPr>
            <p:spPr>
              <a:xfrm>
                <a:off x="2074233" y="4175549"/>
                <a:ext cx="317805" cy="22024"/>
              </a:xfrm>
              <a:custGeom>
                <a:avLst/>
                <a:gdLst/>
                <a:ahLst/>
                <a:cxnLst/>
                <a:rect l="l" t="t" r="r" b="b"/>
                <a:pathLst>
                  <a:path w="5440" h="377" extrusionOk="0">
                    <a:moveTo>
                      <a:pt x="0" y="0"/>
                    </a:moveTo>
                    <a:lnTo>
                      <a:pt x="0" y="377"/>
                    </a:lnTo>
                    <a:lnTo>
                      <a:pt x="5440" y="377"/>
                    </a:lnTo>
                    <a:lnTo>
                      <a:pt x="54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367;p36">
                <a:extLst>
                  <a:ext uri="{FF2B5EF4-FFF2-40B4-BE49-F238E27FC236}">
                    <a16:creationId xmlns:a16="http://schemas.microsoft.com/office/drawing/2014/main" id="{D126AB27-7E4B-4B69-A19C-CCBBC7D57931}"/>
                  </a:ext>
                </a:extLst>
              </p:cNvPr>
              <p:cNvSpPr/>
              <p:nvPr/>
            </p:nvSpPr>
            <p:spPr>
              <a:xfrm>
                <a:off x="1946263" y="4233949"/>
                <a:ext cx="573568" cy="22141"/>
              </a:xfrm>
              <a:custGeom>
                <a:avLst/>
                <a:gdLst/>
                <a:ahLst/>
                <a:cxnLst/>
                <a:rect l="l" t="t" r="r" b="b"/>
                <a:pathLst>
                  <a:path w="9818" h="379" extrusionOk="0">
                    <a:moveTo>
                      <a:pt x="0" y="1"/>
                    </a:moveTo>
                    <a:lnTo>
                      <a:pt x="0" y="378"/>
                    </a:lnTo>
                    <a:lnTo>
                      <a:pt x="9818" y="378"/>
                    </a:lnTo>
                    <a:lnTo>
                      <a:pt x="98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368;p36">
                <a:extLst>
                  <a:ext uri="{FF2B5EF4-FFF2-40B4-BE49-F238E27FC236}">
                    <a16:creationId xmlns:a16="http://schemas.microsoft.com/office/drawing/2014/main" id="{E14B99E2-1D50-4118-98F1-983DEF261904}"/>
                  </a:ext>
                </a:extLst>
              </p:cNvPr>
              <p:cNvSpPr/>
              <p:nvPr/>
            </p:nvSpPr>
            <p:spPr>
              <a:xfrm>
                <a:off x="1946263" y="4349463"/>
                <a:ext cx="573568" cy="123149"/>
              </a:xfrm>
              <a:custGeom>
                <a:avLst/>
                <a:gdLst/>
                <a:ahLst/>
                <a:cxnLst/>
                <a:rect l="l" t="t" r="r" b="b"/>
                <a:pathLst>
                  <a:path w="9818" h="2108" extrusionOk="0">
                    <a:moveTo>
                      <a:pt x="8402" y="1"/>
                    </a:moveTo>
                    <a:cubicBezTo>
                      <a:pt x="8401" y="1"/>
                      <a:pt x="8401" y="1"/>
                      <a:pt x="8400" y="1"/>
                    </a:cubicBezTo>
                    <a:lnTo>
                      <a:pt x="1418" y="1"/>
                    </a:lnTo>
                    <a:cubicBezTo>
                      <a:pt x="638" y="1"/>
                      <a:pt x="0" y="475"/>
                      <a:pt x="0" y="1054"/>
                    </a:cubicBezTo>
                    <a:cubicBezTo>
                      <a:pt x="0" y="1634"/>
                      <a:pt x="638" y="2108"/>
                      <a:pt x="1418" y="2108"/>
                    </a:cubicBezTo>
                    <a:lnTo>
                      <a:pt x="8400" y="2108"/>
                    </a:lnTo>
                    <a:cubicBezTo>
                      <a:pt x="9180" y="2108"/>
                      <a:pt x="9818" y="1633"/>
                      <a:pt x="9818" y="1054"/>
                    </a:cubicBezTo>
                    <a:cubicBezTo>
                      <a:pt x="9818" y="475"/>
                      <a:pt x="9182" y="1"/>
                      <a:pt x="8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369;p36">
                <a:extLst>
                  <a:ext uri="{FF2B5EF4-FFF2-40B4-BE49-F238E27FC236}">
                    <a16:creationId xmlns:a16="http://schemas.microsoft.com/office/drawing/2014/main" id="{532C1196-56B4-4838-812A-D21EBCDB21F8}"/>
                  </a:ext>
                </a:extLst>
              </p:cNvPr>
              <p:cNvSpPr/>
              <p:nvPr/>
            </p:nvSpPr>
            <p:spPr>
              <a:xfrm>
                <a:off x="2076980" y="4400964"/>
                <a:ext cx="20155" cy="20155"/>
              </a:xfrm>
              <a:custGeom>
                <a:avLst/>
                <a:gdLst/>
                <a:ahLst/>
                <a:cxnLst/>
                <a:rect l="l" t="t" r="r" b="b"/>
                <a:pathLst>
                  <a:path w="345" h="345" extrusionOk="0">
                    <a:moveTo>
                      <a:pt x="172" y="1"/>
                    </a:moveTo>
                    <a:cubicBezTo>
                      <a:pt x="76" y="1"/>
                      <a:pt x="0" y="78"/>
                      <a:pt x="0" y="173"/>
                    </a:cubicBezTo>
                    <a:cubicBezTo>
                      <a:pt x="0" y="268"/>
                      <a:pt x="76" y="345"/>
                      <a:pt x="172" y="345"/>
                    </a:cubicBezTo>
                    <a:cubicBezTo>
                      <a:pt x="267" y="345"/>
                      <a:pt x="345" y="268"/>
                      <a:pt x="345" y="173"/>
                    </a:cubicBezTo>
                    <a:cubicBezTo>
                      <a:pt x="345"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370;p36">
                <a:extLst>
                  <a:ext uri="{FF2B5EF4-FFF2-40B4-BE49-F238E27FC236}">
                    <a16:creationId xmlns:a16="http://schemas.microsoft.com/office/drawing/2014/main" id="{06BAEBA6-CAC1-4611-9479-70255D14A2DD}"/>
                  </a:ext>
                </a:extLst>
              </p:cNvPr>
              <p:cNvSpPr/>
              <p:nvPr/>
            </p:nvSpPr>
            <p:spPr>
              <a:xfrm>
                <a:off x="2135382" y="4400964"/>
                <a:ext cx="20213" cy="20155"/>
              </a:xfrm>
              <a:custGeom>
                <a:avLst/>
                <a:gdLst/>
                <a:ahLst/>
                <a:cxnLst/>
                <a:rect l="l" t="t" r="r" b="b"/>
                <a:pathLst>
                  <a:path w="346" h="345" extrusionOk="0">
                    <a:moveTo>
                      <a:pt x="173" y="1"/>
                    </a:moveTo>
                    <a:cubicBezTo>
                      <a:pt x="78" y="1"/>
                      <a:pt x="1" y="78"/>
                      <a:pt x="1" y="173"/>
                    </a:cubicBezTo>
                    <a:cubicBezTo>
                      <a:pt x="1" y="268"/>
                      <a:pt x="78" y="345"/>
                      <a:pt x="173" y="345"/>
                    </a:cubicBezTo>
                    <a:cubicBezTo>
                      <a:pt x="269"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371;p36">
                <a:extLst>
                  <a:ext uri="{FF2B5EF4-FFF2-40B4-BE49-F238E27FC236}">
                    <a16:creationId xmlns:a16="http://schemas.microsoft.com/office/drawing/2014/main" id="{1A4B3D64-41A9-4BF3-A015-216190E3668F}"/>
                  </a:ext>
                </a:extLst>
              </p:cNvPr>
              <p:cNvSpPr/>
              <p:nvPr/>
            </p:nvSpPr>
            <p:spPr>
              <a:xfrm>
                <a:off x="2193901" y="4400964"/>
                <a:ext cx="20155" cy="20155"/>
              </a:xfrm>
              <a:custGeom>
                <a:avLst/>
                <a:gdLst/>
                <a:ahLst/>
                <a:cxnLst/>
                <a:rect l="l" t="t" r="r" b="b"/>
                <a:pathLst>
                  <a:path w="345" h="345" extrusionOk="0">
                    <a:moveTo>
                      <a:pt x="173" y="1"/>
                    </a:moveTo>
                    <a:cubicBezTo>
                      <a:pt x="78" y="1"/>
                      <a:pt x="0" y="78"/>
                      <a:pt x="0" y="173"/>
                    </a:cubicBezTo>
                    <a:cubicBezTo>
                      <a:pt x="0" y="268"/>
                      <a:pt x="78" y="345"/>
                      <a:pt x="173" y="345"/>
                    </a:cubicBezTo>
                    <a:cubicBezTo>
                      <a:pt x="268" y="345"/>
                      <a:pt x="345" y="268"/>
                      <a:pt x="345" y="173"/>
                    </a:cubicBezTo>
                    <a:cubicBezTo>
                      <a:pt x="345" y="78"/>
                      <a:pt x="268"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372;p36">
                <a:extLst>
                  <a:ext uri="{FF2B5EF4-FFF2-40B4-BE49-F238E27FC236}">
                    <a16:creationId xmlns:a16="http://schemas.microsoft.com/office/drawing/2014/main" id="{7C1A233A-0EB2-405B-ABF1-4DC4A4008484}"/>
                  </a:ext>
                </a:extLst>
              </p:cNvPr>
              <p:cNvSpPr/>
              <p:nvPr/>
            </p:nvSpPr>
            <p:spPr>
              <a:xfrm>
                <a:off x="2252420" y="4400964"/>
                <a:ext cx="20155" cy="20155"/>
              </a:xfrm>
              <a:custGeom>
                <a:avLst/>
                <a:gdLst/>
                <a:ahLst/>
                <a:cxnLst/>
                <a:rect l="l" t="t" r="r" b="b"/>
                <a:pathLst>
                  <a:path w="345" h="345" extrusionOk="0">
                    <a:moveTo>
                      <a:pt x="172" y="1"/>
                    </a:moveTo>
                    <a:cubicBezTo>
                      <a:pt x="77" y="1"/>
                      <a:pt x="0" y="78"/>
                      <a:pt x="0" y="173"/>
                    </a:cubicBezTo>
                    <a:cubicBezTo>
                      <a:pt x="0" y="268"/>
                      <a:pt x="77" y="345"/>
                      <a:pt x="172" y="345"/>
                    </a:cubicBezTo>
                    <a:cubicBezTo>
                      <a:pt x="267" y="345"/>
                      <a:pt x="344" y="268"/>
                      <a:pt x="344" y="173"/>
                    </a:cubicBezTo>
                    <a:cubicBezTo>
                      <a:pt x="344" y="78"/>
                      <a:pt x="267"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373;p36">
                <a:extLst>
                  <a:ext uri="{FF2B5EF4-FFF2-40B4-BE49-F238E27FC236}">
                    <a16:creationId xmlns:a16="http://schemas.microsoft.com/office/drawing/2014/main" id="{B1CB64C1-0890-404B-BB87-301B085490FF}"/>
                  </a:ext>
                </a:extLst>
              </p:cNvPr>
              <p:cNvSpPr/>
              <p:nvPr/>
            </p:nvSpPr>
            <p:spPr>
              <a:xfrm>
                <a:off x="2310881" y="4400964"/>
                <a:ext cx="20213" cy="20155"/>
              </a:xfrm>
              <a:custGeom>
                <a:avLst/>
                <a:gdLst/>
                <a:ahLst/>
                <a:cxnLst/>
                <a:rect l="l" t="t" r="r" b="b"/>
                <a:pathLst>
                  <a:path w="346" h="345" extrusionOk="0">
                    <a:moveTo>
                      <a:pt x="173" y="1"/>
                    </a:moveTo>
                    <a:cubicBezTo>
                      <a:pt x="77" y="1"/>
                      <a:pt x="1" y="78"/>
                      <a:pt x="1" y="173"/>
                    </a:cubicBezTo>
                    <a:cubicBezTo>
                      <a:pt x="1" y="268"/>
                      <a:pt x="77" y="345"/>
                      <a:pt x="173" y="345"/>
                    </a:cubicBezTo>
                    <a:cubicBezTo>
                      <a:pt x="268" y="345"/>
                      <a:pt x="345" y="268"/>
                      <a:pt x="345" y="173"/>
                    </a:cubicBezTo>
                    <a:cubicBezTo>
                      <a:pt x="345" y="78"/>
                      <a:pt x="269"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374;p36">
                <a:extLst>
                  <a:ext uri="{FF2B5EF4-FFF2-40B4-BE49-F238E27FC236}">
                    <a16:creationId xmlns:a16="http://schemas.microsoft.com/office/drawing/2014/main" id="{6AAB6DC4-DDE8-4E63-8EE2-2260BF490A91}"/>
                  </a:ext>
                </a:extLst>
              </p:cNvPr>
              <p:cNvSpPr/>
              <p:nvPr/>
            </p:nvSpPr>
            <p:spPr>
              <a:xfrm>
                <a:off x="2369341" y="4400964"/>
                <a:ext cx="20155" cy="20155"/>
              </a:xfrm>
              <a:custGeom>
                <a:avLst/>
                <a:gdLst/>
                <a:ahLst/>
                <a:cxnLst/>
                <a:rect l="l" t="t" r="r" b="b"/>
                <a:pathLst>
                  <a:path w="345" h="345" extrusionOk="0">
                    <a:moveTo>
                      <a:pt x="172" y="1"/>
                    </a:moveTo>
                    <a:cubicBezTo>
                      <a:pt x="78" y="1"/>
                      <a:pt x="0" y="78"/>
                      <a:pt x="0" y="173"/>
                    </a:cubicBezTo>
                    <a:cubicBezTo>
                      <a:pt x="0" y="268"/>
                      <a:pt x="78" y="345"/>
                      <a:pt x="172" y="345"/>
                    </a:cubicBezTo>
                    <a:cubicBezTo>
                      <a:pt x="268" y="345"/>
                      <a:pt x="345" y="268"/>
                      <a:pt x="345" y="173"/>
                    </a:cubicBezTo>
                    <a:cubicBezTo>
                      <a:pt x="345" y="78"/>
                      <a:pt x="270" y="1"/>
                      <a:pt x="1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375;p36">
                <a:extLst>
                  <a:ext uri="{FF2B5EF4-FFF2-40B4-BE49-F238E27FC236}">
                    <a16:creationId xmlns:a16="http://schemas.microsoft.com/office/drawing/2014/main" id="{9D012B64-242F-4C02-862E-3EC45DBCE68C}"/>
                  </a:ext>
                </a:extLst>
              </p:cNvPr>
              <p:cNvSpPr/>
              <p:nvPr/>
            </p:nvSpPr>
            <p:spPr>
              <a:xfrm>
                <a:off x="2133687" y="4554417"/>
                <a:ext cx="199154" cy="80795"/>
              </a:xfrm>
              <a:custGeom>
                <a:avLst/>
                <a:gdLst/>
                <a:ahLst/>
                <a:cxnLst/>
                <a:rect l="l" t="t" r="r" b="b"/>
                <a:pathLst>
                  <a:path w="3409" h="1383" extrusionOk="0">
                    <a:moveTo>
                      <a:pt x="1" y="1"/>
                    </a:moveTo>
                    <a:lnTo>
                      <a:pt x="1" y="1382"/>
                    </a:lnTo>
                    <a:lnTo>
                      <a:pt x="3408" y="1382"/>
                    </a:lnTo>
                    <a:lnTo>
                      <a:pt x="34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376;p36">
                <a:extLst>
                  <a:ext uri="{FF2B5EF4-FFF2-40B4-BE49-F238E27FC236}">
                    <a16:creationId xmlns:a16="http://schemas.microsoft.com/office/drawing/2014/main" id="{ED45B443-2F43-4441-938E-2522383A6724}"/>
                  </a:ext>
                </a:extLst>
              </p:cNvPr>
              <p:cNvSpPr/>
              <p:nvPr/>
            </p:nvSpPr>
            <p:spPr>
              <a:xfrm>
                <a:off x="2168822" y="4583822"/>
                <a:ext cx="128816" cy="22083"/>
              </a:xfrm>
              <a:custGeom>
                <a:avLst/>
                <a:gdLst/>
                <a:ahLst/>
                <a:cxnLst/>
                <a:rect l="l" t="t" r="r" b="b"/>
                <a:pathLst>
                  <a:path w="2205" h="378" extrusionOk="0">
                    <a:moveTo>
                      <a:pt x="1" y="1"/>
                    </a:moveTo>
                    <a:lnTo>
                      <a:pt x="1" y="377"/>
                    </a:lnTo>
                    <a:lnTo>
                      <a:pt x="2204" y="377"/>
                    </a:lnTo>
                    <a:lnTo>
                      <a:pt x="22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377;p36">
                <a:extLst>
                  <a:ext uri="{FF2B5EF4-FFF2-40B4-BE49-F238E27FC236}">
                    <a16:creationId xmlns:a16="http://schemas.microsoft.com/office/drawing/2014/main" id="{E11E577C-1DB0-41AA-ACBF-0370478FD4BA}"/>
                  </a:ext>
                </a:extLst>
              </p:cNvPr>
              <p:cNvSpPr/>
              <p:nvPr/>
            </p:nvSpPr>
            <p:spPr>
              <a:xfrm>
                <a:off x="1533882" y="3512341"/>
                <a:ext cx="750639" cy="651792"/>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378;p36">
                <a:extLst>
                  <a:ext uri="{FF2B5EF4-FFF2-40B4-BE49-F238E27FC236}">
                    <a16:creationId xmlns:a16="http://schemas.microsoft.com/office/drawing/2014/main" id="{0E685B57-E192-4521-A4BD-921E3F00D168}"/>
                  </a:ext>
                </a:extLst>
              </p:cNvPr>
              <p:cNvSpPr/>
              <p:nvPr/>
            </p:nvSpPr>
            <p:spPr>
              <a:xfrm>
                <a:off x="1771699" y="3711040"/>
                <a:ext cx="291165" cy="228364"/>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379;p36">
                <a:extLst>
                  <a:ext uri="{FF2B5EF4-FFF2-40B4-BE49-F238E27FC236}">
                    <a16:creationId xmlns:a16="http://schemas.microsoft.com/office/drawing/2014/main" id="{0ABD2A62-42F5-443D-BEB4-BB3DF7811E32}"/>
                  </a:ext>
                </a:extLst>
              </p:cNvPr>
              <p:cNvSpPr/>
              <p:nvPr/>
            </p:nvSpPr>
            <p:spPr>
              <a:xfrm>
                <a:off x="1810167" y="3602249"/>
                <a:ext cx="474546" cy="561825"/>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 name="Sous-titre 6">
            <a:extLst>
              <a:ext uri="{FF2B5EF4-FFF2-40B4-BE49-F238E27FC236}">
                <a16:creationId xmlns:a16="http://schemas.microsoft.com/office/drawing/2014/main" id="{9FCF0D32-D28E-612A-8D3B-8596965624F6}"/>
              </a:ext>
            </a:extLst>
          </p:cNvPr>
          <p:cNvSpPr txBox="1">
            <a:spLocks/>
          </p:cNvSpPr>
          <p:nvPr/>
        </p:nvSpPr>
        <p:spPr>
          <a:xfrm>
            <a:off x="2468031" y="3246357"/>
            <a:ext cx="1596975" cy="4979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marL="139700" indent="0"/>
            <a:r>
              <a:rPr lang="fr-FR" sz="1800" dirty="0">
                <a:solidFill>
                  <a:schemeClr val="accent6">
                    <a:lumMod val="85000"/>
                  </a:schemeClr>
                </a:solidFill>
              </a:rPr>
              <a:t> Etat d ’art  </a:t>
            </a:r>
          </a:p>
        </p:txBody>
      </p:sp>
      <p:sp>
        <p:nvSpPr>
          <p:cNvPr id="6" name="Sous-titre 6">
            <a:extLst>
              <a:ext uri="{FF2B5EF4-FFF2-40B4-BE49-F238E27FC236}">
                <a16:creationId xmlns:a16="http://schemas.microsoft.com/office/drawing/2014/main" id="{D278773F-7094-689A-E45E-2DEBE16D426E}"/>
              </a:ext>
            </a:extLst>
          </p:cNvPr>
          <p:cNvSpPr txBox="1">
            <a:spLocks/>
          </p:cNvSpPr>
          <p:nvPr/>
        </p:nvSpPr>
        <p:spPr>
          <a:xfrm>
            <a:off x="5137179" y="1601610"/>
            <a:ext cx="2746404" cy="5033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marL="139700" indent="0"/>
            <a:r>
              <a:rPr lang="fr-FR" sz="1800" dirty="0">
                <a:solidFill>
                  <a:schemeClr val="accent6">
                    <a:lumMod val="85000"/>
                  </a:schemeClr>
                </a:solidFill>
              </a:rPr>
              <a:t>Approche proposée</a:t>
            </a:r>
          </a:p>
        </p:txBody>
      </p:sp>
      <p:sp>
        <p:nvSpPr>
          <p:cNvPr id="9" name="Sous-titre 6">
            <a:extLst>
              <a:ext uri="{FF2B5EF4-FFF2-40B4-BE49-F238E27FC236}">
                <a16:creationId xmlns:a16="http://schemas.microsoft.com/office/drawing/2014/main" id="{AC0879B7-3DCC-103F-D58E-9782D91B62A4}"/>
              </a:ext>
            </a:extLst>
          </p:cNvPr>
          <p:cNvSpPr txBox="1">
            <a:spLocks/>
          </p:cNvSpPr>
          <p:nvPr/>
        </p:nvSpPr>
        <p:spPr>
          <a:xfrm>
            <a:off x="5281062" y="2423515"/>
            <a:ext cx="2416447" cy="5250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marL="139700" indent="0"/>
            <a:r>
              <a:rPr lang="fr-FR" sz="1800" dirty="0">
                <a:solidFill>
                  <a:schemeClr val="accent6">
                    <a:lumMod val="85000"/>
                  </a:schemeClr>
                </a:solidFill>
              </a:rPr>
              <a:t>Déploiement</a:t>
            </a:r>
          </a:p>
        </p:txBody>
      </p:sp>
      <p:sp>
        <p:nvSpPr>
          <p:cNvPr id="11" name="Google Shape;313;p32">
            <a:extLst>
              <a:ext uri="{FF2B5EF4-FFF2-40B4-BE49-F238E27FC236}">
                <a16:creationId xmlns:a16="http://schemas.microsoft.com/office/drawing/2014/main" id="{A85346C5-22FE-ADFD-A66C-EB749EB340E6}"/>
              </a:ext>
            </a:extLst>
          </p:cNvPr>
          <p:cNvSpPr/>
          <p:nvPr/>
        </p:nvSpPr>
        <p:spPr>
          <a:xfrm>
            <a:off x="4742532" y="1650083"/>
            <a:ext cx="411678" cy="410184"/>
          </a:xfrm>
          <a:prstGeom prst="ellipse">
            <a:avLst/>
          </a:pr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accent6">
                  <a:lumMod val="85000"/>
                </a:schemeClr>
              </a:solidFill>
            </a:endParaRPr>
          </a:p>
        </p:txBody>
      </p:sp>
      <p:sp>
        <p:nvSpPr>
          <p:cNvPr id="12" name="ZoneTexte 11">
            <a:extLst>
              <a:ext uri="{FF2B5EF4-FFF2-40B4-BE49-F238E27FC236}">
                <a16:creationId xmlns:a16="http://schemas.microsoft.com/office/drawing/2014/main" id="{34E206F3-FC61-1F0B-F9DB-5510048F6B05}"/>
              </a:ext>
            </a:extLst>
          </p:cNvPr>
          <p:cNvSpPr txBox="1"/>
          <p:nvPr/>
        </p:nvSpPr>
        <p:spPr>
          <a:xfrm>
            <a:off x="4725501" y="1644233"/>
            <a:ext cx="490316" cy="369332"/>
          </a:xfrm>
          <a:prstGeom prst="rect">
            <a:avLst/>
          </a:prstGeom>
          <a:noFill/>
        </p:spPr>
        <p:txBody>
          <a:bodyPr wrap="square" rtlCol="0">
            <a:spAutoFit/>
          </a:bodyPr>
          <a:lstStyle/>
          <a:p>
            <a:r>
              <a:rPr lang="fr-FR" sz="1800" dirty="0">
                <a:solidFill>
                  <a:schemeClr val="accent6">
                    <a:lumMod val="85000"/>
                  </a:schemeClr>
                </a:solidFill>
              </a:rPr>
              <a:t>05</a:t>
            </a:r>
          </a:p>
        </p:txBody>
      </p:sp>
      <p:sp>
        <p:nvSpPr>
          <p:cNvPr id="16" name="Sous-titre 6">
            <a:extLst>
              <a:ext uri="{FF2B5EF4-FFF2-40B4-BE49-F238E27FC236}">
                <a16:creationId xmlns:a16="http://schemas.microsoft.com/office/drawing/2014/main" id="{43BC87C9-DD17-BCEB-3D73-B9D66F51D78C}"/>
              </a:ext>
            </a:extLst>
          </p:cNvPr>
          <p:cNvSpPr txBox="1">
            <a:spLocks/>
          </p:cNvSpPr>
          <p:nvPr/>
        </p:nvSpPr>
        <p:spPr>
          <a:xfrm>
            <a:off x="5591610" y="3156775"/>
            <a:ext cx="2416447" cy="5250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00000"/>
              </a:lnSpc>
              <a:spcBef>
                <a:spcPts val="0"/>
              </a:spcBef>
              <a:spcAft>
                <a:spcPts val="0"/>
              </a:spcAft>
              <a:buClr>
                <a:schemeClr val="dk1"/>
              </a:buClr>
              <a:buSzPts val="1400"/>
              <a:buFont typeface="Montserrat Medium"/>
              <a:buNone/>
              <a:defRPr sz="1400" b="0" i="0" u="none" strike="noStrike" cap="none">
                <a:solidFill>
                  <a:schemeClr val="dk1"/>
                </a:solidFill>
                <a:latin typeface="Montserrat Medium"/>
                <a:ea typeface="Montserrat Medium"/>
                <a:cs typeface="Montserrat Medium"/>
                <a:sym typeface="Montserrat Medium"/>
              </a:defRPr>
            </a:lvl9pPr>
          </a:lstStyle>
          <a:p>
            <a:pPr marL="139700" indent="0"/>
            <a:r>
              <a:rPr lang="fr-FR" sz="1800" dirty="0">
                <a:solidFill>
                  <a:schemeClr val="accent6">
                    <a:lumMod val="85000"/>
                  </a:schemeClr>
                </a:solidFill>
              </a:rPr>
              <a:t>Conclusion</a:t>
            </a:r>
          </a:p>
        </p:txBody>
      </p:sp>
      <p:sp>
        <p:nvSpPr>
          <p:cNvPr id="671" name="TextBox 670"/>
          <p:cNvSpPr txBox="1"/>
          <p:nvPr/>
        </p:nvSpPr>
        <p:spPr>
          <a:xfrm>
            <a:off x="254000" y="4889500"/>
            <a:ext cx="763351" cy="246221"/>
          </a:xfrm>
          <a:prstGeom prst="rect">
            <a:avLst/>
          </a:prstGeom>
          <a:noFill/>
        </p:spPr>
        <p:txBody>
          <a:bodyPr wrap="none">
            <a:spAutoFit/>
          </a:bodyPr>
          <a:lstStyle/>
          <a:p>
            <a:r>
              <a:rPr sz="1000" dirty="0">
                <a:solidFill>
                  <a:srgbClr val="FFFFFF"/>
                </a:solidFill>
                <a:latin typeface="Arial"/>
              </a:rPr>
              <a:t>2  |  </a:t>
            </a:r>
            <a:r>
              <a:rPr lang="fr-FR" sz="1000" dirty="0">
                <a:solidFill>
                  <a:srgbClr val="FFFFFF"/>
                </a:solidFill>
              </a:rPr>
              <a:t>PLAN</a:t>
            </a:r>
            <a:endParaRPr sz="1000" dirty="0">
              <a:solidFill>
                <a:srgbClr val="FFFFFF"/>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anim calcmode="lin" valueType="num">
                                      <p:cBhvr additive="base">
                                        <p:cTn id="11" dur="500" fill="hold"/>
                                        <p:tgtEl>
                                          <p:spTgt spid="65"/>
                                        </p:tgtEl>
                                        <p:attrNameLst>
                                          <p:attrName>ppt_x</p:attrName>
                                        </p:attrNameLst>
                                      </p:cBhvr>
                                      <p:tavLst>
                                        <p:tav tm="0">
                                          <p:val>
                                            <p:strVal val="#ppt_x"/>
                                          </p:val>
                                        </p:tav>
                                        <p:tav tm="100000">
                                          <p:val>
                                            <p:strVal val="#ppt_x"/>
                                          </p:val>
                                        </p:tav>
                                      </p:tavLst>
                                    </p:anim>
                                    <p:anim calcmode="lin" valueType="num">
                                      <p:cBhvr additive="base">
                                        <p:cTn id="12" dur="500" fill="hold"/>
                                        <p:tgtEl>
                                          <p:spTgt spid="6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 calcmode="lin" valueType="num">
                                      <p:cBhvr additive="base">
                                        <p:cTn id="15" dur="500" fill="hold"/>
                                        <p:tgtEl>
                                          <p:spTgt spid="76"/>
                                        </p:tgtEl>
                                        <p:attrNameLst>
                                          <p:attrName>ppt_x</p:attrName>
                                        </p:attrNameLst>
                                      </p:cBhvr>
                                      <p:tavLst>
                                        <p:tav tm="0">
                                          <p:val>
                                            <p:strVal val="#ppt_x"/>
                                          </p:val>
                                        </p:tav>
                                        <p:tav tm="100000">
                                          <p:val>
                                            <p:strVal val="#ppt_x"/>
                                          </p:val>
                                        </p:tav>
                                      </p:tavLst>
                                    </p:anim>
                                    <p:anim calcmode="lin" valueType="num">
                                      <p:cBhvr additive="base">
                                        <p:cTn id="16"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additive="base">
                                        <p:cTn id="21" dur="500" fill="hold"/>
                                        <p:tgtEl>
                                          <p:spTgt spid="64"/>
                                        </p:tgtEl>
                                        <p:attrNameLst>
                                          <p:attrName>ppt_x</p:attrName>
                                        </p:attrNameLst>
                                      </p:cBhvr>
                                      <p:tavLst>
                                        <p:tav tm="0">
                                          <p:val>
                                            <p:strVal val="#ppt_x"/>
                                          </p:val>
                                        </p:tav>
                                        <p:tav tm="100000">
                                          <p:val>
                                            <p:strVal val="#ppt_x"/>
                                          </p:val>
                                        </p:tav>
                                      </p:tavLst>
                                    </p:anim>
                                    <p:anim calcmode="lin" valueType="num">
                                      <p:cBhvr additive="base">
                                        <p:cTn id="22" dur="500" fill="hold"/>
                                        <p:tgtEl>
                                          <p:spTgt spid="6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anim calcmode="lin" valueType="num">
                                      <p:cBhvr additive="base">
                                        <p:cTn id="25" dur="500" fill="hold"/>
                                        <p:tgtEl>
                                          <p:spTgt spid="68"/>
                                        </p:tgtEl>
                                        <p:attrNameLst>
                                          <p:attrName>ppt_x</p:attrName>
                                        </p:attrNameLst>
                                      </p:cBhvr>
                                      <p:tavLst>
                                        <p:tav tm="0">
                                          <p:val>
                                            <p:strVal val="#ppt_x"/>
                                          </p:val>
                                        </p:tav>
                                        <p:tav tm="100000">
                                          <p:val>
                                            <p:strVal val="#ppt_x"/>
                                          </p:val>
                                        </p:tav>
                                      </p:tavLst>
                                    </p:anim>
                                    <p:anim calcmode="lin" valueType="num">
                                      <p:cBhvr additive="base">
                                        <p:cTn id="26" dur="500" fill="hold"/>
                                        <p:tgtEl>
                                          <p:spTgt spid="6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2"/>
                                        </p:tgtEl>
                                        <p:attrNameLst>
                                          <p:attrName>style.visibility</p:attrName>
                                        </p:attrNameLst>
                                      </p:cBhvr>
                                      <p:to>
                                        <p:strVal val="visible"/>
                                      </p:to>
                                    </p:set>
                                    <p:anim calcmode="lin" valueType="num">
                                      <p:cBhvr additive="base">
                                        <p:cTn id="29" dur="500" fill="hold"/>
                                        <p:tgtEl>
                                          <p:spTgt spid="82"/>
                                        </p:tgtEl>
                                        <p:attrNameLst>
                                          <p:attrName>ppt_x</p:attrName>
                                        </p:attrNameLst>
                                      </p:cBhvr>
                                      <p:tavLst>
                                        <p:tav tm="0">
                                          <p:val>
                                            <p:strVal val="#ppt_x"/>
                                          </p:val>
                                        </p:tav>
                                        <p:tav tm="100000">
                                          <p:val>
                                            <p:strVal val="#ppt_x"/>
                                          </p:val>
                                        </p:tav>
                                      </p:tavLst>
                                    </p:anim>
                                    <p:anim calcmode="lin" valueType="num">
                                      <p:cBhvr additive="base">
                                        <p:cTn id="30"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cBhvr additive="base">
                                        <p:cTn id="35" dur="500" fill="hold"/>
                                        <p:tgtEl>
                                          <p:spTgt spid="78"/>
                                        </p:tgtEl>
                                        <p:attrNameLst>
                                          <p:attrName>ppt_x</p:attrName>
                                        </p:attrNameLst>
                                      </p:cBhvr>
                                      <p:tavLst>
                                        <p:tav tm="0">
                                          <p:val>
                                            <p:strVal val="#ppt_x"/>
                                          </p:val>
                                        </p:tav>
                                        <p:tav tm="100000">
                                          <p:val>
                                            <p:strVal val="#ppt_x"/>
                                          </p:val>
                                        </p:tav>
                                      </p:tavLst>
                                    </p:anim>
                                    <p:anim calcmode="lin" valueType="num">
                                      <p:cBhvr additive="base">
                                        <p:cTn id="36" dur="500" fill="hold"/>
                                        <p:tgtEl>
                                          <p:spTgt spid="7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anim calcmode="lin" valueType="num">
                                      <p:cBhvr additive="base">
                                        <p:cTn id="39" dur="500" fill="hold"/>
                                        <p:tgtEl>
                                          <p:spTgt spid="69"/>
                                        </p:tgtEl>
                                        <p:attrNameLst>
                                          <p:attrName>ppt_x</p:attrName>
                                        </p:attrNameLst>
                                      </p:cBhvr>
                                      <p:tavLst>
                                        <p:tav tm="0">
                                          <p:val>
                                            <p:strVal val="#ppt_x"/>
                                          </p:val>
                                        </p:tav>
                                        <p:tav tm="100000">
                                          <p:val>
                                            <p:strVal val="#ppt_x"/>
                                          </p:val>
                                        </p:tav>
                                      </p:tavLst>
                                    </p:anim>
                                    <p:anim calcmode="lin" valueType="num">
                                      <p:cBhvr additive="base">
                                        <p:cTn id="40" dur="500" fill="hold"/>
                                        <p:tgtEl>
                                          <p:spTgt spid="6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500" fill="hold"/>
                                        <p:tgtEl>
                                          <p:spTgt spid="12"/>
                                        </p:tgtEl>
                                        <p:attrNameLst>
                                          <p:attrName>ppt_x</p:attrName>
                                        </p:attrNameLst>
                                      </p:cBhvr>
                                      <p:tavLst>
                                        <p:tav tm="0">
                                          <p:val>
                                            <p:strVal val="#ppt_x"/>
                                          </p:val>
                                        </p:tav>
                                        <p:tav tm="100000">
                                          <p:val>
                                            <p:strVal val="#ppt_x"/>
                                          </p:val>
                                        </p:tav>
                                      </p:tavLst>
                                    </p:anim>
                                    <p:anim calcmode="lin" valueType="num">
                                      <p:cBhvr additive="base">
                                        <p:cTn id="54" dur="500" fill="hold"/>
                                        <p:tgtEl>
                                          <p:spTgt spid="12"/>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gtEl>
                                        <p:attrNameLst>
                                          <p:attrName>style.visibility</p:attrName>
                                        </p:attrNameLst>
                                      </p:cBhvr>
                                      <p:to>
                                        <p:strVal val="visible"/>
                                      </p:to>
                                    </p:set>
                                    <p:anim calcmode="lin" valueType="num">
                                      <p:cBhvr additive="base">
                                        <p:cTn id="57" dur="500" fill="hold"/>
                                        <p:tgtEl>
                                          <p:spTgt spid="6"/>
                                        </p:tgtEl>
                                        <p:attrNameLst>
                                          <p:attrName>ppt_x</p:attrName>
                                        </p:attrNameLst>
                                      </p:cBhvr>
                                      <p:tavLst>
                                        <p:tav tm="0">
                                          <p:val>
                                            <p:strVal val="#ppt_x"/>
                                          </p:val>
                                        </p:tav>
                                        <p:tav tm="100000">
                                          <p:val>
                                            <p:strVal val="#ppt_x"/>
                                          </p:val>
                                        </p:tav>
                                      </p:tavLst>
                                    </p:anim>
                                    <p:anim calcmode="lin" valueType="num">
                                      <p:cBhvr additive="base">
                                        <p:cTn id="5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81"/>
                                        </p:tgtEl>
                                        <p:attrNameLst>
                                          <p:attrName>style.visibility</p:attrName>
                                        </p:attrNameLst>
                                      </p:cBhvr>
                                      <p:to>
                                        <p:strVal val="visible"/>
                                      </p:to>
                                    </p:set>
                                    <p:anim calcmode="lin" valueType="num">
                                      <p:cBhvr additive="base">
                                        <p:cTn id="63" dur="500" fill="hold"/>
                                        <p:tgtEl>
                                          <p:spTgt spid="81"/>
                                        </p:tgtEl>
                                        <p:attrNameLst>
                                          <p:attrName>ppt_x</p:attrName>
                                        </p:attrNameLst>
                                      </p:cBhvr>
                                      <p:tavLst>
                                        <p:tav tm="0">
                                          <p:val>
                                            <p:strVal val="#ppt_x"/>
                                          </p:val>
                                        </p:tav>
                                        <p:tav tm="100000">
                                          <p:val>
                                            <p:strVal val="#ppt_x"/>
                                          </p:val>
                                        </p:tav>
                                      </p:tavLst>
                                    </p:anim>
                                    <p:anim calcmode="lin" valueType="num">
                                      <p:cBhvr additive="base">
                                        <p:cTn id="64" dur="500" fill="hold"/>
                                        <p:tgtEl>
                                          <p:spTgt spid="81"/>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anim calcmode="lin" valueType="num">
                                      <p:cBhvr additive="base">
                                        <p:cTn id="67" dur="500" fill="hold"/>
                                        <p:tgtEl>
                                          <p:spTgt spid="70"/>
                                        </p:tgtEl>
                                        <p:attrNameLst>
                                          <p:attrName>ppt_x</p:attrName>
                                        </p:attrNameLst>
                                      </p:cBhvr>
                                      <p:tavLst>
                                        <p:tav tm="0">
                                          <p:val>
                                            <p:strVal val="#ppt_x"/>
                                          </p:val>
                                        </p:tav>
                                        <p:tav tm="100000">
                                          <p:val>
                                            <p:strVal val="#ppt_x"/>
                                          </p:val>
                                        </p:tav>
                                      </p:tavLst>
                                    </p:anim>
                                    <p:anim calcmode="lin" valueType="num">
                                      <p:cBhvr additive="base">
                                        <p:cTn id="68" dur="500" fill="hold"/>
                                        <p:tgtEl>
                                          <p:spTgt spid="70"/>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additive="base">
                                        <p:cTn id="71" dur="500" fill="hold"/>
                                        <p:tgtEl>
                                          <p:spTgt spid="9"/>
                                        </p:tgtEl>
                                        <p:attrNameLst>
                                          <p:attrName>ppt_x</p:attrName>
                                        </p:attrNameLst>
                                      </p:cBhvr>
                                      <p:tavLst>
                                        <p:tav tm="0">
                                          <p:val>
                                            <p:strVal val="#ppt_x"/>
                                          </p:val>
                                        </p:tav>
                                        <p:tav tm="100000">
                                          <p:val>
                                            <p:strVal val="#ppt_x"/>
                                          </p:val>
                                        </p:tav>
                                      </p:tavLst>
                                    </p:anim>
                                    <p:anim calcmode="lin" valueType="num">
                                      <p:cBhvr additive="base">
                                        <p:cTn id="7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 calcmode="lin" valueType="num">
                                      <p:cBhvr additive="base">
                                        <p:cTn id="77" dur="500" fill="hold"/>
                                        <p:tgtEl>
                                          <p:spTgt spid="26"/>
                                        </p:tgtEl>
                                        <p:attrNameLst>
                                          <p:attrName>ppt_x</p:attrName>
                                        </p:attrNameLst>
                                      </p:cBhvr>
                                      <p:tavLst>
                                        <p:tav tm="0">
                                          <p:val>
                                            <p:strVal val="#ppt_x"/>
                                          </p:val>
                                        </p:tav>
                                        <p:tav tm="100000">
                                          <p:val>
                                            <p:strVal val="#ppt_x"/>
                                          </p:val>
                                        </p:tav>
                                      </p:tavLst>
                                    </p:anim>
                                    <p:anim calcmode="lin" valueType="num">
                                      <p:cBhvr additive="base">
                                        <p:cTn id="78" dur="500" fill="hold"/>
                                        <p:tgtEl>
                                          <p:spTgt spid="26"/>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72"/>
                                        </p:tgtEl>
                                        <p:attrNameLst>
                                          <p:attrName>style.visibility</p:attrName>
                                        </p:attrNameLst>
                                      </p:cBhvr>
                                      <p:to>
                                        <p:strVal val="visible"/>
                                      </p:to>
                                    </p:set>
                                    <p:anim calcmode="lin" valueType="num">
                                      <p:cBhvr additive="base">
                                        <p:cTn id="81" dur="500" fill="hold"/>
                                        <p:tgtEl>
                                          <p:spTgt spid="72"/>
                                        </p:tgtEl>
                                        <p:attrNameLst>
                                          <p:attrName>ppt_x</p:attrName>
                                        </p:attrNameLst>
                                      </p:cBhvr>
                                      <p:tavLst>
                                        <p:tav tm="0">
                                          <p:val>
                                            <p:strVal val="#ppt_x"/>
                                          </p:val>
                                        </p:tav>
                                        <p:tav tm="100000">
                                          <p:val>
                                            <p:strVal val="#ppt_x"/>
                                          </p:val>
                                        </p:tav>
                                      </p:tavLst>
                                    </p:anim>
                                    <p:anim calcmode="lin" valueType="num">
                                      <p:cBhvr additive="base">
                                        <p:cTn id="82" dur="500" fill="hold"/>
                                        <p:tgtEl>
                                          <p:spTgt spid="72"/>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additive="base">
                                        <p:cTn id="85" dur="500" fill="hold"/>
                                        <p:tgtEl>
                                          <p:spTgt spid="16"/>
                                        </p:tgtEl>
                                        <p:attrNameLst>
                                          <p:attrName>ppt_x</p:attrName>
                                        </p:attrNameLst>
                                      </p:cBhvr>
                                      <p:tavLst>
                                        <p:tav tm="0">
                                          <p:val>
                                            <p:strVal val="#ppt_x"/>
                                          </p:val>
                                        </p:tav>
                                        <p:tav tm="100000">
                                          <p:val>
                                            <p:strVal val="#ppt_x"/>
                                          </p:val>
                                        </p:tav>
                                      </p:tavLst>
                                    </p:anim>
                                    <p:anim calcmode="lin" valueType="num">
                                      <p:cBhvr additive="base">
                                        <p:cTn id="8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26" grpId="0"/>
      <p:bldP spid="64" grpId="0"/>
      <p:bldP spid="65" grpId="0"/>
      <p:bldP spid="68" grpId="0" animBg="1"/>
      <p:bldP spid="69" grpId="0" animBg="1"/>
      <p:bldP spid="70" grpId="0" animBg="1"/>
      <p:bldP spid="72" grpId="0" animBg="1"/>
      <p:bldP spid="76" grpId="0"/>
      <p:bldP spid="78" grpId="0"/>
      <p:bldP spid="81" grpId="0"/>
      <p:bldP spid="82" grpId="0"/>
      <p:bldP spid="5" grpId="0"/>
      <p:bldP spid="6" grpId="0"/>
      <p:bldP spid="9" grpId="0"/>
      <p:bldP spid="11" grpId="0" animBg="1"/>
      <p:bldP spid="12"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1">
            <a:extLst>
              <a:ext uri="{FF2B5EF4-FFF2-40B4-BE49-F238E27FC236}">
                <a16:creationId xmlns:a16="http://schemas.microsoft.com/office/drawing/2014/main" id="{58B33969-7D5E-2633-057E-64B568959454}"/>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1D8E99CF-BB01-48ED-8803-1DBB856E1CE7}"/>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D24FA753-EB81-D31D-EE63-44B86B8B5DB1}"/>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74C1FD89-DB9F-C693-C964-B6E128E47EA9}"/>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812BA7B4-B375-44EE-8838-D94A1A91277F}"/>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F3DC31B2-7DC2-4A78-9833-59714A7408E6}"/>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7BF0A91A-D06A-4F30-9C5D-20DD77D6A96B}"/>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9697DD54-ECE6-4B9F-AE3E-3CBC2EC64465}"/>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ABF474BF-C239-4541-9558-6539A1E42E61}"/>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A841F63A-D0F7-4DAA-A3F0-57945B5D38C2}"/>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73FC0303-FAE4-49B7-88B2-EE5DAB221236}"/>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2AF7B233-47C9-4C7C-8B45-A3B949FEB426}"/>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B32C49DD-B95B-4B5F-9C3D-6AFAADB69CBE}"/>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38A16B46-FC77-40C3-8D91-7A84729C98BB}"/>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F5543740-561B-44DE-9CBB-33ED442E65EF}"/>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0AA543C2-79F4-4F68-A51F-849A6E09809D}"/>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2056CE43-7B41-4301-B553-2B105736B41E}"/>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4268DCE9-939F-4AC6-BC38-65123B5EA58A}"/>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3AFBD76E-5EA3-45CB-8CA1-501240046FC9}"/>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3E51E18B-A787-4B72-8A7B-7D02EACEF6C2}"/>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ADF9AFEA-0122-494C-92F4-7F1A9A5769C8}"/>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AD7E7DD6-FA3E-4186-95BF-3A57DB155DA8}"/>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857C2BCF-8D73-452A-999E-607B2AF9FC5A}"/>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E0351237-1E72-4899-9DAE-02F6153EF1FE}"/>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9FA02A40-5124-4408-959A-97C3C3C3D4DE}"/>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F0A04792-6106-4883-8BE0-700726DEB3DC}"/>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8312EC17-493B-40BB-9C18-004483969FE6}"/>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3E57AC7D-52EF-472D-B6B5-B773B5D890E0}"/>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598E3518-95B2-45F6-8EBE-A6104B43E0C4}"/>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99BEA96D-4C67-4679-921C-96E83F43C9A0}"/>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7D8F780E-7544-4608-ADCA-E7904953AD7E}"/>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2ABE03D3-9CB5-4264-AF0C-FEECB6836AE6}"/>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058EBD3F-DE6A-498F-BEB6-DBA16D9E5DAE}"/>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C93D9DE6-8E04-457E-825F-1ADFDCF5BFFA}"/>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9E6325AD-2ABC-4ED0-A309-2C8F557A39C0}"/>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6C43D2B3-872C-453C-B051-8F9E69AC354B}"/>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0239C298-3011-4EFE-A688-B6E3B2F5E21F}"/>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0620EAFA-1F48-4D40-908A-8101E7B6D9AF}"/>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88EB50DA-C23F-4B2B-9ECA-4E6EBE97E1B3}"/>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7D8A970C-A770-4E8F-8968-72EB43EE567D}"/>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1B400B74-69E7-46A7-8598-8E1A5EF1233A}"/>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10DB4E8C-0DD2-42F3-9FAB-E803AFB96327}"/>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7BD3CA51-B882-4E85-8C3E-8DBE1D871615}"/>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2E30A7A8-5F59-4A4A-9370-2ED717342A4A}"/>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717179C1-98A2-4D49-9DA7-D50DE0A7F725}"/>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B5CD361A-4416-41FB-A916-42D376D0E75D}"/>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5AEC21ED-8302-482A-A915-548C77D57E4D}"/>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031990A6-941A-4BC6-8158-16E602DCCA16}"/>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4FBD931B-5C45-4367-BBFD-4E7AA15D3566}"/>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1F10150D-28E1-49A4-9A6C-7112E2D593C0}"/>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9E39D803-85E9-4CED-93E6-539CB74485C4}"/>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651D468B-EEFC-4D99-AE68-7D31C56C12C5}"/>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84FCFC58-9502-4D01-86FC-CFFF55BCB91F}"/>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500C8CAD-8773-497F-8BD4-C2079FFD08B1}"/>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364752C1-C639-4D8E-B328-0DBD85B71844}"/>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C718D515-0A89-476E-9229-56B0DFD571D9}"/>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056B5ABC-CF34-4D9C-8991-C09E3CE2FEE3}"/>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0504D3F7-0CD2-4473-9763-4C67F6D1BD57}"/>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832D9450-2642-40C4-9233-2E1B1D2F97A1}"/>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789A0F7D-E417-4FCC-B155-CA084C7230E9}"/>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1355E135-1168-4532-A33F-26FBBC67C688}"/>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305A5BA9-E5E1-40F2-A3E7-C4DD65128A53}"/>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69DBDAC2-07F2-45D1-8C70-30A556125937}"/>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D93B125D-1077-49A3-B147-1F309A81D0E2}"/>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DA3D2F0E-FC8A-47B1-B8E3-68886B48338E}"/>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09308A42-D133-44A5-B048-2104C7F1A261}"/>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12A8BFA2-0E85-48CD-8F44-EA2FC5D54684}"/>
              </a:ext>
            </a:extLst>
          </p:cNvPr>
          <p:cNvSpPr txBox="1">
            <a:spLocks/>
          </p:cNvSpPr>
          <p:nvPr/>
        </p:nvSpPr>
        <p:spPr>
          <a:xfrm>
            <a:off x="-491939" y="2045094"/>
            <a:ext cx="6950307" cy="815700"/>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000" dirty="0">
                <a:solidFill>
                  <a:schemeClr val="accent1"/>
                </a:solidFill>
              </a:rPr>
              <a:t>INTRODUCTION</a:t>
            </a:r>
            <a:endParaRPr lang="fr-FR" dirty="0">
              <a:solidFill>
                <a:schemeClr val="accent1"/>
              </a:solidFill>
            </a:endParaRPr>
          </a:p>
        </p:txBody>
      </p:sp>
      <p:sp>
        <p:nvSpPr>
          <p:cNvPr id="71" name="TextBox 70"/>
          <p:cNvSpPr txBox="1"/>
          <p:nvPr/>
        </p:nvSpPr>
        <p:spPr>
          <a:xfrm>
            <a:off x="254000" y="4889500"/>
            <a:ext cx="1414170" cy="246221"/>
          </a:xfrm>
          <a:prstGeom prst="rect">
            <a:avLst/>
          </a:prstGeom>
          <a:noFill/>
        </p:spPr>
        <p:txBody>
          <a:bodyPr wrap="none">
            <a:spAutoFit/>
          </a:bodyPr>
          <a:lstStyle/>
          <a:p>
            <a:r>
              <a:rPr sz="1000" dirty="0">
                <a:solidFill>
                  <a:srgbClr val="FFFFFF"/>
                </a:solidFill>
                <a:latin typeface="Arial"/>
              </a:rPr>
              <a:t>3  |  </a:t>
            </a:r>
            <a:r>
              <a:rPr lang="fr-FR" sz="1000" dirty="0">
                <a:solidFill>
                  <a:srgbClr val="FFFFFF"/>
                </a:solidFill>
              </a:rPr>
              <a:t>INTRODUCTION</a:t>
            </a:r>
            <a:endParaRPr sz="1000" dirty="0">
              <a:solidFill>
                <a:srgbClr val="FFFFFF"/>
              </a:solidFill>
              <a:latin typeface="Arial"/>
            </a:endParaRPr>
          </a:p>
        </p:txBody>
      </p:sp>
    </p:spTree>
    <p:extLst>
      <p:ext uri="{BB962C8B-B14F-4D97-AF65-F5344CB8AC3E}">
        <p14:creationId xmlns:p14="http://schemas.microsoft.com/office/powerpoint/2010/main" val="1753733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2" name="!!1">
            <a:extLst>
              <a:ext uri="{FF2B5EF4-FFF2-40B4-BE49-F238E27FC236}">
                <a16:creationId xmlns:a16="http://schemas.microsoft.com/office/drawing/2014/main" id="{58B33969-7D5E-2633-057E-64B568959454}"/>
              </a:ext>
            </a:extLst>
          </p:cNvPr>
          <p:cNvSpPr/>
          <p:nvPr/>
        </p:nvSpPr>
        <p:spPr>
          <a:xfrm>
            <a:off x="520918" y="454950"/>
            <a:ext cx="4917600" cy="4233600"/>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2400" baseline="30000" dirty="0">
              <a:solidFill>
                <a:schemeClr val="tx1"/>
              </a:solidFill>
              <a:latin typeface="Bookman Old Style"/>
              <a:ea typeface="Calibri"/>
              <a:cs typeface="Calibri"/>
            </a:endParaRPr>
          </a:p>
        </p:txBody>
      </p:sp>
      <p:sp>
        <p:nvSpPr>
          <p:cNvPr id="4" name="ZoneTexte 3">
            <a:extLst>
              <a:ext uri="{FF2B5EF4-FFF2-40B4-BE49-F238E27FC236}">
                <a16:creationId xmlns:a16="http://schemas.microsoft.com/office/drawing/2014/main" id="{1D8E99CF-BB01-48ED-8803-1DBB856E1CE7}"/>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grpSp>
        <p:nvGrpSpPr>
          <p:cNvPr id="5" name="Google Shape;448;p38">
            <a:extLst>
              <a:ext uri="{FF2B5EF4-FFF2-40B4-BE49-F238E27FC236}">
                <a16:creationId xmlns:a16="http://schemas.microsoft.com/office/drawing/2014/main" id="{FD2FD6CD-576F-40E8-B13F-9BAA3F17F1E7}"/>
              </a:ext>
            </a:extLst>
          </p:cNvPr>
          <p:cNvGrpSpPr/>
          <p:nvPr/>
        </p:nvGrpSpPr>
        <p:grpSpPr>
          <a:xfrm>
            <a:off x="5586218" y="1375799"/>
            <a:ext cx="3481584" cy="2782199"/>
            <a:chOff x="5247768" y="1375799"/>
            <a:chExt cx="3481584" cy="2782199"/>
          </a:xfrm>
        </p:grpSpPr>
        <p:sp>
          <p:nvSpPr>
            <p:cNvPr id="6" name="Google Shape;449;p38">
              <a:extLst>
                <a:ext uri="{FF2B5EF4-FFF2-40B4-BE49-F238E27FC236}">
                  <a16:creationId xmlns:a16="http://schemas.microsoft.com/office/drawing/2014/main" id="{1724478D-A14B-4924-9528-256881272A9D}"/>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50;p38">
              <a:extLst>
                <a:ext uri="{FF2B5EF4-FFF2-40B4-BE49-F238E27FC236}">
                  <a16:creationId xmlns:a16="http://schemas.microsoft.com/office/drawing/2014/main" id="{7A6053FF-D666-48E1-AF39-077571B7D766}"/>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51;p38">
              <a:extLst>
                <a:ext uri="{FF2B5EF4-FFF2-40B4-BE49-F238E27FC236}">
                  <a16:creationId xmlns:a16="http://schemas.microsoft.com/office/drawing/2014/main" id="{7B0D4910-893F-492F-92E2-2617EB782695}"/>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2;p38">
              <a:extLst>
                <a:ext uri="{FF2B5EF4-FFF2-40B4-BE49-F238E27FC236}">
                  <a16:creationId xmlns:a16="http://schemas.microsoft.com/office/drawing/2014/main" id="{AD8115BE-11E7-4006-AD44-B502F25F5390}"/>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3;p38">
              <a:extLst>
                <a:ext uri="{FF2B5EF4-FFF2-40B4-BE49-F238E27FC236}">
                  <a16:creationId xmlns:a16="http://schemas.microsoft.com/office/drawing/2014/main" id="{54013C70-E50D-4DAD-9FFF-65CAC12AD98F}"/>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4;p38">
              <a:extLst>
                <a:ext uri="{FF2B5EF4-FFF2-40B4-BE49-F238E27FC236}">
                  <a16:creationId xmlns:a16="http://schemas.microsoft.com/office/drawing/2014/main" id="{5C151B75-C850-4BED-905E-3B2890E0047F}"/>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5;p38">
              <a:extLst>
                <a:ext uri="{FF2B5EF4-FFF2-40B4-BE49-F238E27FC236}">
                  <a16:creationId xmlns:a16="http://schemas.microsoft.com/office/drawing/2014/main" id="{A77779F4-C4FE-4AFA-B0E6-D1A36625C4DF}"/>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6;p38">
              <a:extLst>
                <a:ext uri="{FF2B5EF4-FFF2-40B4-BE49-F238E27FC236}">
                  <a16:creationId xmlns:a16="http://schemas.microsoft.com/office/drawing/2014/main" id="{CB576CCF-0F48-45BA-9FCC-014A0D24CF09}"/>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457;p38">
              <a:extLst>
                <a:ext uri="{FF2B5EF4-FFF2-40B4-BE49-F238E27FC236}">
                  <a16:creationId xmlns:a16="http://schemas.microsoft.com/office/drawing/2014/main" id="{496BC74B-54EE-4C9C-BBC8-1BFE9162BBB6}"/>
                </a:ext>
              </a:extLst>
            </p:cNvPr>
            <p:cNvGrpSpPr/>
            <p:nvPr/>
          </p:nvGrpSpPr>
          <p:grpSpPr>
            <a:xfrm>
              <a:off x="5628768" y="1611607"/>
              <a:ext cx="2795229" cy="1920286"/>
              <a:chOff x="5628768" y="1611607"/>
              <a:chExt cx="2795229" cy="1920286"/>
            </a:xfrm>
          </p:grpSpPr>
          <p:sp>
            <p:nvSpPr>
              <p:cNvPr id="16" name="Google Shape;458;p38">
                <a:extLst>
                  <a:ext uri="{FF2B5EF4-FFF2-40B4-BE49-F238E27FC236}">
                    <a16:creationId xmlns:a16="http://schemas.microsoft.com/office/drawing/2014/main" id="{241E43A6-9152-4E8C-921D-1DE91EDD2920}"/>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59;p38">
                <a:extLst>
                  <a:ext uri="{FF2B5EF4-FFF2-40B4-BE49-F238E27FC236}">
                    <a16:creationId xmlns:a16="http://schemas.microsoft.com/office/drawing/2014/main" id="{2A5DB923-7A72-4BBA-A66C-E3C6B114BDB1}"/>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60;p38">
                <a:extLst>
                  <a:ext uri="{FF2B5EF4-FFF2-40B4-BE49-F238E27FC236}">
                    <a16:creationId xmlns:a16="http://schemas.microsoft.com/office/drawing/2014/main" id="{61F30256-573A-4547-9120-66248861966B}"/>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61;p38">
                <a:extLst>
                  <a:ext uri="{FF2B5EF4-FFF2-40B4-BE49-F238E27FC236}">
                    <a16:creationId xmlns:a16="http://schemas.microsoft.com/office/drawing/2014/main" id="{0D756AF2-8248-4025-9EEF-E93F5F6F1F3E}"/>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2;p38">
                <a:extLst>
                  <a:ext uri="{FF2B5EF4-FFF2-40B4-BE49-F238E27FC236}">
                    <a16:creationId xmlns:a16="http://schemas.microsoft.com/office/drawing/2014/main" id="{4AB94221-F80E-44ED-9FBE-44BE79135207}"/>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3;p38">
                <a:extLst>
                  <a:ext uri="{FF2B5EF4-FFF2-40B4-BE49-F238E27FC236}">
                    <a16:creationId xmlns:a16="http://schemas.microsoft.com/office/drawing/2014/main" id="{8A7734AC-E0F3-4F4C-9022-CBCBFA927B53}"/>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4;p38">
                <a:extLst>
                  <a:ext uri="{FF2B5EF4-FFF2-40B4-BE49-F238E27FC236}">
                    <a16:creationId xmlns:a16="http://schemas.microsoft.com/office/drawing/2014/main" id="{E752FE17-3A30-4B71-BC35-D111B4DCE966}"/>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5;p38">
                <a:extLst>
                  <a:ext uri="{FF2B5EF4-FFF2-40B4-BE49-F238E27FC236}">
                    <a16:creationId xmlns:a16="http://schemas.microsoft.com/office/drawing/2014/main" id="{112F047C-D308-4172-925C-E017FA7E18F5}"/>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6;p38">
                <a:extLst>
                  <a:ext uri="{FF2B5EF4-FFF2-40B4-BE49-F238E27FC236}">
                    <a16:creationId xmlns:a16="http://schemas.microsoft.com/office/drawing/2014/main" id="{B07A7AB7-7407-4173-B975-24C9CD61871E}"/>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7;p38">
                <a:extLst>
                  <a:ext uri="{FF2B5EF4-FFF2-40B4-BE49-F238E27FC236}">
                    <a16:creationId xmlns:a16="http://schemas.microsoft.com/office/drawing/2014/main" id="{45B8B688-77D9-451C-B457-C0FB1FBA547C}"/>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8;p38">
                <a:extLst>
                  <a:ext uri="{FF2B5EF4-FFF2-40B4-BE49-F238E27FC236}">
                    <a16:creationId xmlns:a16="http://schemas.microsoft.com/office/drawing/2014/main" id="{F45D7FC7-6D39-4A04-A133-735F5F763589}"/>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9;p38">
                <a:extLst>
                  <a:ext uri="{FF2B5EF4-FFF2-40B4-BE49-F238E27FC236}">
                    <a16:creationId xmlns:a16="http://schemas.microsoft.com/office/drawing/2014/main" id="{31B56643-4539-4E3E-BFD4-416884D17EBE}"/>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70;p38">
                <a:extLst>
                  <a:ext uri="{FF2B5EF4-FFF2-40B4-BE49-F238E27FC236}">
                    <a16:creationId xmlns:a16="http://schemas.microsoft.com/office/drawing/2014/main" id="{3360DF1E-BD1D-4770-AB12-4F1E3E082959}"/>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71;p38">
                <a:extLst>
                  <a:ext uri="{FF2B5EF4-FFF2-40B4-BE49-F238E27FC236}">
                    <a16:creationId xmlns:a16="http://schemas.microsoft.com/office/drawing/2014/main" id="{FAD7F219-8969-4354-9027-1CE5AE9B3F33}"/>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2;p38">
                <a:extLst>
                  <a:ext uri="{FF2B5EF4-FFF2-40B4-BE49-F238E27FC236}">
                    <a16:creationId xmlns:a16="http://schemas.microsoft.com/office/drawing/2014/main" id="{DAF0BE1C-7983-4848-BBB1-66623E819491}"/>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3;p38">
                <a:extLst>
                  <a:ext uri="{FF2B5EF4-FFF2-40B4-BE49-F238E27FC236}">
                    <a16:creationId xmlns:a16="http://schemas.microsoft.com/office/drawing/2014/main" id="{5AAFEA96-06DF-4FAD-A6E6-91B7BB6DC2EC}"/>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4;p38">
                <a:extLst>
                  <a:ext uri="{FF2B5EF4-FFF2-40B4-BE49-F238E27FC236}">
                    <a16:creationId xmlns:a16="http://schemas.microsoft.com/office/drawing/2014/main" id="{6943D2B5-2C2D-4F3D-BDD4-4466EF8C938E}"/>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5;p38">
                <a:extLst>
                  <a:ext uri="{FF2B5EF4-FFF2-40B4-BE49-F238E27FC236}">
                    <a16:creationId xmlns:a16="http://schemas.microsoft.com/office/drawing/2014/main" id="{22FC47FC-D8DD-4A83-947A-B3D989CF0213}"/>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6;p38">
                <a:extLst>
                  <a:ext uri="{FF2B5EF4-FFF2-40B4-BE49-F238E27FC236}">
                    <a16:creationId xmlns:a16="http://schemas.microsoft.com/office/drawing/2014/main" id="{944CBDC7-47C4-42F5-89DC-13FBE219D89F}"/>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7;p38">
                <a:extLst>
                  <a:ext uri="{FF2B5EF4-FFF2-40B4-BE49-F238E27FC236}">
                    <a16:creationId xmlns:a16="http://schemas.microsoft.com/office/drawing/2014/main" id="{3797C3D5-C1EF-4A0E-8D0C-901797FAB8DC}"/>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8;p38">
                <a:extLst>
                  <a:ext uri="{FF2B5EF4-FFF2-40B4-BE49-F238E27FC236}">
                    <a16:creationId xmlns:a16="http://schemas.microsoft.com/office/drawing/2014/main" id="{EEE64593-3BEC-4501-80A6-800EF6663751}"/>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9;p38">
                <a:extLst>
                  <a:ext uri="{FF2B5EF4-FFF2-40B4-BE49-F238E27FC236}">
                    <a16:creationId xmlns:a16="http://schemas.microsoft.com/office/drawing/2014/main" id="{54F0CB8F-34D3-40A2-B501-7D8818A2B19A}"/>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80;p38">
                <a:extLst>
                  <a:ext uri="{FF2B5EF4-FFF2-40B4-BE49-F238E27FC236}">
                    <a16:creationId xmlns:a16="http://schemas.microsoft.com/office/drawing/2014/main" id="{2F94013E-DB49-4B1A-95E0-2FEEC37EFAD3}"/>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81;p38">
                <a:extLst>
                  <a:ext uri="{FF2B5EF4-FFF2-40B4-BE49-F238E27FC236}">
                    <a16:creationId xmlns:a16="http://schemas.microsoft.com/office/drawing/2014/main" id="{57303F3A-3C7D-4C24-94EB-73E2E13BF417}"/>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2;p38">
                <a:extLst>
                  <a:ext uri="{FF2B5EF4-FFF2-40B4-BE49-F238E27FC236}">
                    <a16:creationId xmlns:a16="http://schemas.microsoft.com/office/drawing/2014/main" id="{58D62488-5BB4-4A1E-A378-9C559F8CFEBA}"/>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3;p38">
                <a:extLst>
                  <a:ext uri="{FF2B5EF4-FFF2-40B4-BE49-F238E27FC236}">
                    <a16:creationId xmlns:a16="http://schemas.microsoft.com/office/drawing/2014/main" id="{B1BE7E65-BF0A-4016-A715-24DF922954D5}"/>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4;p38">
                <a:extLst>
                  <a:ext uri="{FF2B5EF4-FFF2-40B4-BE49-F238E27FC236}">
                    <a16:creationId xmlns:a16="http://schemas.microsoft.com/office/drawing/2014/main" id="{0856B8DA-1553-4EF0-A951-3E3B0696CDCB}"/>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5;p38">
                <a:extLst>
                  <a:ext uri="{FF2B5EF4-FFF2-40B4-BE49-F238E27FC236}">
                    <a16:creationId xmlns:a16="http://schemas.microsoft.com/office/drawing/2014/main" id="{857BFB12-22C6-4660-97B4-80754BF1BB3B}"/>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6;p38">
                <a:extLst>
                  <a:ext uri="{FF2B5EF4-FFF2-40B4-BE49-F238E27FC236}">
                    <a16:creationId xmlns:a16="http://schemas.microsoft.com/office/drawing/2014/main" id="{3C079171-4F4A-4ABF-AC85-360ACAD6547C}"/>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7;p38">
                <a:extLst>
                  <a:ext uri="{FF2B5EF4-FFF2-40B4-BE49-F238E27FC236}">
                    <a16:creationId xmlns:a16="http://schemas.microsoft.com/office/drawing/2014/main" id="{9A17B185-A3FA-4E35-B799-B8B4BFAC9B48}"/>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8;p38">
                <a:extLst>
                  <a:ext uri="{FF2B5EF4-FFF2-40B4-BE49-F238E27FC236}">
                    <a16:creationId xmlns:a16="http://schemas.microsoft.com/office/drawing/2014/main" id="{4CFC0EBA-6E20-43F6-98E2-764924FF7D4C}"/>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9;p38">
                <a:extLst>
                  <a:ext uri="{FF2B5EF4-FFF2-40B4-BE49-F238E27FC236}">
                    <a16:creationId xmlns:a16="http://schemas.microsoft.com/office/drawing/2014/main" id="{81BE94FF-240A-4BC5-99F8-B7B6CA41D272}"/>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90;p38">
                <a:extLst>
                  <a:ext uri="{FF2B5EF4-FFF2-40B4-BE49-F238E27FC236}">
                    <a16:creationId xmlns:a16="http://schemas.microsoft.com/office/drawing/2014/main" id="{1CD24A1D-677C-4714-8079-E8DE398D23A3}"/>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1;p38">
                <a:extLst>
                  <a:ext uri="{FF2B5EF4-FFF2-40B4-BE49-F238E27FC236}">
                    <a16:creationId xmlns:a16="http://schemas.microsoft.com/office/drawing/2014/main" id="{07EE31DD-E1DE-4E84-96A9-5043DD7F8A82}"/>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2;p38">
                <a:extLst>
                  <a:ext uri="{FF2B5EF4-FFF2-40B4-BE49-F238E27FC236}">
                    <a16:creationId xmlns:a16="http://schemas.microsoft.com/office/drawing/2014/main" id="{A164F6B9-8D06-43D7-91D1-7A99D21109A1}"/>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3;p38">
                <a:extLst>
                  <a:ext uri="{FF2B5EF4-FFF2-40B4-BE49-F238E27FC236}">
                    <a16:creationId xmlns:a16="http://schemas.microsoft.com/office/drawing/2014/main" id="{E1432E19-B4F7-4C3F-83A0-CA853C94D284}"/>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4;p38">
                <a:extLst>
                  <a:ext uri="{FF2B5EF4-FFF2-40B4-BE49-F238E27FC236}">
                    <a16:creationId xmlns:a16="http://schemas.microsoft.com/office/drawing/2014/main" id="{438524E2-7E13-4977-98AB-A9053F83D4A1}"/>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5;p38">
                <a:extLst>
                  <a:ext uri="{FF2B5EF4-FFF2-40B4-BE49-F238E27FC236}">
                    <a16:creationId xmlns:a16="http://schemas.microsoft.com/office/drawing/2014/main" id="{42560FEB-DB64-4F7D-A82E-15483D9F3C0C}"/>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6;p38">
                <a:extLst>
                  <a:ext uri="{FF2B5EF4-FFF2-40B4-BE49-F238E27FC236}">
                    <a16:creationId xmlns:a16="http://schemas.microsoft.com/office/drawing/2014/main" id="{DCAA0442-7345-4ED7-A006-1A5CF6081EF5}"/>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7;p38">
                <a:extLst>
                  <a:ext uri="{FF2B5EF4-FFF2-40B4-BE49-F238E27FC236}">
                    <a16:creationId xmlns:a16="http://schemas.microsoft.com/office/drawing/2014/main" id="{1EB840AF-23D7-44F5-8194-A3CCC002F22E}"/>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8;p38">
                <a:extLst>
                  <a:ext uri="{FF2B5EF4-FFF2-40B4-BE49-F238E27FC236}">
                    <a16:creationId xmlns:a16="http://schemas.microsoft.com/office/drawing/2014/main" id="{0D9444C3-DB4A-4AE4-837B-48BA2C1F31F0}"/>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9;p38">
                <a:extLst>
                  <a:ext uri="{FF2B5EF4-FFF2-40B4-BE49-F238E27FC236}">
                    <a16:creationId xmlns:a16="http://schemas.microsoft.com/office/drawing/2014/main" id="{731DF937-38FB-428D-8F9F-327303FC47BF}"/>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00;p38">
                <a:extLst>
                  <a:ext uri="{FF2B5EF4-FFF2-40B4-BE49-F238E27FC236}">
                    <a16:creationId xmlns:a16="http://schemas.microsoft.com/office/drawing/2014/main" id="{F2C62A72-44E9-47A9-BAEF-BFB086AF39B3}"/>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01;p38">
                <a:extLst>
                  <a:ext uri="{FF2B5EF4-FFF2-40B4-BE49-F238E27FC236}">
                    <a16:creationId xmlns:a16="http://schemas.microsoft.com/office/drawing/2014/main" id="{126AD5BC-32A3-49E7-AC92-798DD3A6224D}"/>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2;p38">
                <a:extLst>
                  <a:ext uri="{FF2B5EF4-FFF2-40B4-BE49-F238E27FC236}">
                    <a16:creationId xmlns:a16="http://schemas.microsoft.com/office/drawing/2014/main" id="{B7AB9796-7748-4463-839D-3A416EABA457}"/>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3;p38">
                <a:extLst>
                  <a:ext uri="{FF2B5EF4-FFF2-40B4-BE49-F238E27FC236}">
                    <a16:creationId xmlns:a16="http://schemas.microsoft.com/office/drawing/2014/main" id="{DA0F7039-A820-47B7-83D2-69F09782C044}"/>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4;p38">
                <a:extLst>
                  <a:ext uri="{FF2B5EF4-FFF2-40B4-BE49-F238E27FC236}">
                    <a16:creationId xmlns:a16="http://schemas.microsoft.com/office/drawing/2014/main" id="{11D9BB29-5991-48D1-B34D-C269769EEA5C}"/>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5;p38">
                <a:extLst>
                  <a:ext uri="{FF2B5EF4-FFF2-40B4-BE49-F238E27FC236}">
                    <a16:creationId xmlns:a16="http://schemas.microsoft.com/office/drawing/2014/main" id="{780CD3AF-68BE-48D6-ABA2-C09C2B41F38A}"/>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6;p38">
                <a:extLst>
                  <a:ext uri="{FF2B5EF4-FFF2-40B4-BE49-F238E27FC236}">
                    <a16:creationId xmlns:a16="http://schemas.microsoft.com/office/drawing/2014/main" id="{7CD10B5B-012B-41AA-942F-5AA0F3EF3D42}"/>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7;p38">
                <a:extLst>
                  <a:ext uri="{FF2B5EF4-FFF2-40B4-BE49-F238E27FC236}">
                    <a16:creationId xmlns:a16="http://schemas.microsoft.com/office/drawing/2014/main" id="{55E6D394-2651-4057-AE06-E35494C08F69}"/>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8;p38">
                <a:extLst>
                  <a:ext uri="{FF2B5EF4-FFF2-40B4-BE49-F238E27FC236}">
                    <a16:creationId xmlns:a16="http://schemas.microsoft.com/office/drawing/2014/main" id="{E4F4E80B-BD23-4423-A6F2-30B9A69F6494}"/>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9;p38">
                <a:extLst>
                  <a:ext uri="{FF2B5EF4-FFF2-40B4-BE49-F238E27FC236}">
                    <a16:creationId xmlns:a16="http://schemas.microsoft.com/office/drawing/2014/main" id="{14CF9512-915D-4CA8-846A-383FF1158EA4}"/>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 name="Group 3">
            <a:extLst>
              <a:ext uri="{FF2B5EF4-FFF2-40B4-BE49-F238E27FC236}">
                <a16:creationId xmlns:a16="http://schemas.microsoft.com/office/drawing/2014/main" id="{FC3DA167-FEDF-E156-8E0C-C462CA05DFDE}"/>
              </a:ext>
            </a:extLst>
          </p:cNvPr>
          <p:cNvGrpSpPr/>
          <p:nvPr/>
        </p:nvGrpSpPr>
        <p:grpSpPr>
          <a:xfrm>
            <a:off x="2466140" y="1972473"/>
            <a:ext cx="1000482" cy="927721"/>
            <a:chOff x="2435901" y="2435901"/>
            <a:chExt cx="1364104" cy="1364104"/>
          </a:xfrm>
        </p:grpSpPr>
        <p:sp>
          <p:nvSpPr>
            <p:cNvPr id="72" name="Rounded Rectangle 1">
              <a:extLst>
                <a:ext uri="{FF2B5EF4-FFF2-40B4-BE49-F238E27FC236}">
                  <a16:creationId xmlns:a16="http://schemas.microsoft.com/office/drawing/2014/main" id="{E862FF08-2313-7E97-D3C2-BFCEDC1A9EE7}"/>
                </a:ext>
              </a:extLst>
            </p:cNvPr>
            <p:cNvSpPr/>
            <p:nvPr/>
          </p:nvSpPr>
          <p:spPr>
            <a:xfrm>
              <a:off x="2435901" y="2435901"/>
              <a:ext cx="1364104" cy="1364104"/>
            </a:xfrm>
            <a:custGeom>
              <a:avLst/>
              <a:gdLst/>
              <a:ahLst/>
              <a:cxnLst/>
              <a:rect l="0" t="0" r="0" b="0"/>
              <a:pathLst>
                <a:path w="1364104" h="1364104">
                  <a:moveTo>
                    <a:pt x="1175126" y="1153301"/>
                  </a:moveTo>
                  <a:lnTo>
                    <a:pt x="1140813" y="1152993"/>
                  </a:lnTo>
                  <a:lnTo>
                    <a:pt x="1140784" y="1186796"/>
                  </a:lnTo>
                  <a:cubicBezTo>
                    <a:pt x="1019645" y="1296957"/>
                    <a:pt x="858690" y="1364104"/>
                    <a:pt x="682052" y="1364104"/>
                  </a:cubicBezTo>
                  <a:cubicBezTo>
                    <a:pt x="505443" y="1364104"/>
                    <a:pt x="344512" y="1296979"/>
                    <a:pt x="223379" y="1186850"/>
                  </a:cubicBezTo>
                  <a:lnTo>
                    <a:pt x="223290" y="1152993"/>
                  </a:lnTo>
                  <a:lnTo>
                    <a:pt x="188327" y="1152619"/>
                  </a:lnTo>
                  <a:cubicBezTo>
                    <a:pt x="71640" y="1030226"/>
                    <a:pt x="0" y="864506"/>
                    <a:pt x="0" y="682052"/>
                  </a:cubicBezTo>
                  <a:cubicBezTo>
                    <a:pt x="0" y="505443"/>
                    <a:pt x="67125" y="344511"/>
                    <a:pt x="177254" y="223378"/>
                  </a:cubicBezTo>
                  <a:lnTo>
                    <a:pt x="211111" y="223290"/>
                  </a:lnTo>
                  <a:lnTo>
                    <a:pt x="211546" y="188269"/>
                  </a:lnTo>
                  <a:cubicBezTo>
                    <a:pt x="333932" y="71617"/>
                    <a:pt x="499629" y="0"/>
                    <a:pt x="682052" y="0"/>
                  </a:cubicBezTo>
                  <a:cubicBezTo>
                    <a:pt x="864842" y="0"/>
                    <a:pt x="1030837" y="71905"/>
                    <a:pt x="1153295" y="188973"/>
                  </a:cubicBezTo>
                  <a:lnTo>
                    <a:pt x="1152993" y="223290"/>
                  </a:lnTo>
                  <a:lnTo>
                    <a:pt x="1186258" y="222728"/>
                  </a:lnTo>
                  <a:cubicBezTo>
                    <a:pt x="1296738" y="343934"/>
                    <a:pt x="1364104" y="505126"/>
                    <a:pt x="1364104" y="682052"/>
                  </a:cubicBezTo>
                  <a:cubicBezTo>
                    <a:pt x="1364104" y="864844"/>
                    <a:pt x="1292197" y="1030842"/>
                    <a:pt x="1175126" y="1153301"/>
                  </a:cubicBezTo>
                  <a:close/>
                </a:path>
              </a:pathLst>
            </a:custGeom>
            <a:solidFill>
              <a:srgbClr val="F5F5F5"/>
            </a:solidFill>
            <a:ln>
              <a:noFill/>
            </a:ln>
          </p:spPr>
          <p:txBody>
            <a:bodyPr rtlCol="0" anchor="ctr"/>
            <a:lstStyle/>
            <a:p>
              <a:pPr algn="ctr"/>
              <a:endParaRPr/>
            </a:p>
          </p:txBody>
        </p:sp>
        <p:sp>
          <p:nvSpPr>
            <p:cNvPr id="73" name="Rounded Rectangle 2">
              <a:extLst>
                <a:ext uri="{FF2B5EF4-FFF2-40B4-BE49-F238E27FC236}">
                  <a16:creationId xmlns:a16="http://schemas.microsoft.com/office/drawing/2014/main" id="{39595CE4-2643-A180-DC74-87AA6A34A8BB}"/>
                </a:ext>
              </a:extLst>
            </p:cNvPr>
            <p:cNvSpPr/>
            <p:nvPr/>
          </p:nvSpPr>
          <p:spPr>
            <a:xfrm>
              <a:off x="2435901" y="2435901"/>
              <a:ext cx="1364104" cy="1364104"/>
            </a:xfrm>
            <a:custGeom>
              <a:avLst/>
              <a:gdLst/>
              <a:ahLst/>
              <a:cxnLst/>
              <a:rect l="0" t="0" r="0" b="0"/>
              <a:pathLst>
                <a:path w="1364104" h="1364104">
                  <a:moveTo>
                    <a:pt x="1175126" y="1153301"/>
                  </a:moveTo>
                  <a:lnTo>
                    <a:pt x="1140813" y="1152993"/>
                  </a:lnTo>
                  <a:lnTo>
                    <a:pt x="1140784" y="1186796"/>
                  </a:lnTo>
                  <a:cubicBezTo>
                    <a:pt x="1019645" y="1296957"/>
                    <a:pt x="858690" y="1364104"/>
                    <a:pt x="682052" y="1364104"/>
                  </a:cubicBezTo>
                  <a:cubicBezTo>
                    <a:pt x="505443" y="1364104"/>
                    <a:pt x="344512" y="1296979"/>
                    <a:pt x="223379" y="1186850"/>
                  </a:cubicBezTo>
                  <a:lnTo>
                    <a:pt x="223290" y="1152993"/>
                  </a:lnTo>
                  <a:lnTo>
                    <a:pt x="188327" y="1152619"/>
                  </a:lnTo>
                  <a:cubicBezTo>
                    <a:pt x="71640" y="1030226"/>
                    <a:pt x="0" y="864506"/>
                    <a:pt x="0" y="682052"/>
                  </a:cubicBezTo>
                  <a:cubicBezTo>
                    <a:pt x="0" y="505443"/>
                    <a:pt x="67125" y="344511"/>
                    <a:pt x="177254" y="223378"/>
                  </a:cubicBezTo>
                  <a:lnTo>
                    <a:pt x="211111" y="223290"/>
                  </a:lnTo>
                  <a:lnTo>
                    <a:pt x="211546" y="188269"/>
                  </a:lnTo>
                  <a:cubicBezTo>
                    <a:pt x="333932" y="71617"/>
                    <a:pt x="499629" y="0"/>
                    <a:pt x="682052" y="0"/>
                  </a:cubicBezTo>
                  <a:cubicBezTo>
                    <a:pt x="864842" y="0"/>
                    <a:pt x="1030837" y="71905"/>
                    <a:pt x="1153295" y="188973"/>
                  </a:cubicBezTo>
                  <a:lnTo>
                    <a:pt x="1152993" y="223290"/>
                  </a:lnTo>
                  <a:lnTo>
                    <a:pt x="1186258" y="222728"/>
                  </a:lnTo>
                  <a:cubicBezTo>
                    <a:pt x="1296738" y="343934"/>
                    <a:pt x="1364104" y="505126"/>
                    <a:pt x="1364104" y="682052"/>
                  </a:cubicBezTo>
                  <a:cubicBezTo>
                    <a:pt x="1364104" y="864844"/>
                    <a:pt x="1292197" y="1030842"/>
                    <a:pt x="1175126" y="1153301"/>
                  </a:cubicBezTo>
                  <a:close/>
                </a:path>
              </a:pathLst>
            </a:custGeom>
            <a:noFill/>
            <a:ln w="12179">
              <a:solidFill>
                <a:srgbClr val="969696"/>
              </a:solidFill>
            </a:ln>
          </p:spPr>
          <p:txBody>
            <a:bodyPr rtlCol="0" anchor="ctr"/>
            <a:lstStyle/>
            <a:p>
              <a:pPr algn="ctr"/>
              <a:endParaRPr/>
            </a:p>
          </p:txBody>
        </p:sp>
      </p:grpSp>
      <p:grpSp>
        <p:nvGrpSpPr>
          <p:cNvPr id="74" name="Group 6">
            <a:extLst>
              <a:ext uri="{FF2B5EF4-FFF2-40B4-BE49-F238E27FC236}">
                <a16:creationId xmlns:a16="http://schemas.microsoft.com/office/drawing/2014/main" id="{325CA710-38BF-F9CE-98D2-66D8BE672772}"/>
              </a:ext>
            </a:extLst>
          </p:cNvPr>
          <p:cNvGrpSpPr/>
          <p:nvPr/>
        </p:nvGrpSpPr>
        <p:grpSpPr>
          <a:xfrm>
            <a:off x="1537120" y="1111017"/>
            <a:ext cx="1429261" cy="1325317"/>
            <a:chOff x="1169232" y="1169232"/>
            <a:chExt cx="1948721" cy="1948721"/>
          </a:xfrm>
        </p:grpSpPr>
        <p:sp>
          <p:nvSpPr>
            <p:cNvPr id="75" name="Rounded Rectangle 4">
              <a:extLst>
                <a:ext uri="{FF2B5EF4-FFF2-40B4-BE49-F238E27FC236}">
                  <a16:creationId xmlns:a16="http://schemas.microsoft.com/office/drawing/2014/main" id="{AB61538A-7FAA-7FFC-F5CE-A42A602BB14E}"/>
                </a:ext>
              </a:extLst>
            </p:cNvPr>
            <p:cNvSpPr/>
            <p:nvPr/>
          </p:nvSpPr>
          <p:spPr>
            <a:xfrm>
              <a:off x="1169232" y="1169232"/>
              <a:ext cx="1948721" cy="1948721"/>
            </a:xfrm>
            <a:custGeom>
              <a:avLst/>
              <a:gdLst/>
              <a:ahLst/>
              <a:cxnLst/>
              <a:rect l="0" t="0" r="0" b="0"/>
              <a:pathLst>
                <a:path w="1948721" h="1948721">
                  <a:moveTo>
                    <a:pt x="1202978" y="148337"/>
                  </a:moveTo>
                  <a:cubicBezTo>
                    <a:pt x="1439407" y="50405"/>
                    <a:pt x="1692811" y="0"/>
                    <a:pt x="1948721" y="0"/>
                  </a:cubicBezTo>
                  <a:lnTo>
                    <a:pt x="1948721" y="676711"/>
                  </a:lnTo>
                  <a:cubicBezTo>
                    <a:pt x="1781678" y="676711"/>
                    <a:pt x="1616271" y="709613"/>
                    <a:pt x="1461943" y="773536"/>
                  </a:cubicBezTo>
                  <a:cubicBezTo>
                    <a:pt x="1366239" y="813179"/>
                    <a:pt x="1275958" y="864270"/>
                    <a:pt x="1193009" y="925535"/>
                  </a:cubicBezTo>
                  <a:lnTo>
                    <a:pt x="1414005" y="1146531"/>
                  </a:lnTo>
                  <a:lnTo>
                    <a:pt x="1482903" y="1077633"/>
                  </a:lnTo>
                  <a:lnTo>
                    <a:pt x="1477780" y="1489959"/>
                  </a:lnTo>
                  <a:lnTo>
                    <a:pt x="1069517" y="1491020"/>
                  </a:lnTo>
                  <a:lnTo>
                    <a:pt x="1138415" y="1422122"/>
                  </a:lnTo>
                  <a:lnTo>
                    <a:pt x="918677" y="1202384"/>
                  </a:lnTo>
                  <a:cubicBezTo>
                    <a:pt x="860449" y="1282745"/>
                    <a:pt x="811691" y="1369833"/>
                    <a:pt x="773536" y="1461944"/>
                  </a:cubicBezTo>
                  <a:cubicBezTo>
                    <a:pt x="709612" y="1616271"/>
                    <a:pt x="676711" y="1781678"/>
                    <a:pt x="676711" y="1948721"/>
                  </a:cubicBezTo>
                  <a:lnTo>
                    <a:pt x="0" y="1948721"/>
                  </a:lnTo>
                  <a:cubicBezTo>
                    <a:pt x="0" y="1692811"/>
                    <a:pt x="50405" y="1439407"/>
                    <a:pt x="148337" y="1202978"/>
                  </a:cubicBezTo>
                  <a:cubicBezTo>
                    <a:pt x="246269" y="966548"/>
                    <a:pt x="389811" y="751723"/>
                    <a:pt x="570767" y="570767"/>
                  </a:cubicBezTo>
                  <a:cubicBezTo>
                    <a:pt x="751722" y="389811"/>
                    <a:pt x="966547" y="246269"/>
                    <a:pt x="1202978" y="148337"/>
                  </a:cubicBezTo>
                  <a:close/>
                </a:path>
              </a:pathLst>
            </a:custGeom>
            <a:solidFill>
              <a:srgbClr val="F3F0FF"/>
            </a:solidFill>
            <a:ln>
              <a:noFill/>
            </a:ln>
          </p:spPr>
          <p:txBody>
            <a:bodyPr rtlCol="0" anchor="ctr"/>
            <a:lstStyle/>
            <a:p>
              <a:pPr algn="ctr"/>
              <a:endParaRPr dirty="0"/>
            </a:p>
          </p:txBody>
        </p:sp>
        <p:sp>
          <p:nvSpPr>
            <p:cNvPr id="76" name="Rounded Rectangle 5">
              <a:extLst>
                <a:ext uri="{FF2B5EF4-FFF2-40B4-BE49-F238E27FC236}">
                  <a16:creationId xmlns:a16="http://schemas.microsoft.com/office/drawing/2014/main" id="{269761B5-D33E-AACB-F4CD-A69721C43A86}"/>
                </a:ext>
              </a:extLst>
            </p:cNvPr>
            <p:cNvSpPr/>
            <p:nvPr/>
          </p:nvSpPr>
          <p:spPr>
            <a:xfrm>
              <a:off x="1169232" y="1169232"/>
              <a:ext cx="1948721" cy="1948721"/>
            </a:xfrm>
            <a:custGeom>
              <a:avLst/>
              <a:gdLst/>
              <a:ahLst/>
              <a:cxnLst/>
              <a:rect l="0" t="0" r="0" b="0"/>
              <a:pathLst>
                <a:path w="1948721" h="1948721">
                  <a:moveTo>
                    <a:pt x="1202978" y="148337"/>
                  </a:moveTo>
                  <a:cubicBezTo>
                    <a:pt x="1439407" y="50405"/>
                    <a:pt x="1692811" y="0"/>
                    <a:pt x="1948721" y="0"/>
                  </a:cubicBezTo>
                  <a:lnTo>
                    <a:pt x="1948721" y="676711"/>
                  </a:lnTo>
                  <a:cubicBezTo>
                    <a:pt x="1781678" y="676711"/>
                    <a:pt x="1616271" y="709613"/>
                    <a:pt x="1461943" y="773536"/>
                  </a:cubicBezTo>
                  <a:cubicBezTo>
                    <a:pt x="1366239" y="813179"/>
                    <a:pt x="1275958" y="864270"/>
                    <a:pt x="1193009" y="925535"/>
                  </a:cubicBezTo>
                  <a:lnTo>
                    <a:pt x="1414005" y="1146531"/>
                  </a:lnTo>
                  <a:lnTo>
                    <a:pt x="1482903" y="1077633"/>
                  </a:lnTo>
                  <a:lnTo>
                    <a:pt x="1477780" y="1489959"/>
                  </a:lnTo>
                  <a:lnTo>
                    <a:pt x="1069517" y="1491020"/>
                  </a:lnTo>
                  <a:lnTo>
                    <a:pt x="1138415" y="1422122"/>
                  </a:lnTo>
                  <a:lnTo>
                    <a:pt x="918677" y="1202384"/>
                  </a:lnTo>
                  <a:cubicBezTo>
                    <a:pt x="860449" y="1282745"/>
                    <a:pt x="811691" y="1369833"/>
                    <a:pt x="773536" y="1461944"/>
                  </a:cubicBezTo>
                  <a:cubicBezTo>
                    <a:pt x="709612" y="1616271"/>
                    <a:pt x="676711" y="1781678"/>
                    <a:pt x="676711" y="1948721"/>
                  </a:cubicBezTo>
                  <a:lnTo>
                    <a:pt x="0" y="1948721"/>
                  </a:lnTo>
                  <a:cubicBezTo>
                    <a:pt x="0" y="1692811"/>
                    <a:pt x="50405" y="1439407"/>
                    <a:pt x="148337" y="1202978"/>
                  </a:cubicBezTo>
                  <a:cubicBezTo>
                    <a:pt x="246269" y="966548"/>
                    <a:pt x="389811" y="751723"/>
                    <a:pt x="570767" y="570767"/>
                  </a:cubicBezTo>
                  <a:cubicBezTo>
                    <a:pt x="751722" y="389811"/>
                    <a:pt x="966547" y="246269"/>
                    <a:pt x="1202978" y="148337"/>
                  </a:cubicBezTo>
                  <a:close/>
                </a:path>
              </a:pathLst>
            </a:custGeom>
            <a:noFill/>
            <a:ln w="12179">
              <a:solidFill>
                <a:srgbClr val="7F64EA"/>
              </a:solidFill>
            </a:ln>
          </p:spPr>
          <p:txBody>
            <a:bodyPr rtlCol="0" anchor="ctr"/>
            <a:lstStyle/>
            <a:p>
              <a:pPr algn="ctr"/>
              <a:endParaRPr/>
            </a:p>
          </p:txBody>
        </p:sp>
      </p:grpSp>
      <p:grpSp>
        <p:nvGrpSpPr>
          <p:cNvPr id="77" name="Group 9">
            <a:extLst>
              <a:ext uri="{FF2B5EF4-FFF2-40B4-BE49-F238E27FC236}">
                <a16:creationId xmlns:a16="http://schemas.microsoft.com/office/drawing/2014/main" id="{AB7B9F36-6341-2728-B628-D60F82B2B740}"/>
              </a:ext>
            </a:extLst>
          </p:cNvPr>
          <p:cNvGrpSpPr/>
          <p:nvPr/>
        </p:nvGrpSpPr>
        <p:grpSpPr>
          <a:xfrm>
            <a:off x="1537120" y="2436334"/>
            <a:ext cx="1429261" cy="1325317"/>
            <a:chOff x="1169232" y="3117954"/>
            <a:chExt cx="1948721" cy="1948721"/>
          </a:xfrm>
        </p:grpSpPr>
        <p:sp>
          <p:nvSpPr>
            <p:cNvPr id="78" name="Rounded Rectangle 7">
              <a:extLst>
                <a:ext uri="{FF2B5EF4-FFF2-40B4-BE49-F238E27FC236}">
                  <a16:creationId xmlns:a16="http://schemas.microsoft.com/office/drawing/2014/main" id="{13BB6BC0-CD32-10BA-8E3F-21F4D5B406AF}"/>
                </a:ext>
              </a:extLst>
            </p:cNvPr>
            <p:cNvSpPr/>
            <p:nvPr/>
          </p:nvSpPr>
          <p:spPr>
            <a:xfrm>
              <a:off x="1169232" y="3117954"/>
              <a:ext cx="1948721" cy="1948721"/>
            </a:xfrm>
            <a:custGeom>
              <a:avLst/>
              <a:gdLst/>
              <a:ahLst/>
              <a:cxnLst/>
              <a:rect l="0" t="0" r="0" b="0"/>
              <a:pathLst>
                <a:path w="1948721" h="1948721">
                  <a:moveTo>
                    <a:pt x="148337" y="745743"/>
                  </a:moveTo>
                  <a:cubicBezTo>
                    <a:pt x="50405" y="509313"/>
                    <a:pt x="0" y="255910"/>
                    <a:pt x="0" y="0"/>
                  </a:cubicBezTo>
                  <a:lnTo>
                    <a:pt x="676711" y="0"/>
                  </a:lnTo>
                  <a:cubicBezTo>
                    <a:pt x="676711" y="167042"/>
                    <a:pt x="709612" y="332450"/>
                    <a:pt x="773536" y="486777"/>
                  </a:cubicBezTo>
                  <a:cubicBezTo>
                    <a:pt x="813244" y="582639"/>
                    <a:pt x="864438" y="673059"/>
                    <a:pt x="925837" y="756120"/>
                  </a:cubicBezTo>
                  <a:lnTo>
                    <a:pt x="1146536" y="535421"/>
                  </a:lnTo>
                  <a:lnTo>
                    <a:pt x="1077639" y="466523"/>
                  </a:lnTo>
                  <a:lnTo>
                    <a:pt x="1489959" y="470940"/>
                  </a:lnTo>
                  <a:lnTo>
                    <a:pt x="1491025" y="879910"/>
                  </a:lnTo>
                  <a:lnTo>
                    <a:pt x="1422128" y="811012"/>
                  </a:lnTo>
                  <a:lnTo>
                    <a:pt x="1202797" y="1030343"/>
                  </a:lnTo>
                  <a:cubicBezTo>
                    <a:pt x="1283043" y="1088438"/>
                    <a:pt x="1369990" y="1137095"/>
                    <a:pt x="1461943" y="1175184"/>
                  </a:cubicBezTo>
                  <a:cubicBezTo>
                    <a:pt x="1616271" y="1239109"/>
                    <a:pt x="1781678" y="1272009"/>
                    <a:pt x="1948721" y="1272009"/>
                  </a:cubicBezTo>
                  <a:lnTo>
                    <a:pt x="1948721" y="1948721"/>
                  </a:lnTo>
                  <a:cubicBezTo>
                    <a:pt x="1692811" y="1948721"/>
                    <a:pt x="1439407" y="1898316"/>
                    <a:pt x="1202978" y="1800383"/>
                  </a:cubicBezTo>
                  <a:cubicBezTo>
                    <a:pt x="966547" y="1702451"/>
                    <a:pt x="751722" y="1558909"/>
                    <a:pt x="570767" y="1377953"/>
                  </a:cubicBezTo>
                  <a:cubicBezTo>
                    <a:pt x="389811" y="1196998"/>
                    <a:pt x="246269" y="982173"/>
                    <a:pt x="148337" y="745743"/>
                  </a:cubicBezTo>
                  <a:close/>
                </a:path>
              </a:pathLst>
            </a:custGeom>
            <a:solidFill>
              <a:srgbClr val="F4FFDC"/>
            </a:solidFill>
            <a:ln>
              <a:noFill/>
            </a:ln>
          </p:spPr>
          <p:txBody>
            <a:bodyPr rtlCol="0" anchor="ctr"/>
            <a:lstStyle/>
            <a:p>
              <a:pPr algn="ctr"/>
              <a:endParaRPr/>
            </a:p>
          </p:txBody>
        </p:sp>
        <p:sp>
          <p:nvSpPr>
            <p:cNvPr id="79" name="Rounded Rectangle 8">
              <a:extLst>
                <a:ext uri="{FF2B5EF4-FFF2-40B4-BE49-F238E27FC236}">
                  <a16:creationId xmlns:a16="http://schemas.microsoft.com/office/drawing/2014/main" id="{39B172B0-9D94-F600-D988-95A9A237BA88}"/>
                </a:ext>
              </a:extLst>
            </p:cNvPr>
            <p:cNvSpPr/>
            <p:nvPr/>
          </p:nvSpPr>
          <p:spPr>
            <a:xfrm>
              <a:off x="1169232" y="3117954"/>
              <a:ext cx="1948721" cy="1948721"/>
            </a:xfrm>
            <a:custGeom>
              <a:avLst/>
              <a:gdLst/>
              <a:ahLst/>
              <a:cxnLst/>
              <a:rect l="0" t="0" r="0" b="0"/>
              <a:pathLst>
                <a:path w="1948721" h="1948721">
                  <a:moveTo>
                    <a:pt x="148337" y="745743"/>
                  </a:moveTo>
                  <a:cubicBezTo>
                    <a:pt x="50405" y="509313"/>
                    <a:pt x="0" y="255910"/>
                    <a:pt x="0" y="0"/>
                  </a:cubicBezTo>
                  <a:lnTo>
                    <a:pt x="676711" y="0"/>
                  </a:lnTo>
                  <a:cubicBezTo>
                    <a:pt x="676711" y="167042"/>
                    <a:pt x="709612" y="332450"/>
                    <a:pt x="773536" y="486777"/>
                  </a:cubicBezTo>
                  <a:cubicBezTo>
                    <a:pt x="813244" y="582639"/>
                    <a:pt x="864438" y="673059"/>
                    <a:pt x="925837" y="756120"/>
                  </a:cubicBezTo>
                  <a:lnTo>
                    <a:pt x="1146536" y="535421"/>
                  </a:lnTo>
                  <a:lnTo>
                    <a:pt x="1077639" y="466523"/>
                  </a:lnTo>
                  <a:lnTo>
                    <a:pt x="1489959" y="470940"/>
                  </a:lnTo>
                  <a:lnTo>
                    <a:pt x="1491025" y="879910"/>
                  </a:lnTo>
                  <a:lnTo>
                    <a:pt x="1422128" y="811012"/>
                  </a:lnTo>
                  <a:lnTo>
                    <a:pt x="1202797" y="1030343"/>
                  </a:lnTo>
                  <a:cubicBezTo>
                    <a:pt x="1283043" y="1088438"/>
                    <a:pt x="1369990" y="1137095"/>
                    <a:pt x="1461943" y="1175184"/>
                  </a:cubicBezTo>
                  <a:cubicBezTo>
                    <a:pt x="1616271" y="1239109"/>
                    <a:pt x="1781678" y="1272009"/>
                    <a:pt x="1948721" y="1272009"/>
                  </a:cubicBezTo>
                  <a:lnTo>
                    <a:pt x="1948721" y="1948721"/>
                  </a:lnTo>
                  <a:cubicBezTo>
                    <a:pt x="1692811" y="1948721"/>
                    <a:pt x="1439407" y="1898316"/>
                    <a:pt x="1202978" y="1800383"/>
                  </a:cubicBezTo>
                  <a:cubicBezTo>
                    <a:pt x="966547" y="1702451"/>
                    <a:pt x="751722" y="1558909"/>
                    <a:pt x="570767" y="1377953"/>
                  </a:cubicBezTo>
                  <a:cubicBezTo>
                    <a:pt x="389811" y="1196998"/>
                    <a:pt x="246269" y="982173"/>
                    <a:pt x="148337" y="745743"/>
                  </a:cubicBezTo>
                  <a:close/>
                </a:path>
              </a:pathLst>
            </a:custGeom>
            <a:noFill/>
            <a:ln w="12179">
              <a:solidFill>
                <a:srgbClr val="92BD39"/>
              </a:solidFill>
            </a:ln>
          </p:spPr>
          <p:txBody>
            <a:bodyPr rtlCol="0" anchor="ctr"/>
            <a:lstStyle/>
            <a:p>
              <a:pPr algn="ctr"/>
              <a:endParaRPr/>
            </a:p>
          </p:txBody>
        </p:sp>
      </p:grpSp>
      <p:grpSp>
        <p:nvGrpSpPr>
          <p:cNvPr id="80" name="Group 12">
            <a:extLst>
              <a:ext uri="{FF2B5EF4-FFF2-40B4-BE49-F238E27FC236}">
                <a16:creationId xmlns:a16="http://schemas.microsoft.com/office/drawing/2014/main" id="{411EAC9F-9BA2-12A7-91F2-130C40A6B17E}"/>
              </a:ext>
            </a:extLst>
          </p:cNvPr>
          <p:cNvGrpSpPr/>
          <p:nvPr/>
        </p:nvGrpSpPr>
        <p:grpSpPr>
          <a:xfrm>
            <a:off x="2966382" y="2436334"/>
            <a:ext cx="1429261" cy="1325317"/>
            <a:chOff x="3117954" y="3117954"/>
            <a:chExt cx="1948721" cy="1948721"/>
          </a:xfrm>
        </p:grpSpPr>
        <p:sp>
          <p:nvSpPr>
            <p:cNvPr id="81" name="Rounded Rectangle 10">
              <a:extLst>
                <a:ext uri="{FF2B5EF4-FFF2-40B4-BE49-F238E27FC236}">
                  <a16:creationId xmlns:a16="http://schemas.microsoft.com/office/drawing/2014/main" id="{EA272339-908B-F37E-10C7-1175C65FD497}"/>
                </a:ext>
              </a:extLst>
            </p:cNvPr>
            <p:cNvSpPr/>
            <p:nvPr/>
          </p:nvSpPr>
          <p:spPr>
            <a:xfrm>
              <a:off x="3117954" y="3117954"/>
              <a:ext cx="1948721" cy="1948721"/>
            </a:xfrm>
            <a:custGeom>
              <a:avLst/>
              <a:gdLst/>
              <a:ahLst/>
              <a:cxnLst/>
              <a:rect l="0" t="0" r="0" b="0"/>
              <a:pathLst>
                <a:path w="1948721" h="1948721">
                  <a:moveTo>
                    <a:pt x="745743" y="1800383"/>
                  </a:moveTo>
                  <a:cubicBezTo>
                    <a:pt x="509313" y="1898316"/>
                    <a:pt x="255910" y="1948721"/>
                    <a:pt x="0" y="1948721"/>
                  </a:cubicBezTo>
                  <a:lnTo>
                    <a:pt x="0" y="1272009"/>
                  </a:lnTo>
                  <a:cubicBezTo>
                    <a:pt x="167042" y="1272009"/>
                    <a:pt x="332450" y="1239108"/>
                    <a:pt x="486777" y="1175184"/>
                  </a:cubicBezTo>
                  <a:cubicBezTo>
                    <a:pt x="577087" y="1137776"/>
                    <a:pt x="662568" y="1090173"/>
                    <a:pt x="741615" y="1033448"/>
                  </a:cubicBezTo>
                  <a:lnTo>
                    <a:pt x="527300" y="819132"/>
                  </a:lnTo>
                  <a:lnTo>
                    <a:pt x="458402" y="888030"/>
                  </a:lnTo>
                  <a:lnTo>
                    <a:pt x="458761" y="470940"/>
                  </a:lnTo>
                  <a:lnTo>
                    <a:pt x="871788" y="474644"/>
                  </a:lnTo>
                  <a:lnTo>
                    <a:pt x="802891" y="543542"/>
                  </a:lnTo>
                  <a:lnTo>
                    <a:pt x="1019724" y="760375"/>
                  </a:lnTo>
                  <a:cubicBezTo>
                    <a:pt x="1082528" y="676151"/>
                    <a:pt x="1134798" y="584278"/>
                    <a:pt x="1175184" y="486777"/>
                  </a:cubicBezTo>
                  <a:cubicBezTo>
                    <a:pt x="1239109" y="332450"/>
                    <a:pt x="1272009" y="167042"/>
                    <a:pt x="1272009" y="0"/>
                  </a:cubicBezTo>
                  <a:lnTo>
                    <a:pt x="1948721" y="0"/>
                  </a:lnTo>
                  <a:cubicBezTo>
                    <a:pt x="1948721" y="255910"/>
                    <a:pt x="1898316" y="509313"/>
                    <a:pt x="1800383" y="745743"/>
                  </a:cubicBezTo>
                  <a:cubicBezTo>
                    <a:pt x="1702451" y="982173"/>
                    <a:pt x="1558909" y="1196998"/>
                    <a:pt x="1377953" y="1377953"/>
                  </a:cubicBezTo>
                  <a:cubicBezTo>
                    <a:pt x="1196998" y="1558909"/>
                    <a:pt x="982173" y="1702451"/>
                    <a:pt x="745743" y="1800383"/>
                  </a:cubicBezTo>
                  <a:close/>
                </a:path>
              </a:pathLst>
            </a:custGeom>
            <a:solidFill>
              <a:srgbClr val="E3FFF2"/>
            </a:solidFill>
            <a:ln>
              <a:noFill/>
            </a:ln>
          </p:spPr>
          <p:txBody>
            <a:bodyPr rtlCol="0" anchor="ctr"/>
            <a:lstStyle/>
            <a:p>
              <a:pPr algn="ctr"/>
              <a:endParaRPr/>
            </a:p>
          </p:txBody>
        </p:sp>
        <p:sp>
          <p:nvSpPr>
            <p:cNvPr id="82" name="Rounded Rectangle 11">
              <a:extLst>
                <a:ext uri="{FF2B5EF4-FFF2-40B4-BE49-F238E27FC236}">
                  <a16:creationId xmlns:a16="http://schemas.microsoft.com/office/drawing/2014/main" id="{84302D1B-1D22-8385-A7F1-0462E8B1BEFC}"/>
                </a:ext>
              </a:extLst>
            </p:cNvPr>
            <p:cNvSpPr/>
            <p:nvPr/>
          </p:nvSpPr>
          <p:spPr>
            <a:xfrm>
              <a:off x="3117954" y="3117954"/>
              <a:ext cx="1948721" cy="1948721"/>
            </a:xfrm>
            <a:custGeom>
              <a:avLst/>
              <a:gdLst/>
              <a:ahLst/>
              <a:cxnLst/>
              <a:rect l="0" t="0" r="0" b="0"/>
              <a:pathLst>
                <a:path w="1948721" h="1948721">
                  <a:moveTo>
                    <a:pt x="745743" y="1800383"/>
                  </a:moveTo>
                  <a:cubicBezTo>
                    <a:pt x="509313" y="1898316"/>
                    <a:pt x="255910" y="1948721"/>
                    <a:pt x="0" y="1948721"/>
                  </a:cubicBezTo>
                  <a:lnTo>
                    <a:pt x="0" y="1272009"/>
                  </a:lnTo>
                  <a:cubicBezTo>
                    <a:pt x="167042" y="1272009"/>
                    <a:pt x="332450" y="1239108"/>
                    <a:pt x="486777" y="1175184"/>
                  </a:cubicBezTo>
                  <a:cubicBezTo>
                    <a:pt x="577087" y="1137776"/>
                    <a:pt x="662568" y="1090173"/>
                    <a:pt x="741615" y="1033448"/>
                  </a:cubicBezTo>
                  <a:lnTo>
                    <a:pt x="527300" y="819132"/>
                  </a:lnTo>
                  <a:lnTo>
                    <a:pt x="458402" y="888030"/>
                  </a:lnTo>
                  <a:lnTo>
                    <a:pt x="458761" y="470940"/>
                  </a:lnTo>
                  <a:lnTo>
                    <a:pt x="871788" y="474644"/>
                  </a:lnTo>
                  <a:lnTo>
                    <a:pt x="802891" y="543542"/>
                  </a:lnTo>
                  <a:lnTo>
                    <a:pt x="1019724" y="760375"/>
                  </a:lnTo>
                  <a:cubicBezTo>
                    <a:pt x="1082528" y="676151"/>
                    <a:pt x="1134798" y="584278"/>
                    <a:pt x="1175184" y="486777"/>
                  </a:cubicBezTo>
                  <a:cubicBezTo>
                    <a:pt x="1239109" y="332450"/>
                    <a:pt x="1272009" y="167042"/>
                    <a:pt x="1272009" y="0"/>
                  </a:cubicBezTo>
                  <a:lnTo>
                    <a:pt x="1948721" y="0"/>
                  </a:lnTo>
                  <a:cubicBezTo>
                    <a:pt x="1948721" y="255910"/>
                    <a:pt x="1898316" y="509313"/>
                    <a:pt x="1800383" y="745743"/>
                  </a:cubicBezTo>
                  <a:cubicBezTo>
                    <a:pt x="1702451" y="982173"/>
                    <a:pt x="1558909" y="1196998"/>
                    <a:pt x="1377953" y="1377953"/>
                  </a:cubicBezTo>
                  <a:cubicBezTo>
                    <a:pt x="1196998" y="1558909"/>
                    <a:pt x="982173" y="1702451"/>
                    <a:pt x="745743" y="1800383"/>
                  </a:cubicBezTo>
                  <a:close/>
                </a:path>
              </a:pathLst>
            </a:custGeom>
            <a:noFill/>
            <a:ln w="12179">
              <a:solidFill>
                <a:srgbClr val="3CC583"/>
              </a:solidFill>
            </a:ln>
          </p:spPr>
          <p:txBody>
            <a:bodyPr rtlCol="0" anchor="ctr"/>
            <a:lstStyle/>
            <a:p>
              <a:pPr algn="ctr"/>
              <a:endParaRPr/>
            </a:p>
          </p:txBody>
        </p:sp>
      </p:grpSp>
      <p:grpSp>
        <p:nvGrpSpPr>
          <p:cNvPr id="83" name="Group 15">
            <a:extLst>
              <a:ext uri="{FF2B5EF4-FFF2-40B4-BE49-F238E27FC236}">
                <a16:creationId xmlns:a16="http://schemas.microsoft.com/office/drawing/2014/main" id="{627843B1-F474-BD03-A592-FA0BDDDD4371}"/>
              </a:ext>
            </a:extLst>
          </p:cNvPr>
          <p:cNvGrpSpPr/>
          <p:nvPr/>
        </p:nvGrpSpPr>
        <p:grpSpPr>
          <a:xfrm>
            <a:off x="2966382" y="1111017"/>
            <a:ext cx="1429261" cy="1325317"/>
            <a:chOff x="3117954" y="1169232"/>
            <a:chExt cx="1948721" cy="1948721"/>
          </a:xfrm>
        </p:grpSpPr>
        <p:sp>
          <p:nvSpPr>
            <p:cNvPr id="84" name="Rounded Rectangle 13">
              <a:extLst>
                <a:ext uri="{FF2B5EF4-FFF2-40B4-BE49-F238E27FC236}">
                  <a16:creationId xmlns:a16="http://schemas.microsoft.com/office/drawing/2014/main" id="{65460848-D3A5-8155-05A4-5F16C490C224}"/>
                </a:ext>
              </a:extLst>
            </p:cNvPr>
            <p:cNvSpPr/>
            <p:nvPr/>
          </p:nvSpPr>
          <p:spPr>
            <a:xfrm>
              <a:off x="3117954" y="1169232"/>
              <a:ext cx="1948721" cy="1948721"/>
            </a:xfrm>
            <a:custGeom>
              <a:avLst/>
              <a:gdLst/>
              <a:ahLst/>
              <a:cxnLst/>
              <a:rect l="0" t="0" r="0" b="0"/>
              <a:pathLst>
                <a:path w="1948721" h="1948721">
                  <a:moveTo>
                    <a:pt x="1377953" y="570767"/>
                  </a:moveTo>
                  <a:cubicBezTo>
                    <a:pt x="1743409" y="936223"/>
                    <a:pt x="1948721" y="1431888"/>
                    <a:pt x="1948721" y="1948721"/>
                  </a:cubicBezTo>
                  <a:lnTo>
                    <a:pt x="1272009" y="1948721"/>
                  </a:lnTo>
                  <a:cubicBezTo>
                    <a:pt x="1272009" y="1679151"/>
                    <a:pt x="1186441" y="1418404"/>
                    <a:pt x="1030346" y="1202793"/>
                  </a:cubicBezTo>
                  <a:lnTo>
                    <a:pt x="819131" y="1414009"/>
                  </a:lnTo>
                  <a:lnTo>
                    <a:pt x="888029" y="1482906"/>
                  </a:lnTo>
                  <a:lnTo>
                    <a:pt x="470940" y="1489959"/>
                  </a:lnTo>
                  <a:lnTo>
                    <a:pt x="474642" y="1069520"/>
                  </a:lnTo>
                  <a:lnTo>
                    <a:pt x="543540" y="1138417"/>
                  </a:lnTo>
                  <a:lnTo>
                    <a:pt x="756124" y="925833"/>
                  </a:lnTo>
                  <a:cubicBezTo>
                    <a:pt x="538562" y="765007"/>
                    <a:pt x="273833" y="676711"/>
                    <a:pt x="0" y="676711"/>
                  </a:cubicBezTo>
                  <a:lnTo>
                    <a:pt x="0" y="0"/>
                  </a:lnTo>
                  <a:cubicBezTo>
                    <a:pt x="516833" y="0"/>
                    <a:pt x="1012497" y="205310"/>
                    <a:pt x="1377953" y="570767"/>
                  </a:cubicBezTo>
                  <a:close/>
                </a:path>
              </a:pathLst>
            </a:custGeom>
            <a:solidFill>
              <a:schemeClr val="accent1"/>
            </a:solidFill>
            <a:ln>
              <a:noFill/>
            </a:ln>
          </p:spPr>
          <p:txBody>
            <a:bodyPr rtlCol="0" anchor="ctr"/>
            <a:lstStyle/>
            <a:p>
              <a:pPr algn="ctr"/>
              <a:endParaRPr/>
            </a:p>
          </p:txBody>
        </p:sp>
        <p:sp>
          <p:nvSpPr>
            <p:cNvPr id="85" name="Rounded Rectangle 14">
              <a:extLst>
                <a:ext uri="{FF2B5EF4-FFF2-40B4-BE49-F238E27FC236}">
                  <a16:creationId xmlns:a16="http://schemas.microsoft.com/office/drawing/2014/main" id="{D61A8AC7-99BD-54D4-2215-F9CF3D553E1A}"/>
                </a:ext>
              </a:extLst>
            </p:cNvPr>
            <p:cNvSpPr/>
            <p:nvPr/>
          </p:nvSpPr>
          <p:spPr>
            <a:xfrm>
              <a:off x="3117954" y="1169232"/>
              <a:ext cx="1948721" cy="1948721"/>
            </a:xfrm>
            <a:custGeom>
              <a:avLst/>
              <a:gdLst/>
              <a:ahLst/>
              <a:cxnLst/>
              <a:rect l="0" t="0" r="0" b="0"/>
              <a:pathLst>
                <a:path w="1948721" h="1948721">
                  <a:moveTo>
                    <a:pt x="1377953" y="570767"/>
                  </a:moveTo>
                  <a:cubicBezTo>
                    <a:pt x="1743409" y="936223"/>
                    <a:pt x="1948721" y="1431888"/>
                    <a:pt x="1948721" y="1948721"/>
                  </a:cubicBezTo>
                  <a:lnTo>
                    <a:pt x="1272009" y="1948721"/>
                  </a:lnTo>
                  <a:cubicBezTo>
                    <a:pt x="1272009" y="1679151"/>
                    <a:pt x="1186441" y="1418404"/>
                    <a:pt x="1030346" y="1202793"/>
                  </a:cubicBezTo>
                  <a:lnTo>
                    <a:pt x="819131" y="1414009"/>
                  </a:lnTo>
                  <a:lnTo>
                    <a:pt x="888029" y="1482906"/>
                  </a:lnTo>
                  <a:lnTo>
                    <a:pt x="470940" y="1489959"/>
                  </a:lnTo>
                  <a:lnTo>
                    <a:pt x="474642" y="1069520"/>
                  </a:lnTo>
                  <a:lnTo>
                    <a:pt x="543540" y="1138417"/>
                  </a:lnTo>
                  <a:lnTo>
                    <a:pt x="756124" y="925833"/>
                  </a:lnTo>
                  <a:cubicBezTo>
                    <a:pt x="538562" y="765007"/>
                    <a:pt x="273833" y="676711"/>
                    <a:pt x="0" y="676711"/>
                  </a:cubicBezTo>
                  <a:lnTo>
                    <a:pt x="0" y="0"/>
                  </a:lnTo>
                  <a:cubicBezTo>
                    <a:pt x="516833" y="0"/>
                    <a:pt x="1012497" y="205310"/>
                    <a:pt x="1377953" y="570767"/>
                  </a:cubicBezTo>
                  <a:close/>
                </a:path>
              </a:pathLst>
            </a:custGeom>
            <a:noFill/>
            <a:ln w="12179">
              <a:solidFill>
                <a:srgbClr val="1EABDA"/>
              </a:solidFill>
            </a:ln>
          </p:spPr>
          <p:txBody>
            <a:bodyPr rtlCol="0" anchor="ctr"/>
            <a:lstStyle/>
            <a:p>
              <a:pPr algn="ctr"/>
              <a:endParaRPr/>
            </a:p>
          </p:txBody>
        </p:sp>
      </p:grpSp>
      <p:sp>
        <p:nvSpPr>
          <p:cNvPr id="86" name="TextBox 16">
            <a:extLst>
              <a:ext uri="{FF2B5EF4-FFF2-40B4-BE49-F238E27FC236}">
                <a16:creationId xmlns:a16="http://schemas.microsoft.com/office/drawing/2014/main" id="{805D15FD-5DB1-64A9-4F00-AE6F555412B4}"/>
              </a:ext>
            </a:extLst>
          </p:cNvPr>
          <p:cNvSpPr txBox="1"/>
          <p:nvPr/>
        </p:nvSpPr>
        <p:spPr>
          <a:xfrm>
            <a:off x="941097" y="480720"/>
            <a:ext cx="3977052" cy="230832"/>
          </a:xfrm>
          <a:prstGeom prst="rect">
            <a:avLst/>
          </a:prstGeom>
          <a:noFill/>
          <a:ln>
            <a:noFill/>
          </a:ln>
        </p:spPr>
        <p:txBody>
          <a:bodyPr wrap="none" lIns="0" tIns="0" rIns="0" bIns="0" anchor="t">
            <a:spAutoFit/>
          </a:bodyPr>
          <a:lstStyle/>
          <a:p>
            <a:pPr algn="ctr"/>
            <a:r>
              <a:rPr sz="1500" b="1" dirty="0" err="1">
                <a:solidFill>
                  <a:schemeClr val="accent2"/>
                </a:solidFill>
                <a:latin typeface="Roboto"/>
              </a:rPr>
              <a:t>Facteurs</a:t>
            </a:r>
            <a:r>
              <a:rPr sz="1500" b="1" dirty="0">
                <a:solidFill>
                  <a:schemeClr val="accent2"/>
                </a:solidFill>
                <a:latin typeface="Roboto"/>
              </a:rPr>
              <a:t> </a:t>
            </a:r>
            <a:r>
              <a:rPr sz="1500" b="1" dirty="0" err="1">
                <a:solidFill>
                  <a:schemeClr val="accent2"/>
                </a:solidFill>
                <a:latin typeface="Roboto"/>
              </a:rPr>
              <a:t>contribuant</a:t>
            </a:r>
            <a:r>
              <a:rPr sz="1500" b="1" dirty="0">
                <a:solidFill>
                  <a:schemeClr val="accent2"/>
                </a:solidFill>
                <a:latin typeface="Roboto"/>
              </a:rPr>
              <a:t> à la </a:t>
            </a:r>
            <a:r>
              <a:rPr sz="1500" b="1" dirty="0" err="1">
                <a:solidFill>
                  <a:schemeClr val="accent2"/>
                </a:solidFill>
                <a:latin typeface="Roboto"/>
              </a:rPr>
              <a:t>détection</a:t>
            </a:r>
            <a:r>
              <a:rPr sz="1500" b="1" dirty="0">
                <a:solidFill>
                  <a:schemeClr val="accent2"/>
                </a:solidFill>
                <a:latin typeface="Roboto"/>
              </a:rPr>
              <a:t> </a:t>
            </a:r>
            <a:r>
              <a:rPr sz="1500" b="1" dirty="0" err="1">
                <a:solidFill>
                  <a:schemeClr val="accent2"/>
                </a:solidFill>
                <a:latin typeface="Roboto"/>
              </a:rPr>
              <a:t>d'intrusion</a:t>
            </a:r>
            <a:endParaRPr sz="1500" b="1" dirty="0">
              <a:solidFill>
                <a:schemeClr val="accent2"/>
              </a:solidFill>
              <a:latin typeface="Roboto"/>
            </a:endParaRPr>
          </a:p>
        </p:txBody>
      </p:sp>
      <p:sp>
        <p:nvSpPr>
          <p:cNvPr id="87" name="TextBox 17">
            <a:extLst>
              <a:ext uri="{FF2B5EF4-FFF2-40B4-BE49-F238E27FC236}">
                <a16:creationId xmlns:a16="http://schemas.microsoft.com/office/drawing/2014/main" id="{B0629BE3-5F1D-1E09-904A-18A38D3C159B}"/>
              </a:ext>
            </a:extLst>
          </p:cNvPr>
          <p:cNvSpPr txBox="1"/>
          <p:nvPr/>
        </p:nvSpPr>
        <p:spPr>
          <a:xfrm>
            <a:off x="1319599" y="886392"/>
            <a:ext cx="491308" cy="162351"/>
          </a:xfrm>
          <a:prstGeom prst="rect">
            <a:avLst/>
          </a:prstGeom>
          <a:noFill/>
          <a:ln>
            <a:noFill/>
          </a:ln>
        </p:spPr>
        <p:txBody>
          <a:bodyPr wrap="none" lIns="0" tIns="0" rIns="0" bIns="0" anchor="t">
            <a:spAutoFit/>
          </a:bodyPr>
          <a:lstStyle/>
          <a:p>
            <a:pPr algn="r"/>
            <a:r>
              <a:rPr sz="1200" b="1">
                <a:solidFill>
                  <a:srgbClr val="7F64EA"/>
                </a:solidFill>
                <a:latin typeface="Roboto"/>
              </a:rPr>
              <a:t>IA et ML</a:t>
            </a:r>
          </a:p>
        </p:txBody>
      </p:sp>
      <p:sp>
        <p:nvSpPr>
          <p:cNvPr id="88" name="TextBox 18">
            <a:extLst>
              <a:ext uri="{FF2B5EF4-FFF2-40B4-BE49-F238E27FC236}">
                <a16:creationId xmlns:a16="http://schemas.microsoft.com/office/drawing/2014/main" id="{740BA961-CDAA-DC20-E23C-E7953119ED4A}"/>
              </a:ext>
            </a:extLst>
          </p:cNvPr>
          <p:cNvSpPr txBox="1"/>
          <p:nvPr/>
        </p:nvSpPr>
        <p:spPr>
          <a:xfrm>
            <a:off x="4300358" y="963395"/>
            <a:ext cx="741429" cy="162351"/>
          </a:xfrm>
          <a:prstGeom prst="rect">
            <a:avLst/>
          </a:prstGeom>
          <a:noFill/>
          <a:ln>
            <a:noFill/>
          </a:ln>
        </p:spPr>
        <p:txBody>
          <a:bodyPr wrap="none" lIns="0" tIns="0" rIns="0" bIns="0" anchor="t">
            <a:spAutoFit/>
          </a:bodyPr>
          <a:lstStyle/>
          <a:p>
            <a:pPr algn="l"/>
            <a:r>
              <a:rPr sz="1200" b="1" dirty="0">
                <a:solidFill>
                  <a:srgbClr val="1EABDA"/>
                </a:solidFill>
                <a:latin typeface="Roboto"/>
              </a:rPr>
              <a:t>Technologie</a:t>
            </a:r>
          </a:p>
        </p:txBody>
      </p:sp>
      <p:sp>
        <p:nvSpPr>
          <p:cNvPr id="89" name="TextBox 19">
            <a:extLst>
              <a:ext uri="{FF2B5EF4-FFF2-40B4-BE49-F238E27FC236}">
                <a16:creationId xmlns:a16="http://schemas.microsoft.com/office/drawing/2014/main" id="{51EF69AC-5424-6C78-48A9-E306DD19FE86}"/>
              </a:ext>
            </a:extLst>
          </p:cNvPr>
          <p:cNvSpPr txBox="1"/>
          <p:nvPr/>
        </p:nvSpPr>
        <p:spPr>
          <a:xfrm>
            <a:off x="330666" y="1052609"/>
            <a:ext cx="1507743" cy="553998"/>
          </a:xfrm>
          <a:prstGeom prst="rect">
            <a:avLst/>
          </a:prstGeom>
          <a:noFill/>
          <a:ln>
            <a:noFill/>
          </a:ln>
        </p:spPr>
        <p:txBody>
          <a:bodyPr wrap="square" lIns="0" tIns="0" rIns="0" bIns="0" anchor="t">
            <a:spAutoFit/>
          </a:bodyPr>
          <a:lstStyle/>
          <a:p>
            <a:pPr algn="r"/>
            <a:r>
              <a:rPr sz="1200" b="0" dirty="0" err="1">
                <a:solidFill>
                  <a:schemeClr val="accent6"/>
                </a:solidFill>
                <a:latin typeface="Times New Roman" panose="02020603050405020304" pitchFamily="18" charset="0"/>
                <a:cs typeface="Times New Roman" panose="02020603050405020304" pitchFamily="18" charset="0"/>
              </a:rPr>
              <a:t>Utilisation</a:t>
            </a:r>
            <a:r>
              <a:rPr sz="1200" b="0" dirty="0">
                <a:solidFill>
                  <a:schemeClr val="accent6"/>
                </a:solidFill>
                <a:latin typeface="Times New Roman" panose="02020603050405020304" pitchFamily="18" charset="0"/>
                <a:cs typeface="Times New Roman" panose="02020603050405020304" pitchFamily="18" charset="0"/>
              </a:rPr>
              <a:t> de </a:t>
            </a:r>
            <a:r>
              <a:rPr sz="1200" b="0" dirty="0" err="1">
                <a:solidFill>
                  <a:schemeClr val="accent6"/>
                </a:solidFill>
                <a:latin typeface="Times New Roman" panose="02020603050405020304" pitchFamily="18" charset="0"/>
                <a:cs typeface="Times New Roman" panose="02020603050405020304" pitchFamily="18" charset="0"/>
              </a:rPr>
              <a:t>l'IA</a:t>
            </a:r>
            <a:r>
              <a:rPr sz="1200" b="0" dirty="0">
                <a:solidFill>
                  <a:schemeClr val="accent6"/>
                </a:solidFill>
                <a:latin typeface="Times New Roman" panose="02020603050405020304" pitchFamily="18" charset="0"/>
                <a:cs typeface="Times New Roman" panose="02020603050405020304" pitchFamily="18" charset="0"/>
              </a:rPr>
              <a:t> et
du ML pour </a:t>
            </a:r>
            <a:r>
              <a:rPr sz="1200" b="0" dirty="0" err="1">
                <a:solidFill>
                  <a:schemeClr val="accent6"/>
                </a:solidFill>
                <a:latin typeface="Times New Roman" panose="02020603050405020304" pitchFamily="18" charset="0"/>
                <a:cs typeface="Times New Roman" panose="02020603050405020304" pitchFamily="18" charset="0"/>
              </a:rPr>
              <a:t>l'analyse</a:t>
            </a:r>
            <a:r>
              <a:rPr sz="1200" b="0" dirty="0">
                <a:solidFill>
                  <a:schemeClr val="accent6"/>
                </a:solidFill>
                <a:latin typeface="Times New Roman" panose="02020603050405020304" pitchFamily="18" charset="0"/>
                <a:cs typeface="Times New Roman" panose="02020603050405020304" pitchFamily="18" charset="0"/>
              </a:rPr>
              <a:t>
</a:t>
            </a:r>
            <a:r>
              <a:rPr sz="1200" b="0" dirty="0" err="1">
                <a:solidFill>
                  <a:schemeClr val="accent6"/>
                </a:solidFill>
                <a:latin typeface="Times New Roman" panose="02020603050405020304" pitchFamily="18" charset="0"/>
                <a:cs typeface="Times New Roman" panose="02020603050405020304" pitchFamily="18" charset="0"/>
              </a:rPr>
              <a:t>comportementale</a:t>
            </a:r>
            <a:endParaRPr sz="1200" b="0" dirty="0">
              <a:solidFill>
                <a:schemeClr val="accent6"/>
              </a:solidFill>
              <a:latin typeface="Times New Roman" panose="02020603050405020304" pitchFamily="18" charset="0"/>
              <a:cs typeface="Times New Roman" panose="02020603050405020304" pitchFamily="18" charset="0"/>
            </a:endParaRPr>
          </a:p>
        </p:txBody>
      </p:sp>
      <p:sp>
        <p:nvSpPr>
          <p:cNvPr id="90" name="TextBox 20">
            <a:extLst>
              <a:ext uri="{FF2B5EF4-FFF2-40B4-BE49-F238E27FC236}">
                <a16:creationId xmlns:a16="http://schemas.microsoft.com/office/drawing/2014/main" id="{CBE46AC5-054E-E261-E805-0C8F91450792}"/>
              </a:ext>
            </a:extLst>
          </p:cNvPr>
          <p:cNvSpPr txBox="1"/>
          <p:nvPr/>
        </p:nvSpPr>
        <p:spPr>
          <a:xfrm>
            <a:off x="4266880" y="1143821"/>
            <a:ext cx="1192634" cy="738664"/>
          </a:xfrm>
          <a:prstGeom prst="rect">
            <a:avLst/>
          </a:prstGeom>
          <a:noFill/>
          <a:ln>
            <a:noFill/>
          </a:ln>
        </p:spPr>
        <p:txBody>
          <a:bodyPr wrap="none" lIns="0" tIns="0" rIns="0" bIns="0" anchor="t">
            <a:spAutoFit/>
          </a:bodyPr>
          <a:lstStyle/>
          <a:p>
            <a:pPr algn="l"/>
            <a:r>
              <a:rPr sz="1200" b="0" dirty="0">
                <a:solidFill>
                  <a:schemeClr val="accent6"/>
                </a:solidFill>
                <a:latin typeface="Times New Roman" panose="02020603050405020304" pitchFamily="18" charset="0"/>
                <a:cs typeface="Times New Roman" panose="02020603050405020304" pitchFamily="18" charset="0"/>
              </a:rPr>
              <a:t>Le </a:t>
            </a:r>
            <a:r>
              <a:rPr sz="1200" b="0" dirty="0" err="1">
                <a:solidFill>
                  <a:schemeClr val="accent6"/>
                </a:solidFill>
                <a:latin typeface="Times New Roman" panose="02020603050405020304" pitchFamily="18" charset="0"/>
                <a:cs typeface="Times New Roman" panose="02020603050405020304" pitchFamily="18" charset="0"/>
              </a:rPr>
              <a:t>rôle</a:t>
            </a:r>
            <a:r>
              <a:rPr sz="1200" b="0" dirty="0">
                <a:solidFill>
                  <a:schemeClr val="accent6"/>
                </a:solidFill>
                <a:latin typeface="Times New Roman" panose="02020603050405020304" pitchFamily="18" charset="0"/>
                <a:cs typeface="Times New Roman" panose="02020603050405020304" pitchFamily="18" charset="0"/>
              </a:rPr>
              <a:t> de la
</a:t>
            </a:r>
            <a:r>
              <a:rPr sz="1200" b="0" dirty="0" err="1">
                <a:solidFill>
                  <a:schemeClr val="accent6"/>
                </a:solidFill>
                <a:latin typeface="Times New Roman" panose="02020603050405020304" pitchFamily="18" charset="0"/>
                <a:cs typeface="Times New Roman" panose="02020603050405020304" pitchFamily="18" charset="0"/>
              </a:rPr>
              <a:t>technologie</a:t>
            </a:r>
            <a:r>
              <a:rPr sz="1200" b="0" dirty="0">
                <a:solidFill>
                  <a:schemeClr val="accent6"/>
                </a:solidFill>
                <a:latin typeface="Times New Roman" panose="02020603050405020304" pitchFamily="18" charset="0"/>
                <a:cs typeface="Times New Roman" panose="02020603050405020304" pitchFamily="18" charset="0"/>
              </a:rPr>
              <a:t> dans la
</a:t>
            </a:r>
            <a:r>
              <a:rPr sz="1200" b="0" dirty="0" err="1">
                <a:solidFill>
                  <a:schemeClr val="accent6"/>
                </a:solidFill>
                <a:latin typeface="Times New Roman" panose="02020603050405020304" pitchFamily="18" charset="0"/>
                <a:cs typeface="Times New Roman" panose="02020603050405020304" pitchFamily="18" charset="0"/>
              </a:rPr>
              <a:t>connectivité</a:t>
            </a:r>
            <a:r>
              <a:rPr sz="1200" b="0" dirty="0">
                <a:solidFill>
                  <a:schemeClr val="accent6"/>
                </a:solidFill>
                <a:latin typeface="Times New Roman" panose="02020603050405020304" pitchFamily="18" charset="0"/>
                <a:cs typeface="Times New Roman" panose="02020603050405020304" pitchFamily="18" charset="0"/>
              </a:rPr>
              <a:t> et
</a:t>
            </a:r>
            <a:r>
              <a:rPr sz="1200" b="0" dirty="0" err="1">
                <a:solidFill>
                  <a:schemeClr val="accent6"/>
                </a:solidFill>
                <a:latin typeface="Times New Roman" panose="02020603050405020304" pitchFamily="18" charset="0"/>
                <a:cs typeface="Times New Roman" panose="02020603050405020304" pitchFamily="18" charset="0"/>
              </a:rPr>
              <a:t>l'automatisation</a:t>
            </a:r>
            <a:endParaRPr sz="1200" b="0" dirty="0">
              <a:solidFill>
                <a:schemeClr val="accent6"/>
              </a:solidFill>
              <a:latin typeface="Times New Roman" panose="02020603050405020304" pitchFamily="18" charset="0"/>
              <a:cs typeface="Times New Roman" panose="02020603050405020304" pitchFamily="18" charset="0"/>
            </a:endParaRPr>
          </a:p>
        </p:txBody>
      </p:sp>
      <p:sp>
        <p:nvSpPr>
          <p:cNvPr id="91" name="TextBox 21">
            <a:extLst>
              <a:ext uri="{FF2B5EF4-FFF2-40B4-BE49-F238E27FC236}">
                <a16:creationId xmlns:a16="http://schemas.microsoft.com/office/drawing/2014/main" id="{566E20A2-7265-638A-272E-5A32CBD4C92B}"/>
              </a:ext>
            </a:extLst>
          </p:cNvPr>
          <p:cNvSpPr txBox="1"/>
          <p:nvPr/>
        </p:nvSpPr>
        <p:spPr>
          <a:xfrm>
            <a:off x="2618240" y="2176676"/>
            <a:ext cx="722955" cy="553998"/>
          </a:xfrm>
          <a:prstGeom prst="rect">
            <a:avLst/>
          </a:prstGeom>
          <a:noFill/>
          <a:ln>
            <a:noFill/>
          </a:ln>
        </p:spPr>
        <p:txBody>
          <a:bodyPr wrap="none" lIns="0" tIns="0" rIns="0" bIns="0" anchor="t">
            <a:spAutoFit/>
          </a:bodyPr>
          <a:lstStyle/>
          <a:p>
            <a:pPr algn="ctr"/>
            <a:r>
              <a:rPr sz="1200" b="1" dirty="0" err="1">
                <a:solidFill>
                  <a:schemeClr val="tx1"/>
                </a:solidFill>
                <a:latin typeface="Roboto"/>
              </a:rPr>
              <a:t>Détection</a:t>
            </a:r>
            <a:r>
              <a:rPr sz="1200" b="1" dirty="0">
                <a:solidFill>
                  <a:schemeClr val="tx1"/>
                </a:solidFill>
                <a:latin typeface="Roboto"/>
              </a:rPr>
              <a:t>
</a:t>
            </a:r>
            <a:r>
              <a:rPr sz="1200" b="1" dirty="0" err="1">
                <a:solidFill>
                  <a:schemeClr val="tx1"/>
                </a:solidFill>
                <a:latin typeface="Roboto"/>
              </a:rPr>
              <a:t>d'intrusion</a:t>
            </a:r>
            <a:r>
              <a:rPr sz="1200" b="1" dirty="0">
                <a:solidFill>
                  <a:schemeClr val="tx1"/>
                </a:solidFill>
                <a:latin typeface="Roboto"/>
              </a:rPr>
              <a:t>
</a:t>
            </a:r>
            <a:r>
              <a:rPr sz="1200" b="1" dirty="0" err="1">
                <a:solidFill>
                  <a:schemeClr val="tx1"/>
                </a:solidFill>
                <a:latin typeface="Roboto"/>
              </a:rPr>
              <a:t>améliorée</a:t>
            </a:r>
            <a:endParaRPr sz="1200" b="1" dirty="0">
              <a:solidFill>
                <a:schemeClr val="tx1"/>
              </a:solidFill>
              <a:latin typeface="Roboto"/>
            </a:endParaRPr>
          </a:p>
        </p:txBody>
      </p:sp>
      <p:sp>
        <p:nvSpPr>
          <p:cNvPr id="92" name="TextBox 22">
            <a:extLst>
              <a:ext uri="{FF2B5EF4-FFF2-40B4-BE49-F238E27FC236}">
                <a16:creationId xmlns:a16="http://schemas.microsoft.com/office/drawing/2014/main" id="{9A8795C2-B695-12FB-384D-46E38F59CDD0}"/>
              </a:ext>
            </a:extLst>
          </p:cNvPr>
          <p:cNvSpPr txBox="1"/>
          <p:nvPr/>
        </p:nvSpPr>
        <p:spPr>
          <a:xfrm>
            <a:off x="1002517" y="3375100"/>
            <a:ext cx="857556" cy="324702"/>
          </a:xfrm>
          <a:prstGeom prst="rect">
            <a:avLst/>
          </a:prstGeom>
          <a:noFill/>
          <a:ln>
            <a:noFill/>
          </a:ln>
        </p:spPr>
        <p:txBody>
          <a:bodyPr wrap="none" lIns="0" tIns="0" rIns="0" bIns="0" anchor="t">
            <a:spAutoFit/>
          </a:bodyPr>
          <a:lstStyle/>
          <a:p>
            <a:pPr algn="r"/>
            <a:r>
              <a:rPr sz="1200" b="1">
                <a:solidFill>
                  <a:srgbClr val="92BD39"/>
                </a:solidFill>
                <a:latin typeface="Roboto"/>
              </a:rPr>
              <a:t>Intrusions hors
cloud</a:t>
            </a:r>
          </a:p>
        </p:txBody>
      </p:sp>
      <p:sp>
        <p:nvSpPr>
          <p:cNvPr id="93" name="TextBox 23">
            <a:extLst>
              <a:ext uri="{FF2B5EF4-FFF2-40B4-BE49-F238E27FC236}">
                <a16:creationId xmlns:a16="http://schemas.microsoft.com/office/drawing/2014/main" id="{9110CEB6-5E6A-BA42-FF52-3D72E554824E}"/>
              </a:ext>
            </a:extLst>
          </p:cNvPr>
          <p:cNvSpPr txBox="1"/>
          <p:nvPr/>
        </p:nvSpPr>
        <p:spPr>
          <a:xfrm>
            <a:off x="4157432" y="3375100"/>
            <a:ext cx="884355" cy="324702"/>
          </a:xfrm>
          <a:prstGeom prst="rect">
            <a:avLst/>
          </a:prstGeom>
          <a:noFill/>
          <a:ln>
            <a:noFill/>
          </a:ln>
        </p:spPr>
        <p:txBody>
          <a:bodyPr wrap="none" lIns="0" tIns="0" rIns="0" bIns="0" anchor="t">
            <a:spAutoFit/>
          </a:bodyPr>
          <a:lstStyle/>
          <a:p>
            <a:pPr algn="l"/>
            <a:r>
              <a:rPr sz="1200" b="1">
                <a:solidFill>
                  <a:srgbClr val="3CC583"/>
                </a:solidFill>
                <a:latin typeface="Roboto"/>
              </a:rPr>
              <a:t>Intrusions dans
le cloud</a:t>
            </a:r>
          </a:p>
        </p:txBody>
      </p:sp>
      <p:sp>
        <p:nvSpPr>
          <p:cNvPr id="94" name="TextBox 24">
            <a:extLst>
              <a:ext uri="{FF2B5EF4-FFF2-40B4-BE49-F238E27FC236}">
                <a16:creationId xmlns:a16="http://schemas.microsoft.com/office/drawing/2014/main" id="{67A2D4FD-46C1-73D8-EB1F-508A2B7E7094}"/>
              </a:ext>
            </a:extLst>
          </p:cNvPr>
          <p:cNvSpPr txBox="1"/>
          <p:nvPr/>
        </p:nvSpPr>
        <p:spPr>
          <a:xfrm>
            <a:off x="774033" y="3703668"/>
            <a:ext cx="1226298" cy="738664"/>
          </a:xfrm>
          <a:prstGeom prst="rect">
            <a:avLst/>
          </a:prstGeom>
          <a:noFill/>
          <a:ln>
            <a:noFill/>
          </a:ln>
        </p:spPr>
        <p:txBody>
          <a:bodyPr wrap="none" lIns="0" tIns="0" rIns="0" bIns="0" anchor="t">
            <a:spAutoFit/>
          </a:bodyPr>
          <a:lstStyle/>
          <a:p>
            <a:pPr algn="r"/>
            <a:r>
              <a:rPr sz="1200" b="0" dirty="0">
                <a:solidFill>
                  <a:schemeClr val="accent6"/>
                </a:solidFill>
                <a:latin typeface="Times New Roman" panose="02020603050405020304" pitchFamily="18" charset="0"/>
                <a:cs typeface="Times New Roman" panose="02020603050405020304" pitchFamily="18" charset="0"/>
              </a:rPr>
              <a:t>Menaces internes et
externes </a:t>
            </a:r>
            <a:r>
              <a:rPr sz="1200" b="0" dirty="0" err="1">
                <a:solidFill>
                  <a:schemeClr val="accent6"/>
                </a:solidFill>
                <a:latin typeface="Times New Roman" panose="02020603050405020304" pitchFamily="18" charset="0"/>
                <a:cs typeface="Times New Roman" panose="02020603050405020304" pitchFamily="18" charset="0"/>
              </a:rPr>
              <a:t>affectant</a:t>
            </a:r>
            <a:r>
              <a:rPr sz="1200" b="0" dirty="0">
                <a:solidFill>
                  <a:schemeClr val="accent6"/>
                </a:solidFill>
                <a:latin typeface="Times New Roman" panose="02020603050405020304" pitchFamily="18" charset="0"/>
                <a:cs typeface="Times New Roman" panose="02020603050405020304" pitchFamily="18" charset="0"/>
              </a:rPr>
              <a:t>
les </a:t>
            </a:r>
            <a:r>
              <a:rPr sz="1200" b="0" dirty="0" err="1">
                <a:solidFill>
                  <a:schemeClr val="accent6"/>
                </a:solidFill>
                <a:latin typeface="Times New Roman" panose="02020603050405020304" pitchFamily="18" charset="0"/>
                <a:cs typeface="Times New Roman" panose="02020603050405020304" pitchFamily="18" charset="0"/>
              </a:rPr>
              <a:t>systèmes</a:t>
            </a:r>
            <a:r>
              <a:rPr sz="1200" b="0" dirty="0">
                <a:solidFill>
                  <a:schemeClr val="accent6"/>
                </a:solidFill>
                <a:latin typeface="Times New Roman" panose="02020603050405020304" pitchFamily="18" charset="0"/>
                <a:cs typeface="Times New Roman" panose="02020603050405020304" pitchFamily="18" charset="0"/>
              </a:rPr>
              <a:t>
</a:t>
            </a:r>
            <a:r>
              <a:rPr sz="1200" b="0" dirty="0" err="1">
                <a:solidFill>
                  <a:schemeClr val="accent6"/>
                </a:solidFill>
                <a:latin typeface="Times New Roman" panose="02020603050405020304" pitchFamily="18" charset="0"/>
                <a:cs typeface="Times New Roman" panose="02020603050405020304" pitchFamily="18" charset="0"/>
              </a:rPr>
              <a:t>traditionnels</a:t>
            </a:r>
            <a:endParaRPr sz="1200" b="0" dirty="0">
              <a:solidFill>
                <a:schemeClr val="accent6"/>
              </a:solidFill>
              <a:latin typeface="Times New Roman" panose="02020603050405020304" pitchFamily="18" charset="0"/>
              <a:cs typeface="Times New Roman" panose="02020603050405020304" pitchFamily="18" charset="0"/>
            </a:endParaRPr>
          </a:p>
        </p:txBody>
      </p:sp>
      <p:sp>
        <p:nvSpPr>
          <p:cNvPr id="95" name="TextBox 25">
            <a:extLst>
              <a:ext uri="{FF2B5EF4-FFF2-40B4-BE49-F238E27FC236}">
                <a16:creationId xmlns:a16="http://schemas.microsoft.com/office/drawing/2014/main" id="{9F0720CC-0A35-3E12-BC92-E1C9E3B3E7A6}"/>
              </a:ext>
            </a:extLst>
          </p:cNvPr>
          <p:cNvSpPr txBox="1"/>
          <p:nvPr/>
        </p:nvSpPr>
        <p:spPr>
          <a:xfrm>
            <a:off x="4157432" y="3703669"/>
            <a:ext cx="1025922" cy="738664"/>
          </a:xfrm>
          <a:prstGeom prst="rect">
            <a:avLst/>
          </a:prstGeom>
          <a:noFill/>
          <a:ln>
            <a:noFill/>
          </a:ln>
        </p:spPr>
        <p:txBody>
          <a:bodyPr wrap="none" lIns="0" tIns="0" rIns="0" bIns="0" anchor="t">
            <a:spAutoFit/>
          </a:bodyPr>
          <a:lstStyle/>
          <a:p>
            <a:pPr algn="just"/>
            <a:r>
              <a:rPr sz="1200" b="0" dirty="0">
                <a:solidFill>
                  <a:schemeClr val="accent6"/>
                </a:solidFill>
                <a:latin typeface="Times New Roman" panose="02020603050405020304" pitchFamily="18" charset="0"/>
                <a:cs typeface="Times New Roman" panose="02020603050405020304" pitchFamily="18" charset="0"/>
              </a:rPr>
              <a:t>Types </a:t>
            </a:r>
            <a:r>
              <a:rPr sz="1200" b="0" dirty="0" err="1">
                <a:solidFill>
                  <a:schemeClr val="accent6"/>
                </a:solidFill>
                <a:latin typeface="Times New Roman" panose="02020603050405020304" pitchFamily="18" charset="0"/>
                <a:cs typeface="Times New Roman" panose="02020603050405020304" pitchFamily="18" charset="0"/>
              </a:rPr>
              <a:t>d'attaques</a:t>
            </a:r>
            <a:r>
              <a:rPr sz="1200" b="0" dirty="0">
                <a:solidFill>
                  <a:schemeClr val="accent6"/>
                </a:solidFill>
                <a:latin typeface="Times New Roman" panose="02020603050405020304" pitchFamily="18" charset="0"/>
                <a:cs typeface="Times New Roman" panose="02020603050405020304" pitchFamily="18" charset="0"/>
              </a:rPr>
              <a:t>
</a:t>
            </a:r>
            <a:r>
              <a:rPr sz="1200" b="0" dirty="0" err="1">
                <a:solidFill>
                  <a:schemeClr val="accent6"/>
                </a:solidFill>
                <a:latin typeface="Times New Roman" panose="02020603050405020304" pitchFamily="18" charset="0"/>
                <a:cs typeface="Times New Roman" panose="02020603050405020304" pitchFamily="18" charset="0"/>
              </a:rPr>
              <a:t>ciblant</a:t>
            </a:r>
            <a:r>
              <a:rPr sz="1200" b="0" dirty="0">
                <a:solidFill>
                  <a:schemeClr val="accent6"/>
                </a:solidFill>
                <a:latin typeface="Times New Roman" panose="02020603050405020304" pitchFamily="18" charset="0"/>
                <a:cs typeface="Times New Roman" panose="02020603050405020304" pitchFamily="18" charset="0"/>
              </a:rPr>
              <a:t> les
</a:t>
            </a:r>
            <a:r>
              <a:rPr sz="1200" b="0" dirty="0" err="1">
                <a:solidFill>
                  <a:schemeClr val="accent6"/>
                </a:solidFill>
                <a:latin typeface="Times New Roman" panose="02020603050405020304" pitchFamily="18" charset="0"/>
                <a:cs typeface="Times New Roman" panose="02020603050405020304" pitchFamily="18" charset="0"/>
              </a:rPr>
              <a:t>environnements</a:t>
            </a:r>
            <a:r>
              <a:rPr sz="1200" b="0" dirty="0">
                <a:solidFill>
                  <a:schemeClr val="accent6"/>
                </a:solidFill>
                <a:latin typeface="Times New Roman" panose="02020603050405020304" pitchFamily="18" charset="0"/>
                <a:cs typeface="Times New Roman" panose="02020603050405020304" pitchFamily="18" charset="0"/>
              </a:rPr>
              <a:t>
cloud</a:t>
            </a:r>
          </a:p>
        </p:txBody>
      </p:sp>
      <p:sp>
        <p:nvSpPr>
          <p:cNvPr id="96" name="Rounded Rectangle 26">
            <a:extLst>
              <a:ext uri="{FF2B5EF4-FFF2-40B4-BE49-F238E27FC236}">
                <a16:creationId xmlns:a16="http://schemas.microsoft.com/office/drawing/2014/main" id="{5A62A3E2-4938-E194-4E6B-C533C8238A7F}"/>
              </a:ext>
            </a:extLst>
          </p:cNvPr>
          <p:cNvSpPr/>
          <p:nvPr/>
        </p:nvSpPr>
        <p:spPr>
          <a:xfrm>
            <a:off x="2044195" y="1580400"/>
            <a:ext cx="271931" cy="254018"/>
          </a:xfrm>
          <a:custGeom>
            <a:avLst/>
            <a:gdLst/>
            <a:ahLst/>
            <a:cxnLst/>
            <a:rect l="0" t="0" r="0" b="0"/>
            <a:pathLst>
              <a:path w="370764" h="373504">
                <a:moveTo>
                  <a:pt x="228751" y="137839"/>
                </a:moveTo>
                <a:cubicBezTo>
                  <a:pt x="239227" y="137839"/>
                  <a:pt x="247719" y="129347"/>
                  <a:pt x="247719" y="118871"/>
                </a:cubicBezTo>
                <a:lnTo>
                  <a:pt x="247719" y="101268"/>
                </a:lnTo>
                <a:cubicBezTo>
                  <a:pt x="247719" y="96226"/>
                  <a:pt x="249726" y="91392"/>
                  <a:pt x="253297" y="87833"/>
                </a:cubicBezTo>
                <a:cubicBezTo>
                  <a:pt x="256868" y="84274"/>
                  <a:pt x="261710" y="82283"/>
                  <a:pt x="266751" y="82300"/>
                </a:cubicBezTo>
                <a:lnTo>
                  <a:pt x="330231" y="82300"/>
                </a:lnTo>
                <a:moveTo>
                  <a:pt x="130812" y="137904"/>
                </a:moveTo>
                <a:lnTo>
                  <a:pt x="284322" y="137904"/>
                </a:lnTo>
                <a:moveTo>
                  <a:pt x="330166" y="82300"/>
                </a:moveTo>
                <a:cubicBezTo>
                  <a:pt x="330166" y="71090"/>
                  <a:pt x="339254" y="62001"/>
                  <a:pt x="350465" y="62001"/>
                </a:cubicBezTo>
                <a:cubicBezTo>
                  <a:pt x="361676" y="62001"/>
                  <a:pt x="370764" y="71090"/>
                  <a:pt x="370764" y="82300"/>
                </a:cubicBezTo>
                <a:cubicBezTo>
                  <a:pt x="370764" y="93511"/>
                  <a:pt x="361676" y="102600"/>
                  <a:pt x="350465" y="102600"/>
                </a:cubicBezTo>
                <a:cubicBezTo>
                  <a:pt x="339254" y="102600"/>
                  <a:pt x="330166" y="93511"/>
                  <a:pt x="330166" y="82300"/>
                </a:cubicBezTo>
                <a:moveTo>
                  <a:pt x="287294" y="20299"/>
                </a:moveTo>
                <a:cubicBezTo>
                  <a:pt x="287294" y="9088"/>
                  <a:pt x="296382" y="0"/>
                  <a:pt x="307593" y="0"/>
                </a:cubicBezTo>
                <a:cubicBezTo>
                  <a:pt x="318804" y="0"/>
                  <a:pt x="327892" y="9088"/>
                  <a:pt x="327892" y="20299"/>
                </a:cubicBezTo>
                <a:cubicBezTo>
                  <a:pt x="327892" y="31510"/>
                  <a:pt x="318804" y="40598"/>
                  <a:pt x="307593" y="40598"/>
                </a:cubicBezTo>
                <a:cubicBezTo>
                  <a:pt x="296382" y="40598"/>
                  <a:pt x="287294" y="31510"/>
                  <a:pt x="287294" y="20299"/>
                </a:cubicBezTo>
                <a:moveTo>
                  <a:pt x="330231" y="193378"/>
                </a:moveTo>
                <a:lnTo>
                  <a:pt x="266751" y="193378"/>
                </a:lnTo>
                <a:cubicBezTo>
                  <a:pt x="261710" y="193395"/>
                  <a:pt x="256868" y="191404"/>
                  <a:pt x="253297" y="187845"/>
                </a:cubicBezTo>
                <a:cubicBezTo>
                  <a:pt x="249726" y="184286"/>
                  <a:pt x="247719" y="179452"/>
                  <a:pt x="247719" y="174410"/>
                </a:cubicBezTo>
                <a:lnTo>
                  <a:pt x="247719" y="156807"/>
                </a:lnTo>
                <a:cubicBezTo>
                  <a:pt x="247719" y="146331"/>
                  <a:pt x="239227" y="137839"/>
                  <a:pt x="228751" y="137839"/>
                </a:cubicBezTo>
                <a:moveTo>
                  <a:pt x="330166" y="193378"/>
                </a:moveTo>
                <a:cubicBezTo>
                  <a:pt x="330166" y="182167"/>
                  <a:pt x="339254" y="173078"/>
                  <a:pt x="350465" y="173078"/>
                </a:cubicBezTo>
                <a:cubicBezTo>
                  <a:pt x="361676" y="173078"/>
                  <a:pt x="370764" y="182167"/>
                  <a:pt x="370764" y="193378"/>
                </a:cubicBezTo>
                <a:cubicBezTo>
                  <a:pt x="370764" y="204589"/>
                  <a:pt x="361676" y="213677"/>
                  <a:pt x="350465" y="213677"/>
                </a:cubicBezTo>
                <a:cubicBezTo>
                  <a:pt x="339254" y="213677"/>
                  <a:pt x="330166" y="204589"/>
                  <a:pt x="330166" y="193378"/>
                </a:cubicBezTo>
                <a:moveTo>
                  <a:pt x="284322" y="137904"/>
                </a:moveTo>
                <a:cubicBezTo>
                  <a:pt x="284322" y="126693"/>
                  <a:pt x="293411" y="117605"/>
                  <a:pt x="304621" y="117605"/>
                </a:cubicBezTo>
                <a:cubicBezTo>
                  <a:pt x="315832" y="117605"/>
                  <a:pt x="324921" y="126693"/>
                  <a:pt x="324921" y="137904"/>
                </a:cubicBezTo>
                <a:cubicBezTo>
                  <a:pt x="324921" y="149115"/>
                  <a:pt x="315832" y="158203"/>
                  <a:pt x="304621" y="158203"/>
                </a:cubicBezTo>
                <a:cubicBezTo>
                  <a:pt x="293411" y="158203"/>
                  <a:pt x="284322" y="149115"/>
                  <a:pt x="284322" y="137904"/>
                </a:cubicBezTo>
                <a:moveTo>
                  <a:pt x="236481" y="373504"/>
                </a:moveTo>
                <a:lnTo>
                  <a:pt x="236481" y="299989"/>
                </a:lnTo>
                <a:cubicBezTo>
                  <a:pt x="255171" y="286319"/>
                  <a:pt x="269994" y="268033"/>
                  <a:pt x="279499" y="246919"/>
                </a:cubicBezTo>
                <a:moveTo>
                  <a:pt x="100071" y="373504"/>
                </a:moveTo>
                <a:lnTo>
                  <a:pt x="100071" y="332581"/>
                </a:lnTo>
                <a:lnTo>
                  <a:pt x="86495" y="332581"/>
                </a:lnTo>
                <a:cubicBezTo>
                  <a:pt x="63893" y="332581"/>
                  <a:pt x="45571" y="314259"/>
                  <a:pt x="45571" y="291658"/>
                </a:cubicBezTo>
                <a:lnTo>
                  <a:pt x="45571" y="250719"/>
                </a:lnTo>
                <a:lnTo>
                  <a:pt x="7165" y="250719"/>
                </a:lnTo>
                <a:cubicBezTo>
                  <a:pt x="4984" y="250720"/>
                  <a:pt x="2933" y="249678"/>
                  <a:pt x="1648" y="247915"/>
                </a:cubicBezTo>
                <a:cubicBezTo>
                  <a:pt x="363" y="246151"/>
                  <a:pt x="0" y="243880"/>
                  <a:pt x="670" y="241803"/>
                </a:cubicBezTo>
                <a:cubicBezTo>
                  <a:pt x="28926" y="154273"/>
                  <a:pt x="48576" y="59744"/>
                  <a:pt x="158045" y="59744"/>
                </a:cubicBezTo>
                <a:moveTo>
                  <a:pt x="196922" y="137904"/>
                </a:moveTo>
                <a:lnTo>
                  <a:pt x="218033" y="45567"/>
                </a:lnTo>
                <a:cubicBezTo>
                  <a:pt x="221399" y="30786"/>
                  <a:pt x="234541" y="20299"/>
                  <a:pt x="249700" y="20299"/>
                </a:cubicBezTo>
                <a:lnTo>
                  <a:pt x="287343" y="20299"/>
                </a:lnTo>
              </a:path>
            </a:pathLst>
          </a:custGeom>
          <a:noFill/>
          <a:ln w="12179">
            <a:solidFill>
              <a:srgbClr val="7F64EA"/>
            </a:solidFill>
          </a:ln>
        </p:spPr>
        <p:txBody>
          <a:bodyPr rtlCol="0" anchor="ctr"/>
          <a:lstStyle/>
          <a:p>
            <a:pPr algn="ctr"/>
            <a:endParaRPr/>
          </a:p>
        </p:txBody>
      </p:sp>
      <p:sp>
        <p:nvSpPr>
          <p:cNvPr id="97" name="Rounded Rectangle 27">
            <a:extLst>
              <a:ext uri="{FF2B5EF4-FFF2-40B4-BE49-F238E27FC236}">
                <a16:creationId xmlns:a16="http://schemas.microsoft.com/office/drawing/2014/main" id="{E3E1DAF9-0E73-9808-A0CB-DFB6507455A9}"/>
              </a:ext>
            </a:extLst>
          </p:cNvPr>
          <p:cNvSpPr/>
          <p:nvPr/>
        </p:nvSpPr>
        <p:spPr>
          <a:xfrm>
            <a:off x="3681012" y="1547267"/>
            <a:ext cx="214389" cy="254018"/>
          </a:xfrm>
          <a:custGeom>
            <a:avLst/>
            <a:gdLst/>
            <a:ahLst/>
            <a:cxnLst/>
            <a:rect l="0" t="0" r="0" b="0"/>
            <a:pathLst>
              <a:path w="292308" h="373504">
                <a:moveTo>
                  <a:pt x="56837" y="0"/>
                </a:moveTo>
                <a:lnTo>
                  <a:pt x="235470" y="0"/>
                </a:lnTo>
                <a:cubicBezTo>
                  <a:pt x="235470" y="0"/>
                  <a:pt x="251709" y="0"/>
                  <a:pt x="251709" y="16239"/>
                </a:cubicBezTo>
                <a:lnTo>
                  <a:pt x="251709" y="357265"/>
                </a:lnTo>
                <a:cubicBezTo>
                  <a:pt x="251709" y="357265"/>
                  <a:pt x="251709" y="373504"/>
                  <a:pt x="235470" y="373504"/>
                </a:cubicBezTo>
                <a:lnTo>
                  <a:pt x="56837" y="373504"/>
                </a:lnTo>
                <a:cubicBezTo>
                  <a:pt x="56837" y="373504"/>
                  <a:pt x="40598" y="373504"/>
                  <a:pt x="40598" y="357265"/>
                </a:cubicBezTo>
                <a:lnTo>
                  <a:pt x="40598" y="16239"/>
                </a:lnTo>
                <a:cubicBezTo>
                  <a:pt x="40598" y="16239"/>
                  <a:pt x="40598" y="0"/>
                  <a:pt x="56837" y="0"/>
                </a:cubicBezTo>
                <a:moveTo>
                  <a:pt x="219231" y="32478"/>
                </a:moveTo>
                <a:lnTo>
                  <a:pt x="170513" y="32478"/>
                </a:lnTo>
                <a:lnTo>
                  <a:pt x="146154" y="56837"/>
                </a:lnTo>
                <a:lnTo>
                  <a:pt x="121795" y="32478"/>
                </a:lnTo>
                <a:lnTo>
                  <a:pt x="73077" y="32478"/>
                </a:lnTo>
                <a:lnTo>
                  <a:pt x="73077" y="341026"/>
                </a:lnTo>
                <a:lnTo>
                  <a:pt x="121795" y="341026"/>
                </a:lnTo>
                <a:lnTo>
                  <a:pt x="146154" y="316667"/>
                </a:lnTo>
                <a:lnTo>
                  <a:pt x="170513" y="341026"/>
                </a:lnTo>
                <a:lnTo>
                  <a:pt x="219231" y="341026"/>
                </a:lnTo>
                <a:close/>
                <a:moveTo>
                  <a:pt x="251709" y="64957"/>
                </a:moveTo>
                <a:lnTo>
                  <a:pt x="292308" y="64957"/>
                </a:lnTo>
                <a:moveTo>
                  <a:pt x="292308" y="113675"/>
                </a:moveTo>
                <a:lnTo>
                  <a:pt x="251709" y="113675"/>
                </a:lnTo>
                <a:moveTo>
                  <a:pt x="292308" y="162393"/>
                </a:moveTo>
                <a:lnTo>
                  <a:pt x="251709" y="162393"/>
                </a:lnTo>
                <a:moveTo>
                  <a:pt x="292308" y="211111"/>
                </a:moveTo>
                <a:lnTo>
                  <a:pt x="251709" y="211111"/>
                </a:lnTo>
                <a:moveTo>
                  <a:pt x="292308" y="259829"/>
                </a:moveTo>
                <a:lnTo>
                  <a:pt x="251709" y="259829"/>
                </a:lnTo>
                <a:moveTo>
                  <a:pt x="251709" y="308547"/>
                </a:moveTo>
                <a:lnTo>
                  <a:pt x="292308" y="308547"/>
                </a:lnTo>
                <a:moveTo>
                  <a:pt x="0" y="64957"/>
                </a:moveTo>
                <a:lnTo>
                  <a:pt x="40598" y="64957"/>
                </a:lnTo>
                <a:moveTo>
                  <a:pt x="40598" y="113675"/>
                </a:moveTo>
                <a:lnTo>
                  <a:pt x="0" y="113675"/>
                </a:lnTo>
                <a:moveTo>
                  <a:pt x="40598" y="162393"/>
                </a:moveTo>
                <a:lnTo>
                  <a:pt x="0" y="162393"/>
                </a:lnTo>
                <a:moveTo>
                  <a:pt x="40598" y="211111"/>
                </a:moveTo>
                <a:lnTo>
                  <a:pt x="0" y="211111"/>
                </a:lnTo>
                <a:moveTo>
                  <a:pt x="0" y="259829"/>
                </a:moveTo>
                <a:lnTo>
                  <a:pt x="40598" y="259829"/>
                </a:lnTo>
                <a:moveTo>
                  <a:pt x="0" y="308547"/>
                </a:moveTo>
                <a:lnTo>
                  <a:pt x="40598" y="308547"/>
                </a:lnTo>
              </a:path>
            </a:pathLst>
          </a:custGeom>
          <a:noFill/>
          <a:ln w="12179">
            <a:solidFill>
              <a:srgbClr val="1EABDA"/>
            </a:solidFill>
          </a:ln>
        </p:spPr>
        <p:txBody>
          <a:bodyPr rtlCol="0" anchor="ctr"/>
          <a:lstStyle/>
          <a:p>
            <a:pPr algn="ctr"/>
            <a:endParaRPr/>
          </a:p>
        </p:txBody>
      </p:sp>
      <p:sp>
        <p:nvSpPr>
          <p:cNvPr id="98" name="Rounded Rectangle 28">
            <a:extLst>
              <a:ext uri="{FF2B5EF4-FFF2-40B4-BE49-F238E27FC236}">
                <a16:creationId xmlns:a16="http://schemas.microsoft.com/office/drawing/2014/main" id="{88BF5F96-C380-C0E5-A460-98FCE96F9DDA}"/>
              </a:ext>
            </a:extLst>
          </p:cNvPr>
          <p:cNvSpPr/>
          <p:nvPr/>
        </p:nvSpPr>
        <p:spPr>
          <a:xfrm>
            <a:off x="2019496" y="3071037"/>
            <a:ext cx="250121" cy="255126"/>
          </a:xfrm>
          <a:custGeom>
            <a:avLst/>
            <a:gdLst/>
            <a:ahLst/>
            <a:cxnLst/>
            <a:rect l="0" t="0" r="0" b="0"/>
            <a:pathLst>
              <a:path w="341026" h="375132">
                <a:moveTo>
                  <a:pt x="227350" y="276575"/>
                </a:moveTo>
                <a:lnTo>
                  <a:pt x="113675" y="276575"/>
                </a:lnTo>
                <a:moveTo>
                  <a:pt x="170513" y="227857"/>
                </a:moveTo>
                <a:lnTo>
                  <a:pt x="170513" y="276575"/>
                </a:lnTo>
                <a:moveTo>
                  <a:pt x="81196" y="81703"/>
                </a:moveTo>
                <a:cubicBezTo>
                  <a:pt x="64957" y="81703"/>
                  <a:pt x="64957" y="97942"/>
                  <a:pt x="64957" y="97942"/>
                </a:cubicBezTo>
                <a:lnTo>
                  <a:pt x="64957" y="211618"/>
                </a:lnTo>
                <a:cubicBezTo>
                  <a:pt x="64957" y="227857"/>
                  <a:pt x="81196" y="227857"/>
                  <a:pt x="81196" y="227857"/>
                </a:cubicBezTo>
                <a:lnTo>
                  <a:pt x="259829" y="227857"/>
                </a:lnTo>
                <a:cubicBezTo>
                  <a:pt x="276068" y="227857"/>
                  <a:pt x="276068" y="211618"/>
                  <a:pt x="276068" y="211618"/>
                </a:cubicBezTo>
                <a:lnTo>
                  <a:pt x="276068" y="97942"/>
                </a:lnTo>
                <a:cubicBezTo>
                  <a:pt x="276068" y="81703"/>
                  <a:pt x="259829" y="81703"/>
                  <a:pt x="259829" y="81703"/>
                </a:cubicBezTo>
                <a:lnTo>
                  <a:pt x="81196" y="81703"/>
                </a:lnTo>
                <a:moveTo>
                  <a:pt x="15167" y="30858"/>
                </a:moveTo>
                <a:cubicBezTo>
                  <a:pt x="64359" y="10325"/>
                  <a:pt x="117210" y="0"/>
                  <a:pt x="170513" y="506"/>
                </a:cubicBezTo>
                <a:cubicBezTo>
                  <a:pt x="223816" y="0"/>
                  <a:pt x="276666" y="10325"/>
                  <a:pt x="325858" y="30858"/>
                </a:cubicBezTo>
                <a:cubicBezTo>
                  <a:pt x="335026" y="34749"/>
                  <a:pt x="340992" y="43730"/>
                  <a:pt x="341026" y="53690"/>
                </a:cubicBezTo>
                <a:lnTo>
                  <a:pt x="341026" y="177710"/>
                </a:lnTo>
                <a:cubicBezTo>
                  <a:pt x="340048" y="261653"/>
                  <a:pt x="286733" y="336045"/>
                  <a:pt x="207555" y="363943"/>
                </a:cubicBezTo>
                <a:lnTo>
                  <a:pt x="189350" y="370666"/>
                </a:lnTo>
                <a:cubicBezTo>
                  <a:pt x="177189" y="375132"/>
                  <a:pt x="163836" y="375132"/>
                  <a:pt x="151675" y="370666"/>
                </a:cubicBezTo>
                <a:lnTo>
                  <a:pt x="133471" y="363943"/>
                </a:lnTo>
                <a:cubicBezTo>
                  <a:pt x="54293" y="336045"/>
                  <a:pt x="977" y="261653"/>
                  <a:pt x="0" y="177710"/>
                </a:cubicBezTo>
                <a:lnTo>
                  <a:pt x="0" y="53690"/>
                </a:lnTo>
                <a:cubicBezTo>
                  <a:pt x="33" y="43730"/>
                  <a:pt x="5999" y="34749"/>
                  <a:pt x="15167" y="30858"/>
                </a:cubicBezTo>
                <a:close/>
              </a:path>
            </a:pathLst>
          </a:custGeom>
          <a:noFill/>
          <a:ln w="12179">
            <a:solidFill>
              <a:srgbClr val="92BD39"/>
            </a:solidFill>
          </a:ln>
        </p:spPr>
        <p:txBody>
          <a:bodyPr rtlCol="0" anchor="ctr"/>
          <a:lstStyle/>
          <a:p>
            <a:pPr algn="ctr"/>
            <a:endParaRPr/>
          </a:p>
        </p:txBody>
      </p:sp>
      <p:sp>
        <p:nvSpPr>
          <p:cNvPr id="99" name="Rounded Rectangle 29">
            <a:extLst>
              <a:ext uri="{FF2B5EF4-FFF2-40B4-BE49-F238E27FC236}">
                <a16:creationId xmlns:a16="http://schemas.microsoft.com/office/drawing/2014/main" id="{7887AA69-01F8-9524-4532-57C55319EB1E}"/>
              </a:ext>
            </a:extLst>
          </p:cNvPr>
          <p:cNvSpPr/>
          <p:nvPr/>
        </p:nvSpPr>
        <p:spPr>
          <a:xfrm>
            <a:off x="3656195" y="3081909"/>
            <a:ext cx="263670" cy="232447"/>
          </a:xfrm>
          <a:custGeom>
            <a:avLst/>
            <a:gdLst/>
            <a:ahLst/>
            <a:cxnLst/>
            <a:rect l="0" t="0" r="0" b="0"/>
            <a:pathLst>
              <a:path w="359500" h="341786">
                <a:moveTo>
                  <a:pt x="41957" y="208624"/>
                </a:moveTo>
                <a:cubicBezTo>
                  <a:pt x="17189" y="203201"/>
                  <a:pt x="0" y="180628"/>
                  <a:pt x="1358" y="155310"/>
                </a:cubicBezTo>
                <a:cubicBezTo>
                  <a:pt x="1693" y="137992"/>
                  <a:pt x="9774" y="121736"/>
                  <a:pt x="23378" y="111013"/>
                </a:cubicBezTo>
                <a:cubicBezTo>
                  <a:pt x="36982" y="100291"/>
                  <a:pt x="54676" y="96231"/>
                  <a:pt x="71593" y="99950"/>
                </a:cubicBezTo>
                <a:cubicBezTo>
                  <a:pt x="75852" y="43444"/>
                  <a:pt x="123330" y="0"/>
                  <a:pt x="179991" y="760"/>
                </a:cubicBezTo>
                <a:cubicBezTo>
                  <a:pt x="221573" y="513"/>
                  <a:pt x="259668" y="23965"/>
                  <a:pt x="278174" y="61203"/>
                </a:cubicBezTo>
                <a:cubicBezTo>
                  <a:pt x="298926" y="60129"/>
                  <a:pt x="319222" y="67543"/>
                  <a:pt x="334396" y="81740"/>
                </a:cubicBezTo>
                <a:cubicBezTo>
                  <a:pt x="349570" y="95936"/>
                  <a:pt x="358316" y="115695"/>
                  <a:pt x="358624" y="136473"/>
                </a:cubicBezTo>
                <a:cubicBezTo>
                  <a:pt x="359500" y="164548"/>
                  <a:pt x="343519" y="190432"/>
                  <a:pt x="318025" y="202226"/>
                </a:cubicBezTo>
                <a:moveTo>
                  <a:pt x="261188" y="325547"/>
                </a:moveTo>
                <a:cubicBezTo>
                  <a:pt x="261188" y="334516"/>
                  <a:pt x="253917" y="341786"/>
                  <a:pt x="244948" y="341786"/>
                </a:cubicBezTo>
                <a:lnTo>
                  <a:pt x="131273" y="341786"/>
                </a:lnTo>
                <a:cubicBezTo>
                  <a:pt x="122304" y="341786"/>
                  <a:pt x="115034" y="334516"/>
                  <a:pt x="115034" y="325547"/>
                </a:cubicBezTo>
                <a:lnTo>
                  <a:pt x="115034" y="228111"/>
                </a:lnTo>
                <a:cubicBezTo>
                  <a:pt x="115034" y="219142"/>
                  <a:pt x="122304" y="211872"/>
                  <a:pt x="131273" y="211872"/>
                </a:cubicBezTo>
                <a:lnTo>
                  <a:pt x="244948" y="211872"/>
                </a:lnTo>
                <a:cubicBezTo>
                  <a:pt x="253917" y="211872"/>
                  <a:pt x="261188" y="219142"/>
                  <a:pt x="261188" y="228111"/>
                </a:cubicBezTo>
                <a:close/>
                <a:moveTo>
                  <a:pt x="167811" y="277852"/>
                </a:moveTo>
                <a:cubicBezTo>
                  <a:pt x="167811" y="289063"/>
                  <a:pt x="176900" y="298151"/>
                  <a:pt x="188111" y="298151"/>
                </a:cubicBezTo>
                <a:cubicBezTo>
                  <a:pt x="199322" y="298151"/>
                  <a:pt x="208410" y="289063"/>
                  <a:pt x="208410" y="277852"/>
                </a:cubicBezTo>
                <a:cubicBezTo>
                  <a:pt x="208410" y="266641"/>
                  <a:pt x="199322" y="257553"/>
                  <a:pt x="188111" y="257553"/>
                </a:cubicBezTo>
                <a:cubicBezTo>
                  <a:pt x="176900" y="257553"/>
                  <a:pt x="167811" y="266641"/>
                  <a:pt x="167811" y="277852"/>
                </a:cubicBezTo>
                <a:close/>
                <a:moveTo>
                  <a:pt x="228709" y="187513"/>
                </a:moveTo>
                <a:cubicBezTo>
                  <a:pt x="228709" y="165091"/>
                  <a:pt x="210533" y="146914"/>
                  <a:pt x="188111" y="146914"/>
                </a:cubicBezTo>
                <a:cubicBezTo>
                  <a:pt x="165689" y="146914"/>
                  <a:pt x="147512" y="165091"/>
                  <a:pt x="147512" y="187513"/>
                </a:cubicBezTo>
                <a:lnTo>
                  <a:pt x="147512" y="211872"/>
                </a:lnTo>
                <a:lnTo>
                  <a:pt x="228709" y="211872"/>
                </a:lnTo>
                <a:close/>
              </a:path>
            </a:pathLst>
          </a:custGeom>
          <a:noFill/>
          <a:ln w="12179">
            <a:solidFill>
              <a:srgbClr val="3CC583"/>
            </a:solidFill>
          </a:ln>
        </p:spPr>
        <p:txBody>
          <a:bodyPr rtlCol="0" anchor="ctr"/>
          <a:lstStyle/>
          <a:p>
            <a:pPr algn="ctr"/>
            <a:endParaRPr/>
          </a:p>
        </p:txBody>
      </p:sp>
      <p:sp>
        <p:nvSpPr>
          <p:cNvPr id="101" name="TextBox 100"/>
          <p:cNvSpPr txBox="1"/>
          <p:nvPr/>
        </p:nvSpPr>
        <p:spPr>
          <a:xfrm>
            <a:off x="254000" y="4889500"/>
            <a:ext cx="1378904" cy="246221"/>
          </a:xfrm>
          <a:prstGeom prst="rect">
            <a:avLst/>
          </a:prstGeom>
          <a:noFill/>
        </p:spPr>
        <p:txBody>
          <a:bodyPr wrap="none">
            <a:spAutoFit/>
          </a:bodyPr>
          <a:lstStyle/>
          <a:p>
            <a:r>
              <a:rPr sz="1000" dirty="0">
                <a:solidFill>
                  <a:srgbClr val="FFFFFF"/>
                </a:solidFill>
                <a:latin typeface="Arial"/>
              </a:rPr>
              <a:t>4  |</a:t>
            </a:r>
            <a:r>
              <a:rPr lang="fr-FR" sz="1000" dirty="0">
                <a:solidFill>
                  <a:srgbClr val="FFFFFF"/>
                </a:solidFill>
              </a:rPr>
              <a:t> INTRODUCTION</a:t>
            </a:r>
            <a:endParaRPr sz="1000" dirty="0">
              <a:solidFill>
                <a:srgbClr val="FFFFFF"/>
              </a:solidFill>
              <a:latin typeface="Arial"/>
            </a:endParaRPr>
          </a:p>
        </p:txBody>
      </p:sp>
    </p:spTree>
    <p:extLst>
      <p:ext uri="{BB962C8B-B14F-4D97-AF65-F5344CB8AC3E}">
        <p14:creationId xmlns:p14="http://schemas.microsoft.com/office/powerpoint/2010/main" val="1894213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97"/>
                                        </p:tgtEl>
                                        <p:attrNameLst>
                                          <p:attrName>style.visibility</p:attrName>
                                        </p:attrNameLst>
                                      </p:cBhvr>
                                      <p:to>
                                        <p:strVal val="visible"/>
                                      </p:to>
                                    </p:set>
                                  </p:childTnLst>
                                </p:cTn>
                              </p:par>
                              <p:par>
                                <p:cTn id="9" presetID="1" presetClass="entr" presetSubtype="0" fill="hold" grpId="0" nodeType="withEffect">
                                  <p:stCondLst>
                                    <p:cond delay="500"/>
                                  </p:stCondLst>
                                  <p:childTnLst>
                                    <p:set>
                                      <p:cBhvr>
                                        <p:cTn id="10" dur="1" fill="hold">
                                          <p:stCondLst>
                                            <p:cond delay="0"/>
                                          </p:stCondLst>
                                        </p:cTn>
                                        <p:tgtEl>
                                          <p:spTgt spid="90"/>
                                        </p:tgtEl>
                                        <p:attrNameLst>
                                          <p:attrName>style.visibility</p:attrName>
                                        </p:attrNameLst>
                                      </p:cBhvr>
                                      <p:to>
                                        <p:strVal val="visible"/>
                                      </p:to>
                                    </p:set>
                                  </p:childTnLst>
                                </p:cTn>
                              </p:par>
                              <p:par>
                                <p:cTn id="11" presetID="1" presetClass="entr" presetSubtype="0" fill="hold" grpId="0" nodeType="withEffect">
                                  <p:stCondLst>
                                    <p:cond delay="500"/>
                                  </p:stCondLst>
                                  <p:childTnLst>
                                    <p:set>
                                      <p:cBhvr>
                                        <p:cTn id="12" dur="1" fill="hold">
                                          <p:stCondLst>
                                            <p:cond delay="0"/>
                                          </p:stCondLst>
                                        </p:cTn>
                                        <p:tgtEl>
                                          <p:spTgt spid="8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500"/>
                                  </p:stCondLst>
                                  <p:childTnLst>
                                    <p:set>
                                      <p:cBhvr>
                                        <p:cTn id="16" dur="1" fill="hold">
                                          <p:stCondLst>
                                            <p:cond delay="0"/>
                                          </p:stCondLst>
                                        </p:cTn>
                                        <p:tgtEl>
                                          <p:spTgt spid="99"/>
                                        </p:tgtEl>
                                        <p:attrNameLst>
                                          <p:attrName>style.visibility</p:attrName>
                                        </p:attrNameLst>
                                      </p:cBhvr>
                                      <p:to>
                                        <p:strVal val="visible"/>
                                      </p:to>
                                    </p:set>
                                  </p:childTnLst>
                                </p:cTn>
                              </p:par>
                              <p:par>
                                <p:cTn id="17" presetID="1" presetClass="entr" presetSubtype="0" fill="hold" nodeType="withEffect">
                                  <p:stCondLst>
                                    <p:cond delay="50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grpId="0" nodeType="withEffect">
                                  <p:stCondLst>
                                    <p:cond delay="500"/>
                                  </p:stCondLst>
                                  <p:childTnLst>
                                    <p:set>
                                      <p:cBhvr>
                                        <p:cTn id="20" dur="1" fill="hold">
                                          <p:stCondLst>
                                            <p:cond delay="0"/>
                                          </p:stCondLst>
                                        </p:cTn>
                                        <p:tgtEl>
                                          <p:spTgt spid="93"/>
                                        </p:tgtEl>
                                        <p:attrNameLst>
                                          <p:attrName>style.visibility</p:attrName>
                                        </p:attrNameLst>
                                      </p:cBhvr>
                                      <p:to>
                                        <p:strVal val="visible"/>
                                      </p:to>
                                    </p:set>
                                  </p:childTnLst>
                                </p:cTn>
                              </p:par>
                              <p:par>
                                <p:cTn id="21" presetID="1" presetClass="entr" presetSubtype="0" fill="hold" grpId="0" nodeType="withEffect">
                                  <p:stCondLst>
                                    <p:cond delay="500"/>
                                  </p:stCondLst>
                                  <p:childTnLst>
                                    <p:set>
                                      <p:cBhvr>
                                        <p:cTn id="22" dur="1" fill="hold">
                                          <p:stCondLst>
                                            <p:cond delay="0"/>
                                          </p:stCondLst>
                                        </p:cTn>
                                        <p:tgtEl>
                                          <p:spTgt spid="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50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grpId="0" nodeType="withEffect">
                                  <p:stCondLst>
                                    <p:cond delay="500"/>
                                  </p:stCondLst>
                                  <p:childTnLst>
                                    <p:set>
                                      <p:cBhvr>
                                        <p:cTn id="28" dur="1" fill="hold">
                                          <p:stCondLst>
                                            <p:cond delay="0"/>
                                          </p:stCondLst>
                                        </p:cTn>
                                        <p:tgtEl>
                                          <p:spTgt spid="98"/>
                                        </p:tgtEl>
                                        <p:attrNameLst>
                                          <p:attrName>style.visibility</p:attrName>
                                        </p:attrNameLst>
                                      </p:cBhvr>
                                      <p:to>
                                        <p:strVal val="visible"/>
                                      </p:to>
                                    </p:set>
                                  </p:childTnLst>
                                </p:cTn>
                              </p:par>
                              <p:par>
                                <p:cTn id="29" presetID="1" presetClass="entr" presetSubtype="0" fill="hold" grpId="0" nodeType="withEffect">
                                  <p:stCondLst>
                                    <p:cond delay="500"/>
                                  </p:stCondLst>
                                  <p:childTnLst>
                                    <p:set>
                                      <p:cBhvr>
                                        <p:cTn id="30" dur="1" fill="hold">
                                          <p:stCondLst>
                                            <p:cond delay="0"/>
                                          </p:stCondLst>
                                        </p:cTn>
                                        <p:tgtEl>
                                          <p:spTgt spid="92"/>
                                        </p:tgtEl>
                                        <p:attrNameLst>
                                          <p:attrName>style.visibility</p:attrName>
                                        </p:attrNameLst>
                                      </p:cBhvr>
                                      <p:to>
                                        <p:strVal val="visible"/>
                                      </p:to>
                                    </p:set>
                                  </p:childTnLst>
                                </p:cTn>
                              </p:par>
                              <p:par>
                                <p:cTn id="31" presetID="1" presetClass="entr" presetSubtype="0" fill="hold" grpId="0" nodeType="withEffect">
                                  <p:stCondLst>
                                    <p:cond delay="500"/>
                                  </p:stCondLst>
                                  <p:childTnLst>
                                    <p:set>
                                      <p:cBhvr>
                                        <p:cTn id="32" dur="1" fill="hold">
                                          <p:stCondLst>
                                            <p:cond delay="0"/>
                                          </p:stCondLst>
                                        </p:cTn>
                                        <p:tgtEl>
                                          <p:spTgt spid="9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500"/>
                                  </p:stCondLst>
                                  <p:childTnLst>
                                    <p:set>
                                      <p:cBhvr>
                                        <p:cTn id="36" dur="1" fill="hold">
                                          <p:stCondLst>
                                            <p:cond delay="0"/>
                                          </p:stCondLst>
                                        </p:cTn>
                                        <p:tgtEl>
                                          <p:spTgt spid="74"/>
                                        </p:tgtEl>
                                        <p:attrNameLst>
                                          <p:attrName>style.visibility</p:attrName>
                                        </p:attrNameLst>
                                      </p:cBhvr>
                                      <p:to>
                                        <p:strVal val="visible"/>
                                      </p:to>
                                    </p:set>
                                  </p:childTnLst>
                                </p:cTn>
                              </p:par>
                              <p:par>
                                <p:cTn id="37" presetID="1" presetClass="entr" presetSubtype="0" fill="hold" grpId="0" nodeType="withEffect">
                                  <p:stCondLst>
                                    <p:cond delay="500"/>
                                  </p:stCondLst>
                                  <p:childTnLst>
                                    <p:set>
                                      <p:cBhvr>
                                        <p:cTn id="38" dur="1" fill="hold">
                                          <p:stCondLst>
                                            <p:cond delay="0"/>
                                          </p:stCondLst>
                                        </p:cTn>
                                        <p:tgtEl>
                                          <p:spTgt spid="96"/>
                                        </p:tgtEl>
                                        <p:attrNameLst>
                                          <p:attrName>style.visibility</p:attrName>
                                        </p:attrNameLst>
                                      </p:cBhvr>
                                      <p:to>
                                        <p:strVal val="visible"/>
                                      </p:to>
                                    </p:set>
                                  </p:childTnLst>
                                </p:cTn>
                              </p:par>
                              <p:par>
                                <p:cTn id="39" presetID="1" presetClass="entr" presetSubtype="0" fill="hold" grpId="0" nodeType="withEffect">
                                  <p:stCondLst>
                                    <p:cond delay="500"/>
                                  </p:stCondLst>
                                  <p:childTnLst>
                                    <p:set>
                                      <p:cBhvr>
                                        <p:cTn id="40" dur="1" fill="hold">
                                          <p:stCondLst>
                                            <p:cond delay="0"/>
                                          </p:stCondLst>
                                        </p:cTn>
                                        <p:tgtEl>
                                          <p:spTgt spid="89"/>
                                        </p:tgtEl>
                                        <p:attrNameLst>
                                          <p:attrName>style.visibility</p:attrName>
                                        </p:attrNameLst>
                                      </p:cBhvr>
                                      <p:to>
                                        <p:strVal val="visible"/>
                                      </p:to>
                                    </p:set>
                                  </p:childTnLst>
                                </p:cTn>
                              </p:par>
                              <p:par>
                                <p:cTn id="41" presetID="1" presetClass="entr" presetSubtype="0" fill="hold" grpId="0" nodeType="withEffect">
                                  <p:stCondLst>
                                    <p:cond delay="50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P spid="89" grpId="0"/>
      <p:bldP spid="90" grpId="0"/>
      <p:bldP spid="92" grpId="0"/>
      <p:bldP spid="93" grpId="0"/>
      <p:bldP spid="94" grpId="0"/>
      <p:bldP spid="95" grpId="0"/>
      <p:bldP spid="96" grpId="0" animBg="1"/>
      <p:bldP spid="97" grpId="0" animBg="1"/>
      <p:bldP spid="98" grpId="0" animBg="1"/>
      <p:bldP spid="9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8554B-A3FB-D9D5-A527-566E5704C574}"/>
            </a:ext>
          </a:extLst>
        </p:cNvPr>
        <p:cNvGrpSpPr/>
        <p:nvPr/>
      </p:nvGrpSpPr>
      <p:grpSpPr>
        <a:xfrm>
          <a:off x="0" y="0"/>
          <a:ext cx="0" cy="0"/>
          <a:chOff x="0" y="0"/>
          <a:chExt cx="0" cy="0"/>
        </a:xfrm>
      </p:grpSpPr>
      <p:sp>
        <p:nvSpPr>
          <p:cNvPr id="2" name="!!1">
            <a:extLst>
              <a:ext uri="{FF2B5EF4-FFF2-40B4-BE49-F238E27FC236}">
                <a16:creationId xmlns:a16="http://schemas.microsoft.com/office/drawing/2014/main" id="{CE0A9FA5-A842-0051-6E0A-64AFBF59B0BF}"/>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618370F1-AF19-3B02-2704-6A3BB31F046C}"/>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BA050A4E-7688-71D9-311D-EF9FECD0B263}"/>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45B521BC-E7AF-7B4B-EA06-97AFA3214C6C}"/>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4A8F1D56-6495-ADC6-44DB-E80C8B042CD3}"/>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AFB470F7-9D5F-9837-E292-CF99DD3882DE}"/>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0BEC005E-337D-025F-4A08-84D7EA4AA5D6}"/>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2F289E18-1180-47F5-9F22-0BB42B081C38}"/>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D8FD5D69-58B8-8C92-203C-1A9EA753AA62}"/>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B0886F38-48E6-48F0-992A-22A61394FAA8}"/>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47EDD55A-78E8-A074-2C57-E32438A77C53}"/>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E5D34C46-E5A1-FB0A-1567-41DDED4CE948}"/>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065E976F-2719-7F2E-F9FE-46BFD0E6D4DC}"/>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EBF25A11-CE10-4082-5EFB-E72D7AF266CF}"/>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65DD1A15-245E-661F-C957-47B6AF7678A8}"/>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197E52A8-3A02-370A-9E3D-935A670482EC}"/>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D0A92298-ABF6-1EFC-75F6-C5C69AF13378}"/>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2CFB00ED-3FC8-322E-F82A-AD9A57F6CCEE}"/>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89865F42-A238-F3C3-6C6F-28A8718ED831}"/>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B442553F-9A03-0463-B321-D3F35C1229D3}"/>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BF03EB1D-164C-9D0C-2CA2-ECFF611F2AC2}"/>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2CF07C1F-EB8F-5962-4105-028701DFD991}"/>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AE25D033-451B-D125-4BFE-7C452E119877}"/>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DDAAFF21-7BDE-2518-FB66-D9B15EAF709E}"/>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3AA3D87C-D506-7956-88C6-1AACEB8670D4}"/>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059202F6-5F6C-7DAD-213C-E621CF1D18F0}"/>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8C2EF07D-6F46-1129-A8E6-519268E69BB1}"/>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6E62F4A5-DFF6-4A45-5F71-CFEC5A858DA7}"/>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F54D5854-9B9B-7F55-7A65-FADF15A8A992}"/>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20538CAD-7E0F-16B6-8ACF-A9B5127F2FBA}"/>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7731D54C-957B-421A-05D6-EB3B794E3061}"/>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89D3EDC7-34FC-3A98-E958-4C47AD453A5E}"/>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6E281E8E-EE94-1C12-4DFF-151A16380A92}"/>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EFD54479-BC5C-CC9C-9ACF-EC531C40F753}"/>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58B53465-CC9D-F860-819A-2B9B312B4D6F}"/>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75BE51FF-1B8B-A6EE-6A90-8797299BF571}"/>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51AB733F-C373-A892-08F6-38BDF58DA948}"/>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B2A249FF-70CB-57BC-67C5-4FC46590672B}"/>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43B88619-1668-3A20-4CAB-E76A869A20FF}"/>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49820F42-11FF-93E1-6665-7B19EC92615C}"/>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C04A7E8B-5C97-8D0C-3206-E8E926B8F1D3}"/>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3721C170-D0D8-C933-2C53-F9499D431395}"/>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3D286050-C43B-10BA-A6E9-07D2A6878761}"/>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3FABAA5C-6783-45FA-A756-1DAE4EF608A6}"/>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3A2D6BF2-68D0-B164-F6BA-A75F5982A50D}"/>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5A0DD0ED-1731-8D4A-45C6-5491F269DD5C}"/>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D592184E-CDDD-549C-B788-C484C22C3B47}"/>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A8B5711D-A00C-BBC9-74A4-7D4E8482FC58}"/>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FF31C213-E469-5609-261E-5528A9357893}"/>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17710B3D-C859-27D3-AA7E-E4084C3F2EAE}"/>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7AA6865E-7BC8-D655-A17A-F33205C15B38}"/>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32013E61-788D-6198-C5B7-AF51792F9595}"/>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3ECF11C3-6CA3-D7EB-8E0D-2EB47460187E}"/>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87C60901-F44D-D57D-1A2C-7252B60AB9CE}"/>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42A4B300-E92B-2720-ED96-2A0D91655139}"/>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CE39FF6A-65D8-72C8-B54E-1ADE782ED256}"/>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5DE7E6D8-3E81-4ABA-A707-F232613C433D}"/>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81552901-AF09-5681-1D48-F86178C28DC6}"/>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D65517B8-BF93-C586-0CE9-7A79B4B079A7}"/>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2058C4DD-CCB7-8372-586B-7CA34BE5F8DA}"/>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30F18551-3F8B-82AC-7C8A-5D8BAC65E727}"/>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6927DC4D-DE32-F81A-B259-37C047CD0660}"/>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55E4409B-F500-E5A5-13EB-6D75385BEE54}"/>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EF26E078-2504-A825-A603-D89BA9D1B822}"/>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EE372BCF-85D9-FB2E-3EE5-D4036891E687}"/>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4C8B3745-4549-98DA-82B8-00912387ABA5}"/>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05183DC9-E464-5B16-50C9-B4089404A64A}"/>
              </a:ext>
            </a:extLst>
          </p:cNvPr>
          <p:cNvSpPr txBox="1">
            <a:spLocks/>
          </p:cNvSpPr>
          <p:nvPr/>
        </p:nvSpPr>
        <p:spPr>
          <a:xfrm>
            <a:off x="1160311" y="1697225"/>
            <a:ext cx="3621133" cy="1342753"/>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000" dirty="0">
                <a:solidFill>
                  <a:schemeClr val="accent1"/>
                </a:solidFill>
              </a:rPr>
              <a:t>Contexte Général</a:t>
            </a:r>
          </a:p>
          <a:p>
            <a:pPr algn="ctr"/>
            <a:endParaRPr lang="fr-FR" sz="4000" dirty="0">
              <a:solidFill>
                <a:schemeClr val="accent1"/>
              </a:solidFill>
            </a:endParaRPr>
          </a:p>
        </p:txBody>
      </p:sp>
      <p:sp>
        <p:nvSpPr>
          <p:cNvPr id="71" name="TextBox 70"/>
          <p:cNvSpPr txBox="1"/>
          <p:nvPr/>
        </p:nvSpPr>
        <p:spPr>
          <a:xfrm>
            <a:off x="254000" y="4889500"/>
            <a:ext cx="1428596" cy="400110"/>
          </a:xfrm>
          <a:prstGeom prst="rect">
            <a:avLst/>
          </a:prstGeom>
          <a:noFill/>
        </p:spPr>
        <p:txBody>
          <a:bodyPr wrap="none">
            <a:spAutoFit/>
          </a:bodyPr>
          <a:lstStyle/>
          <a:p>
            <a:r>
              <a:rPr sz="1000" dirty="0">
                <a:solidFill>
                  <a:srgbClr val="FFFFFF"/>
                </a:solidFill>
                <a:latin typeface="Arial"/>
              </a:rPr>
              <a:t>5  |  </a:t>
            </a:r>
            <a:r>
              <a:rPr lang="fr-FR" sz="1000" dirty="0">
                <a:solidFill>
                  <a:srgbClr val="FFFFFF"/>
                </a:solidFill>
              </a:rPr>
              <a:t>Contexte Général</a:t>
            </a:r>
          </a:p>
          <a:p>
            <a:endParaRPr sz="1000" dirty="0">
              <a:solidFill>
                <a:srgbClr val="FFFFFF"/>
              </a:solidFill>
              <a:latin typeface="Arial"/>
            </a:endParaRPr>
          </a:p>
        </p:txBody>
      </p:sp>
    </p:spTree>
    <p:extLst>
      <p:ext uri="{BB962C8B-B14F-4D97-AF65-F5344CB8AC3E}">
        <p14:creationId xmlns:p14="http://schemas.microsoft.com/office/powerpoint/2010/main" val="2202807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990400" y="1741678"/>
            <a:ext cx="2158626" cy="1155426"/>
            <a:chOff x="0" y="-28575"/>
            <a:chExt cx="1137054" cy="608619"/>
          </a:xfrm>
        </p:grpSpPr>
        <p:sp>
          <p:nvSpPr>
            <p:cNvPr id="4" name="Freeform 4"/>
            <p:cNvSpPr/>
            <p:nvPr/>
          </p:nvSpPr>
          <p:spPr>
            <a:xfrm>
              <a:off x="0" y="0"/>
              <a:ext cx="1137054" cy="580044"/>
            </a:xfrm>
            <a:custGeom>
              <a:avLst/>
              <a:gdLst/>
              <a:ahLst/>
              <a:cxnLst/>
              <a:rect l="l" t="t" r="r" b="b"/>
              <a:pathLst>
                <a:path w="1137054" h="580044">
                  <a:moveTo>
                    <a:pt x="52004" y="0"/>
                  </a:moveTo>
                  <a:lnTo>
                    <a:pt x="1085050" y="0"/>
                  </a:lnTo>
                  <a:cubicBezTo>
                    <a:pt x="1098842" y="0"/>
                    <a:pt x="1112070" y="5479"/>
                    <a:pt x="1121822" y="15232"/>
                  </a:cubicBezTo>
                  <a:cubicBezTo>
                    <a:pt x="1131575" y="24984"/>
                    <a:pt x="1137054" y="38212"/>
                    <a:pt x="1137054" y="52004"/>
                  </a:cubicBezTo>
                  <a:lnTo>
                    <a:pt x="1137054" y="528040"/>
                  </a:lnTo>
                  <a:cubicBezTo>
                    <a:pt x="1137054" y="556761"/>
                    <a:pt x="1113771" y="580044"/>
                    <a:pt x="1085050" y="580044"/>
                  </a:cubicBezTo>
                  <a:lnTo>
                    <a:pt x="52004" y="580044"/>
                  </a:lnTo>
                  <a:cubicBezTo>
                    <a:pt x="23283" y="580044"/>
                    <a:pt x="0" y="556761"/>
                    <a:pt x="0" y="528040"/>
                  </a:cubicBezTo>
                  <a:lnTo>
                    <a:pt x="0" y="52004"/>
                  </a:lnTo>
                  <a:cubicBezTo>
                    <a:pt x="0" y="23283"/>
                    <a:pt x="23283" y="0"/>
                    <a:pt x="52004" y="0"/>
                  </a:cubicBezTo>
                  <a:close/>
                </a:path>
              </a:pathLst>
            </a:custGeom>
            <a:solidFill>
              <a:srgbClr val="0070C0"/>
            </a:solidFill>
          </p:spPr>
          <p:txBody>
            <a:bodyPr/>
            <a:lstStyle/>
            <a:p>
              <a:endParaRPr lang="fr-FR" sz="700" dirty="0"/>
            </a:p>
          </p:txBody>
        </p:sp>
        <p:sp>
          <p:nvSpPr>
            <p:cNvPr id="5" name="TextBox 5"/>
            <p:cNvSpPr txBox="1"/>
            <p:nvPr/>
          </p:nvSpPr>
          <p:spPr>
            <a:xfrm>
              <a:off x="0" y="-28575"/>
              <a:ext cx="1137054" cy="608619"/>
            </a:xfrm>
            <a:prstGeom prst="rect">
              <a:avLst/>
            </a:prstGeom>
          </p:spPr>
          <p:txBody>
            <a:bodyPr lIns="25400" tIns="25400" rIns="25400" bIns="25400" rtlCol="0" anchor="ctr"/>
            <a:lstStyle/>
            <a:p>
              <a:pPr algn="ctr">
                <a:lnSpc>
                  <a:spcPts val="1400"/>
                </a:lnSpc>
                <a:spcBef>
                  <a:spcPct val="0"/>
                </a:spcBef>
              </a:pPr>
              <a:r>
                <a:rPr lang="en-US" sz="999" b="1" dirty="0">
                  <a:solidFill>
                    <a:srgbClr val="FFFFFF"/>
                  </a:solidFill>
                  <a:latin typeface="Nunito Bold"/>
                  <a:ea typeface="Nunito Bold"/>
                  <a:cs typeface="Nunito Bold"/>
                  <a:sym typeface="Nunito Bold"/>
                </a:rPr>
                <a:t> </a:t>
              </a:r>
              <a:r>
                <a:rPr lang="fr-FR" sz="999" b="1" dirty="0">
                  <a:solidFill>
                    <a:srgbClr val="FFFFFF"/>
                  </a:solidFill>
                  <a:latin typeface="Nunito Bold"/>
                  <a:ea typeface="Nunito Bold"/>
                  <a:cs typeface="Nunito Bold"/>
                  <a:sym typeface="Nunito Bold"/>
                </a:rPr>
                <a:t>Attaque conjointe contre le ministère de l’Emploi et la CNSS</a:t>
              </a:r>
            </a:p>
            <a:p>
              <a:pPr algn="ctr">
                <a:lnSpc>
                  <a:spcPts val="1400"/>
                </a:lnSpc>
                <a:spcBef>
                  <a:spcPct val="0"/>
                </a:spcBef>
              </a:pPr>
              <a:endParaRPr lang="en-US" sz="999" b="1" dirty="0">
                <a:solidFill>
                  <a:srgbClr val="FFFFFF"/>
                </a:solidFill>
                <a:latin typeface="Nunito Bold"/>
                <a:ea typeface="Nunito Bold"/>
                <a:cs typeface="Nunito Bold"/>
                <a:sym typeface="Nunito Bold"/>
              </a:endParaRPr>
            </a:p>
          </p:txBody>
        </p:sp>
      </p:grpSp>
      <p:sp>
        <p:nvSpPr>
          <p:cNvPr id="12" name="Freeform 12"/>
          <p:cNvSpPr/>
          <p:nvPr/>
        </p:nvSpPr>
        <p:spPr>
          <a:xfrm>
            <a:off x="7436572" y="3592428"/>
            <a:ext cx="1353548" cy="1448349"/>
          </a:xfrm>
          <a:custGeom>
            <a:avLst/>
            <a:gdLst/>
            <a:ahLst/>
            <a:cxnLst/>
            <a:rect l="l" t="t" r="r" b="b"/>
            <a:pathLst>
              <a:path w="2707096" h="2896698">
                <a:moveTo>
                  <a:pt x="0" y="0"/>
                </a:moveTo>
                <a:lnTo>
                  <a:pt x="2707096" y="0"/>
                </a:lnTo>
                <a:lnTo>
                  <a:pt x="2707096" y="2896698"/>
                </a:lnTo>
                <a:lnTo>
                  <a:pt x="0" y="28966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a:off x="514350" y="4629150"/>
            <a:ext cx="1193078" cy="230896"/>
            <a:chOff x="0" y="0"/>
            <a:chExt cx="628453" cy="121624"/>
          </a:xfrm>
        </p:grpSpPr>
        <p:sp>
          <p:nvSpPr>
            <p:cNvPr id="17" name="Freeform 17"/>
            <p:cNvSpPr/>
            <p:nvPr/>
          </p:nvSpPr>
          <p:spPr>
            <a:xfrm>
              <a:off x="0" y="0"/>
              <a:ext cx="628453" cy="121624"/>
            </a:xfrm>
            <a:custGeom>
              <a:avLst/>
              <a:gdLst/>
              <a:ahLst/>
              <a:cxnLst/>
              <a:rect l="l" t="t" r="r" b="b"/>
              <a:pathLst>
                <a:path w="628453" h="121624">
                  <a:moveTo>
                    <a:pt x="60812" y="0"/>
                  </a:moveTo>
                  <a:lnTo>
                    <a:pt x="567641" y="0"/>
                  </a:lnTo>
                  <a:cubicBezTo>
                    <a:pt x="601226" y="0"/>
                    <a:pt x="628453" y="27226"/>
                    <a:pt x="628453" y="60812"/>
                  </a:cubicBezTo>
                  <a:lnTo>
                    <a:pt x="628453" y="60812"/>
                  </a:lnTo>
                  <a:cubicBezTo>
                    <a:pt x="628453" y="76940"/>
                    <a:pt x="622046" y="92408"/>
                    <a:pt x="610641" y="103813"/>
                  </a:cubicBezTo>
                  <a:cubicBezTo>
                    <a:pt x="599237" y="115217"/>
                    <a:pt x="583769" y="121624"/>
                    <a:pt x="567641" y="121624"/>
                  </a:cubicBezTo>
                  <a:lnTo>
                    <a:pt x="60812" y="121624"/>
                  </a:lnTo>
                  <a:cubicBezTo>
                    <a:pt x="27226" y="121624"/>
                    <a:pt x="0" y="94397"/>
                    <a:pt x="0" y="60812"/>
                  </a:cubicBezTo>
                  <a:lnTo>
                    <a:pt x="0" y="60812"/>
                  </a:lnTo>
                  <a:cubicBezTo>
                    <a:pt x="0" y="27226"/>
                    <a:pt x="27226" y="0"/>
                    <a:pt x="60812" y="0"/>
                  </a:cubicBezTo>
                  <a:close/>
                </a:path>
              </a:pathLst>
            </a:custGeom>
            <a:solidFill>
              <a:srgbClr val="E7E4DA"/>
            </a:solidFill>
          </p:spPr>
        </p:sp>
        <p:sp>
          <p:nvSpPr>
            <p:cNvPr id="18" name="TextBox 18"/>
            <p:cNvSpPr txBox="1"/>
            <p:nvPr/>
          </p:nvSpPr>
          <p:spPr>
            <a:xfrm>
              <a:off x="0" y="-38100"/>
              <a:ext cx="628453" cy="159724"/>
            </a:xfrm>
            <a:prstGeom prst="rect">
              <a:avLst/>
            </a:prstGeom>
          </p:spPr>
          <p:txBody>
            <a:bodyPr lIns="25400" tIns="25400" rIns="25400" bIns="25400" rtlCol="0" anchor="ctr"/>
            <a:lstStyle/>
            <a:p>
              <a:pPr algn="ctr">
                <a:lnSpc>
                  <a:spcPts val="1330"/>
                </a:lnSpc>
                <a:spcBef>
                  <a:spcPct val="0"/>
                </a:spcBef>
              </a:pPr>
              <a:endParaRPr sz="700"/>
            </a:p>
          </p:txBody>
        </p:sp>
      </p:grpSp>
      <p:sp>
        <p:nvSpPr>
          <p:cNvPr id="19" name="TextBox 19"/>
          <p:cNvSpPr txBox="1"/>
          <p:nvPr/>
        </p:nvSpPr>
        <p:spPr>
          <a:xfrm>
            <a:off x="593413" y="4639333"/>
            <a:ext cx="1034953" cy="175946"/>
          </a:xfrm>
          <a:prstGeom prst="rect">
            <a:avLst/>
          </a:prstGeom>
        </p:spPr>
        <p:txBody>
          <a:bodyPr lIns="0" tIns="0" rIns="0" bIns="0" rtlCol="0" anchor="t">
            <a:spAutoFit/>
          </a:bodyPr>
          <a:lstStyle/>
          <a:p>
            <a:pPr algn="ctr">
              <a:lnSpc>
                <a:spcPts val="1521"/>
              </a:lnSpc>
            </a:pPr>
            <a:r>
              <a:rPr lang="en-US" sz="1086" b="1" dirty="0">
                <a:solidFill>
                  <a:srgbClr val="3B412D"/>
                </a:solidFill>
                <a:latin typeface="Nunito Bold"/>
                <a:ea typeface="Nunito Bold"/>
                <a:cs typeface="Nunito Bold"/>
                <a:sym typeface="Nunito Bold"/>
              </a:rPr>
              <a:t>Page 03</a:t>
            </a:r>
          </a:p>
        </p:txBody>
      </p:sp>
      <p:grpSp>
        <p:nvGrpSpPr>
          <p:cNvPr id="20" name="Group 3">
            <a:extLst>
              <a:ext uri="{FF2B5EF4-FFF2-40B4-BE49-F238E27FC236}">
                <a16:creationId xmlns:a16="http://schemas.microsoft.com/office/drawing/2014/main" id="{9FAC982B-7C3F-4E96-89D4-61C88432EFEA}"/>
              </a:ext>
            </a:extLst>
          </p:cNvPr>
          <p:cNvGrpSpPr/>
          <p:nvPr/>
        </p:nvGrpSpPr>
        <p:grpSpPr>
          <a:xfrm>
            <a:off x="6781800" y="1795926"/>
            <a:ext cx="2158626" cy="1101178"/>
            <a:chOff x="0" y="0"/>
            <a:chExt cx="1137054" cy="580044"/>
          </a:xfrm>
        </p:grpSpPr>
        <p:sp>
          <p:nvSpPr>
            <p:cNvPr id="21" name="Freeform 4">
              <a:extLst>
                <a:ext uri="{FF2B5EF4-FFF2-40B4-BE49-F238E27FC236}">
                  <a16:creationId xmlns:a16="http://schemas.microsoft.com/office/drawing/2014/main" id="{5A5A662B-EC87-4F14-9DDD-7C7940F2B670}"/>
                </a:ext>
              </a:extLst>
            </p:cNvPr>
            <p:cNvSpPr/>
            <p:nvPr/>
          </p:nvSpPr>
          <p:spPr>
            <a:xfrm>
              <a:off x="0" y="0"/>
              <a:ext cx="1137054" cy="580044"/>
            </a:xfrm>
            <a:custGeom>
              <a:avLst/>
              <a:gdLst/>
              <a:ahLst/>
              <a:cxnLst/>
              <a:rect l="l" t="t" r="r" b="b"/>
              <a:pathLst>
                <a:path w="1137054" h="580044">
                  <a:moveTo>
                    <a:pt x="52004" y="0"/>
                  </a:moveTo>
                  <a:lnTo>
                    <a:pt x="1085050" y="0"/>
                  </a:lnTo>
                  <a:cubicBezTo>
                    <a:pt x="1098842" y="0"/>
                    <a:pt x="1112070" y="5479"/>
                    <a:pt x="1121822" y="15232"/>
                  </a:cubicBezTo>
                  <a:cubicBezTo>
                    <a:pt x="1131575" y="24984"/>
                    <a:pt x="1137054" y="38212"/>
                    <a:pt x="1137054" y="52004"/>
                  </a:cubicBezTo>
                  <a:lnTo>
                    <a:pt x="1137054" y="528040"/>
                  </a:lnTo>
                  <a:cubicBezTo>
                    <a:pt x="1137054" y="556761"/>
                    <a:pt x="1113771" y="580044"/>
                    <a:pt x="1085050" y="580044"/>
                  </a:cubicBezTo>
                  <a:lnTo>
                    <a:pt x="52004" y="580044"/>
                  </a:lnTo>
                  <a:cubicBezTo>
                    <a:pt x="23283" y="580044"/>
                    <a:pt x="0" y="556761"/>
                    <a:pt x="0" y="528040"/>
                  </a:cubicBezTo>
                  <a:lnTo>
                    <a:pt x="0" y="52004"/>
                  </a:lnTo>
                  <a:cubicBezTo>
                    <a:pt x="0" y="23283"/>
                    <a:pt x="23283" y="0"/>
                    <a:pt x="52004" y="0"/>
                  </a:cubicBezTo>
                  <a:close/>
                </a:path>
              </a:pathLst>
            </a:custGeom>
            <a:solidFill>
              <a:srgbClr val="0070C0"/>
            </a:solidFill>
          </p:spPr>
          <p:txBody>
            <a:bodyPr/>
            <a:lstStyle/>
            <a:p>
              <a:endParaRPr lang="fr-FR" sz="700" dirty="0"/>
            </a:p>
          </p:txBody>
        </p:sp>
        <p:sp>
          <p:nvSpPr>
            <p:cNvPr id="22" name="TextBox 5">
              <a:extLst>
                <a:ext uri="{FF2B5EF4-FFF2-40B4-BE49-F238E27FC236}">
                  <a16:creationId xmlns:a16="http://schemas.microsoft.com/office/drawing/2014/main" id="{9E398439-DD54-43C8-9159-ABEF6755775B}"/>
                </a:ext>
              </a:extLst>
            </p:cNvPr>
            <p:cNvSpPr txBox="1"/>
            <p:nvPr/>
          </p:nvSpPr>
          <p:spPr>
            <a:xfrm>
              <a:off x="0" y="-28575"/>
              <a:ext cx="1137054" cy="608619"/>
            </a:xfrm>
            <a:prstGeom prst="rect">
              <a:avLst/>
            </a:prstGeom>
          </p:spPr>
          <p:txBody>
            <a:bodyPr lIns="25400" tIns="25400" rIns="25400" bIns="25400" rtlCol="0" anchor="ctr"/>
            <a:lstStyle/>
            <a:p>
              <a:pPr algn="ctr">
                <a:lnSpc>
                  <a:spcPts val="1400"/>
                </a:lnSpc>
                <a:spcBef>
                  <a:spcPct val="0"/>
                </a:spcBef>
              </a:pPr>
              <a:r>
                <a:rPr lang="en-US" sz="999" b="1" dirty="0">
                  <a:solidFill>
                    <a:srgbClr val="FFFFFF"/>
                  </a:solidFill>
                  <a:latin typeface="Nunito Bold"/>
                  <a:ea typeface="Nunito Bold"/>
                  <a:cs typeface="Nunito Bold"/>
                  <a:sym typeface="Nunito Bold"/>
                </a:rPr>
                <a:t> </a:t>
              </a:r>
              <a:r>
                <a:rPr lang="fr-FR" sz="999" b="1" dirty="0">
                  <a:solidFill>
                    <a:srgbClr val="FFFFFF"/>
                  </a:solidFill>
                  <a:latin typeface="Nunito Bold"/>
                  <a:ea typeface="Nunito Bold"/>
                  <a:cs typeface="Nunito Bold"/>
                  <a:sym typeface="Nunito Bold"/>
                </a:rPr>
                <a:t>Revendiqué par le groupe « </a:t>
              </a:r>
              <a:r>
                <a:rPr lang="fr-FR" sz="999" b="1" dirty="0" err="1">
                  <a:solidFill>
                    <a:srgbClr val="FFFFFF"/>
                  </a:solidFill>
                  <a:latin typeface="Nunito Bold"/>
                  <a:ea typeface="Nunito Bold"/>
                  <a:cs typeface="Nunito Bold"/>
                  <a:sym typeface="Nunito Bold"/>
                </a:rPr>
                <a:t>JabaROOT</a:t>
              </a:r>
              <a:r>
                <a:rPr lang="fr-FR" sz="999" b="1" dirty="0">
                  <a:solidFill>
                    <a:srgbClr val="FFFFFF"/>
                  </a:solidFill>
                  <a:latin typeface="Nunito Bold"/>
                  <a:ea typeface="Nunito Bold"/>
                  <a:cs typeface="Nunito Bold"/>
                  <a:sym typeface="Nunito Bold"/>
                </a:rPr>
                <a:t> DZ » (hackers algériens) via </a:t>
              </a:r>
              <a:r>
                <a:rPr lang="fr-FR" sz="999" b="1" dirty="0" err="1">
                  <a:solidFill>
                    <a:srgbClr val="FFFFFF"/>
                  </a:solidFill>
                  <a:latin typeface="Nunito Bold"/>
                  <a:ea typeface="Nunito Bold"/>
                  <a:cs typeface="Nunito Bold"/>
                  <a:sym typeface="Nunito Bold"/>
                </a:rPr>
                <a:t>Telegram</a:t>
              </a:r>
              <a:endParaRPr lang="en-US" sz="999" b="1" dirty="0">
                <a:solidFill>
                  <a:srgbClr val="FFFFFF"/>
                </a:solidFill>
                <a:latin typeface="Nunito Bold"/>
                <a:ea typeface="Nunito Bold"/>
                <a:cs typeface="Nunito Bold"/>
                <a:sym typeface="Nunito Bold"/>
              </a:endParaRPr>
            </a:p>
          </p:txBody>
        </p:sp>
      </p:grpSp>
      <p:pic>
        <p:nvPicPr>
          <p:cNvPr id="31" name="Picture 30">
            <a:extLst>
              <a:ext uri="{FF2B5EF4-FFF2-40B4-BE49-F238E27FC236}">
                <a16:creationId xmlns:a16="http://schemas.microsoft.com/office/drawing/2014/main" id="{58F4184B-8274-49B6-A48E-87960DA10A3A}"/>
              </a:ext>
            </a:extLst>
          </p:cNvPr>
          <p:cNvPicPr>
            <a:picLocks noChangeAspect="1"/>
          </p:cNvPicPr>
          <p:nvPr/>
        </p:nvPicPr>
        <p:blipFill>
          <a:blip r:embed="rId4"/>
          <a:stretch>
            <a:fillRect/>
          </a:stretch>
        </p:blipFill>
        <p:spPr>
          <a:xfrm>
            <a:off x="-117810" y="3424992"/>
            <a:ext cx="9379620" cy="1707022"/>
          </a:xfrm>
          <a:prstGeom prst="rect">
            <a:avLst/>
          </a:prstGeom>
        </p:spPr>
      </p:pic>
      <p:sp>
        <p:nvSpPr>
          <p:cNvPr id="33" name="Google Shape;1560;p56">
            <a:extLst>
              <a:ext uri="{FF2B5EF4-FFF2-40B4-BE49-F238E27FC236}">
                <a16:creationId xmlns:a16="http://schemas.microsoft.com/office/drawing/2014/main" id="{6C297655-4480-4B42-A82D-2C905384E5B3}"/>
              </a:ext>
            </a:extLst>
          </p:cNvPr>
          <p:cNvSpPr txBox="1">
            <a:spLocks/>
          </p:cNvSpPr>
          <p:nvPr/>
        </p:nvSpPr>
        <p:spPr>
          <a:xfrm>
            <a:off x="3149026" y="1066376"/>
            <a:ext cx="5067300" cy="310404"/>
          </a:xfrm>
          <a:prstGeom prst="rect">
            <a:avLst/>
          </a:prstGeom>
          <a:noFill/>
          <a:ln>
            <a:noFill/>
          </a:ln>
        </p:spPr>
        <p:txBody>
          <a:bodyPr spcFirstLastPara="1" wrap="square" lIns="45000" tIns="45713" rIns="45000" bIns="45713"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500"/>
              <a:buFont typeface="Montserrat Black"/>
              <a:buNone/>
              <a:defRPr sz="3500" b="0" i="0" u="none" strike="noStrike" cap="none">
                <a:solidFill>
                  <a:schemeClr val="lt1"/>
                </a:solidFill>
                <a:latin typeface="Montserrat Black"/>
                <a:ea typeface="Montserrat Black"/>
                <a:cs typeface="Montserrat Black"/>
                <a:sym typeface="Montserrat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lvl="0" algn="l">
              <a:buClr>
                <a:srgbClr val="005D77"/>
              </a:buClr>
            </a:pPr>
            <a:r>
              <a:rPr lang="fr-FR" sz="900" dirty="0">
                <a:solidFill>
                  <a:srgbClr val="D9F1FF"/>
                </a:solidFill>
                <a:latin typeface="Montserrat Medium" panose="00000600000000000000" pitchFamily="2" charset="0"/>
              </a:rPr>
              <a:t> </a:t>
            </a:r>
            <a:r>
              <a:rPr lang="fr-FR" sz="1600" dirty="0">
                <a:solidFill>
                  <a:srgbClr val="D9F1FF"/>
                </a:solidFill>
                <a:latin typeface="Montserrat Medium" panose="00000600000000000000" pitchFamily="2" charset="0"/>
              </a:rPr>
              <a:t>Contexte Général – La cybersécurité aujourd'hui</a:t>
            </a:r>
            <a:br>
              <a:rPr lang="fr-FR" sz="900" dirty="0">
                <a:solidFill>
                  <a:srgbClr val="D9F1FF"/>
                </a:solidFill>
                <a:latin typeface="Montserrat Medium" panose="00000600000000000000" pitchFamily="2" charset="0"/>
              </a:rPr>
            </a:br>
            <a:br>
              <a:rPr lang="fr-FR" sz="1750" dirty="0">
                <a:solidFill>
                  <a:srgbClr val="FFFFFF"/>
                </a:solidFill>
                <a:latin typeface="Montserrat Medium" panose="00000600000000000000" pitchFamily="2" charset="0"/>
              </a:rPr>
            </a:br>
            <a:endParaRPr lang="fr-FR" sz="1750" dirty="0">
              <a:solidFill>
                <a:srgbClr val="005D77"/>
              </a:solidFill>
            </a:endParaRPr>
          </a:p>
        </p:txBody>
      </p:sp>
      <p:sp>
        <p:nvSpPr>
          <p:cNvPr id="30" name="Freeform 4">
            <a:extLst>
              <a:ext uri="{FF2B5EF4-FFF2-40B4-BE49-F238E27FC236}">
                <a16:creationId xmlns:a16="http://schemas.microsoft.com/office/drawing/2014/main" id="{74270560-8846-4122-95E3-2C582C50C8EA}"/>
              </a:ext>
            </a:extLst>
          </p:cNvPr>
          <p:cNvSpPr/>
          <p:nvPr/>
        </p:nvSpPr>
        <p:spPr>
          <a:xfrm>
            <a:off x="3944083" y="1808477"/>
            <a:ext cx="2158626" cy="1101178"/>
          </a:xfrm>
          <a:custGeom>
            <a:avLst/>
            <a:gdLst/>
            <a:ahLst/>
            <a:cxnLst/>
            <a:rect l="l" t="t" r="r" b="b"/>
            <a:pathLst>
              <a:path w="1137054" h="580044">
                <a:moveTo>
                  <a:pt x="52004" y="0"/>
                </a:moveTo>
                <a:lnTo>
                  <a:pt x="1085050" y="0"/>
                </a:lnTo>
                <a:cubicBezTo>
                  <a:pt x="1098842" y="0"/>
                  <a:pt x="1112070" y="5479"/>
                  <a:pt x="1121822" y="15232"/>
                </a:cubicBezTo>
                <a:cubicBezTo>
                  <a:pt x="1131575" y="24984"/>
                  <a:pt x="1137054" y="38212"/>
                  <a:pt x="1137054" y="52004"/>
                </a:cubicBezTo>
                <a:lnTo>
                  <a:pt x="1137054" y="528040"/>
                </a:lnTo>
                <a:cubicBezTo>
                  <a:pt x="1137054" y="556761"/>
                  <a:pt x="1113771" y="580044"/>
                  <a:pt x="1085050" y="580044"/>
                </a:cubicBezTo>
                <a:lnTo>
                  <a:pt x="52004" y="580044"/>
                </a:lnTo>
                <a:cubicBezTo>
                  <a:pt x="23283" y="580044"/>
                  <a:pt x="0" y="556761"/>
                  <a:pt x="0" y="528040"/>
                </a:cubicBezTo>
                <a:lnTo>
                  <a:pt x="0" y="52004"/>
                </a:lnTo>
                <a:cubicBezTo>
                  <a:pt x="0" y="23283"/>
                  <a:pt x="23283" y="0"/>
                  <a:pt x="52004" y="0"/>
                </a:cubicBezTo>
                <a:close/>
              </a:path>
            </a:pathLst>
          </a:custGeom>
          <a:solidFill>
            <a:srgbClr val="0070C0"/>
          </a:solidFill>
        </p:spPr>
        <p:txBody>
          <a:bodyPr/>
          <a:lstStyle/>
          <a:p>
            <a:pPr algn="ctr"/>
            <a:endParaRPr lang="fr-FR" sz="1000" b="1" dirty="0">
              <a:latin typeface="Nunito Bold" panose="020B0604020202020204" charset="0"/>
            </a:endParaRPr>
          </a:p>
          <a:p>
            <a:pPr algn="ctr"/>
            <a:r>
              <a:rPr lang="fr-FR" sz="1000" b="1" dirty="0">
                <a:solidFill>
                  <a:schemeClr val="accent5"/>
                </a:solidFill>
                <a:latin typeface="Nunito Bold" panose="020B0604020202020204" charset="0"/>
              </a:rPr>
              <a:t>2 millions de dossiers exposés</a:t>
            </a:r>
          </a:p>
          <a:p>
            <a:pPr algn="ctr"/>
            <a:r>
              <a:rPr lang="fr-FR" sz="1000" b="1" dirty="0">
                <a:solidFill>
                  <a:schemeClr val="accent5"/>
                </a:solidFill>
                <a:latin typeface="Nunito Bold" panose="020B0604020202020204" charset="0"/>
              </a:rPr>
              <a:t> (identité, coordonnées bancaires, salaires)</a:t>
            </a:r>
          </a:p>
          <a:p>
            <a:endParaRPr lang="fr-FR" sz="700" dirty="0"/>
          </a:p>
        </p:txBody>
      </p:sp>
    </p:spTree>
    <p:extLst>
      <p:ext uri="{BB962C8B-B14F-4D97-AF65-F5344CB8AC3E}">
        <p14:creationId xmlns:p14="http://schemas.microsoft.com/office/powerpoint/2010/main" val="351298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ppt_x"/>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descr="Timeline Placeholder ">
            <a:extLst>
              <a:ext uri="{FF2B5EF4-FFF2-40B4-BE49-F238E27FC236}">
                <a16:creationId xmlns:a16="http://schemas.microsoft.com/office/drawing/2014/main" id="{807F394C-60A7-06EC-7F84-5F57E6E467D1}"/>
              </a:ext>
            </a:extLst>
          </p:cNvPr>
          <p:cNvGraphicFramePr>
            <a:graphicFrameLocks noGrp="1"/>
          </p:cNvGraphicFramePr>
          <p:nvPr>
            <p:ph type="dgm" sz="quarter" idx="15"/>
          </p:nvPr>
        </p:nvGraphicFramePr>
        <p:xfrm>
          <a:off x="459582" y="1454944"/>
          <a:ext cx="8227219" cy="3180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2EB8E247-AE32-4392-B081-10425614E848}"/>
              </a:ext>
            </a:extLst>
          </p:cNvPr>
          <p:cNvSpPr/>
          <p:nvPr/>
        </p:nvSpPr>
        <p:spPr>
          <a:xfrm>
            <a:off x="3007186" y="1147167"/>
            <a:ext cx="5647700" cy="307777"/>
          </a:xfrm>
          <a:prstGeom prst="rect">
            <a:avLst/>
          </a:prstGeom>
        </p:spPr>
        <p:txBody>
          <a:bodyPr wrap="none">
            <a:spAutoFit/>
          </a:bodyPr>
          <a:lstStyle/>
          <a:p>
            <a:r>
              <a:rPr lang="fr-FR" dirty="0">
                <a:solidFill>
                  <a:srgbClr val="D9F1FF"/>
                </a:solidFill>
                <a:latin typeface="Montserrat Medium" panose="00000600000000000000" pitchFamily="2" charset="0"/>
              </a:rPr>
              <a:t>Conséquences cybersécurité de la cyberattaque d’avril 2025</a:t>
            </a:r>
            <a:endParaRPr lang="fr-FR" dirty="0"/>
          </a:p>
        </p:txBody>
      </p:sp>
    </p:spTree>
    <p:extLst>
      <p:ext uri="{BB962C8B-B14F-4D97-AF65-F5344CB8AC3E}">
        <p14:creationId xmlns:p14="http://schemas.microsoft.com/office/powerpoint/2010/main" val="159211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41" name="TextBox 40"/>
          <p:cNvSpPr txBox="1"/>
          <p:nvPr/>
        </p:nvSpPr>
        <p:spPr>
          <a:xfrm>
            <a:off x="1928952" y="86414"/>
            <a:ext cx="5102359" cy="307777"/>
          </a:xfrm>
          <a:prstGeom prst="rect">
            <a:avLst/>
          </a:prstGeom>
          <a:noFill/>
          <a:ln>
            <a:noFill/>
          </a:ln>
        </p:spPr>
        <p:txBody>
          <a:bodyPr wrap="none" lIns="0" tIns="0" rIns="0" bIns="0" anchor="t">
            <a:spAutoFit/>
          </a:bodyPr>
          <a:lstStyle/>
          <a:p>
            <a:pPr algn="ctr"/>
            <a:r>
              <a:rPr sz="2000" b="1" dirty="0">
                <a:solidFill>
                  <a:schemeClr val="accent2"/>
                </a:solidFill>
                <a:latin typeface="Times New Roman" panose="02020603050405020304" pitchFamily="18" charset="0"/>
                <a:cs typeface="Times New Roman" panose="02020603050405020304" pitchFamily="18" charset="0"/>
              </a:rPr>
              <a:t>Processus du Système de </a:t>
            </a:r>
            <a:r>
              <a:rPr sz="2000" b="1" dirty="0" err="1">
                <a:solidFill>
                  <a:schemeClr val="accent2"/>
                </a:solidFill>
                <a:latin typeface="Times New Roman" panose="02020603050405020304" pitchFamily="18" charset="0"/>
                <a:cs typeface="Times New Roman" panose="02020603050405020304" pitchFamily="18" charset="0"/>
              </a:rPr>
              <a:t>Détection</a:t>
            </a:r>
            <a:r>
              <a:rPr sz="2000" b="1" dirty="0">
                <a:solidFill>
                  <a:schemeClr val="accent2"/>
                </a:solidFill>
                <a:latin typeface="Times New Roman" panose="02020603050405020304" pitchFamily="18" charset="0"/>
                <a:cs typeface="Times New Roman" panose="02020603050405020304" pitchFamily="18" charset="0"/>
              </a:rPr>
              <a:t> </a:t>
            </a:r>
            <a:r>
              <a:rPr sz="2000" b="1" dirty="0" err="1">
                <a:solidFill>
                  <a:schemeClr val="accent2"/>
                </a:solidFill>
                <a:latin typeface="Times New Roman" panose="02020603050405020304" pitchFamily="18" charset="0"/>
                <a:cs typeface="Times New Roman" panose="02020603050405020304" pitchFamily="18" charset="0"/>
              </a:rPr>
              <a:t>d'Intrusion</a:t>
            </a:r>
            <a:endParaRPr sz="2000" b="1" dirty="0">
              <a:solidFill>
                <a:schemeClr val="accent2"/>
              </a:solidFill>
              <a:latin typeface="Times New Roman" panose="02020603050405020304" pitchFamily="18" charset="0"/>
              <a:cs typeface="Times New Roman" panose="02020603050405020304" pitchFamily="18" charset="0"/>
            </a:endParaRPr>
          </a:p>
        </p:txBody>
      </p:sp>
      <p:grpSp>
        <p:nvGrpSpPr>
          <p:cNvPr id="4" name="Group 3"/>
          <p:cNvGrpSpPr/>
          <p:nvPr/>
        </p:nvGrpSpPr>
        <p:grpSpPr>
          <a:xfrm>
            <a:off x="1311335" y="2179175"/>
            <a:ext cx="7087598" cy="1270253"/>
            <a:chOff x="216130" y="2589185"/>
            <a:chExt cx="6911461" cy="1301288"/>
          </a:xfrm>
        </p:grpSpPr>
        <p:sp>
          <p:nvSpPr>
            <p:cNvPr id="2" name="Rounded Rectangle 1"/>
            <p:cNvSpPr/>
            <p:nvPr/>
          </p:nvSpPr>
          <p:spPr>
            <a:xfrm>
              <a:off x="216130" y="2589185"/>
              <a:ext cx="6911461" cy="1301288"/>
            </a:xfrm>
            <a:custGeom>
              <a:avLst/>
              <a:gdLst/>
              <a:ahLst/>
              <a:cxnLst/>
              <a:rect l="0" t="0" r="0" b="0"/>
              <a:pathLst>
                <a:path w="6911461" h="1301288">
                  <a:moveTo>
                    <a:pt x="5899176" y="220633"/>
                  </a:moveTo>
                  <a:lnTo>
                    <a:pt x="6263005" y="220633"/>
                  </a:lnTo>
                  <a:lnTo>
                    <a:pt x="6263005" y="0"/>
                  </a:lnTo>
                  <a:lnTo>
                    <a:pt x="6911461" y="652918"/>
                  </a:lnTo>
                  <a:lnTo>
                    <a:pt x="6263005" y="1301288"/>
                  </a:lnTo>
                  <a:lnTo>
                    <a:pt x="6263005" y="1085157"/>
                  </a:lnTo>
                  <a:lnTo>
                    <a:pt x="5781501" y="1085157"/>
                  </a:lnTo>
                  <a:close/>
                  <a:moveTo>
                    <a:pt x="4701270" y="1085157"/>
                  </a:moveTo>
                  <a:lnTo>
                    <a:pt x="4376984" y="1085157"/>
                  </a:lnTo>
                  <a:lnTo>
                    <a:pt x="4494649" y="220633"/>
                  </a:lnTo>
                  <a:lnTo>
                    <a:pt x="4818944" y="220633"/>
                  </a:lnTo>
                  <a:close/>
                  <a:moveTo>
                    <a:pt x="3296329" y="1085157"/>
                  </a:moveTo>
                  <a:lnTo>
                    <a:pt x="2972403" y="1085157"/>
                  </a:lnTo>
                  <a:lnTo>
                    <a:pt x="3090077" y="220633"/>
                  </a:lnTo>
                  <a:lnTo>
                    <a:pt x="3413994" y="220633"/>
                  </a:lnTo>
                  <a:close/>
                  <a:moveTo>
                    <a:pt x="1891748" y="1085157"/>
                  </a:moveTo>
                  <a:lnTo>
                    <a:pt x="1571739" y="1085157"/>
                  </a:lnTo>
                  <a:lnTo>
                    <a:pt x="1689405" y="220633"/>
                  </a:lnTo>
                  <a:lnTo>
                    <a:pt x="2009423" y="220633"/>
                  </a:lnTo>
                  <a:close/>
                  <a:moveTo>
                    <a:pt x="491081" y="1085157"/>
                  </a:moveTo>
                  <a:lnTo>
                    <a:pt x="0" y="1085157"/>
                  </a:lnTo>
                  <a:lnTo>
                    <a:pt x="0" y="220633"/>
                  </a:lnTo>
                  <a:lnTo>
                    <a:pt x="608753" y="220633"/>
                  </a:lnTo>
                  <a:close/>
                </a:path>
              </a:pathLst>
            </a:custGeom>
            <a:solidFill>
              <a:srgbClr val="EBEBEB"/>
            </a:solidFill>
            <a:ln>
              <a:noFill/>
            </a:ln>
          </p:spPr>
          <p:txBody>
            <a:bodyPr rtlCol="0" anchor="ctr"/>
            <a:lstStyle/>
            <a:p>
              <a:pPr algn="ctr"/>
              <a:endParaRPr sz="1050"/>
            </a:p>
          </p:txBody>
        </p:sp>
        <p:sp>
          <p:nvSpPr>
            <p:cNvPr id="3" name="Rounded Rectangle 2"/>
            <p:cNvSpPr/>
            <p:nvPr/>
          </p:nvSpPr>
          <p:spPr>
            <a:xfrm>
              <a:off x="216130" y="2589185"/>
              <a:ext cx="6911460" cy="1301288"/>
            </a:xfrm>
            <a:custGeom>
              <a:avLst/>
              <a:gdLst/>
              <a:ahLst/>
              <a:cxnLst/>
              <a:rect l="0" t="0" r="0" b="0"/>
              <a:pathLst>
                <a:path w="6911460" h="1301288">
                  <a:moveTo>
                    <a:pt x="5899173" y="220633"/>
                  </a:moveTo>
                  <a:lnTo>
                    <a:pt x="6263009" y="220633"/>
                  </a:lnTo>
                  <a:lnTo>
                    <a:pt x="6263009" y="0"/>
                  </a:lnTo>
                  <a:lnTo>
                    <a:pt x="6911460" y="652918"/>
                  </a:lnTo>
                  <a:lnTo>
                    <a:pt x="6263009" y="1301288"/>
                  </a:lnTo>
                  <a:lnTo>
                    <a:pt x="6263009" y="1085157"/>
                  </a:lnTo>
                  <a:lnTo>
                    <a:pt x="5781501" y="1085157"/>
                  </a:lnTo>
                  <a:close/>
                  <a:moveTo>
                    <a:pt x="4701269" y="1085157"/>
                  </a:moveTo>
                  <a:lnTo>
                    <a:pt x="4376980" y="1085157"/>
                  </a:lnTo>
                  <a:lnTo>
                    <a:pt x="4494652" y="220633"/>
                  </a:lnTo>
                  <a:lnTo>
                    <a:pt x="4818940" y="220633"/>
                  </a:lnTo>
                  <a:close/>
                  <a:moveTo>
                    <a:pt x="3296325" y="1085157"/>
                  </a:moveTo>
                  <a:lnTo>
                    <a:pt x="2972403" y="1085157"/>
                  </a:lnTo>
                  <a:lnTo>
                    <a:pt x="3090074" y="220633"/>
                  </a:lnTo>
                  <a:lnTo>
                    <a:pt x="3413997" y="220633"/>
                  </a:lnTo>
                  <a:close/>
                  <a:moveTo>
                    <a:pt x="1891748" y="1085157"/>
                  </a:moveTo>
                  <a:lnTo>
                    <a:pt x="1571736" y="1085157"/>
                  </a:lnTo>
                  <a:lnTo>
                    <a:pt x="1689407" y="220633"/>
                  </a:lnTo>
                  <a:lnTo>
                    <a:pt x="2009420" y="220633"/>
                  </a:lnTo>
                  <a:close/>
                  <a:moveTo>
                    <a:pt x="491081" y="1085157"/>
                  </a:moveTo>
                  <a:lnTo>
                    <a:pt x="0" y="1085157"/>
                  </a:lnTo>
                  <a:lnTo>
                    <a:pt x="0" y="220633"/>
                  </a:lnTo>
                  <a:lnTo>
                    <a:pt x="608753" y="220633"/>
                  </a:lnTo>
                  <a:close/>
                </a:path>
              </a:pathLst>
            </a:custGeom>
            <a:noFill/>
            <a:ln w="13507">
              <a:solidFill>
                <a:srgbClr val="FFFFFF"/>
              </a:solidFill>
            </a:ln>
          </p:spPr>
          <p:txBody>
            <a:bodyPr rtlCol="0" anchor="ctr"/>
            <a:lstStyle/>
            <a:p>
              <a:pPr algn="ctr"/>
              <a:endParaRPr sz="1050"/>
            </a:p>
          </p:txBody>
        </p:sp>
      </p:grpSp>
      <p:grpSp>
        <p:nvGrpSpPr>
          <p:cNvPr id="11" name="Group 10"/>
          <p:cNvGrpSpPr/>
          <p:nvPr/>
        </p:nvGrpSpPr>
        <p:grpSpPr>
          <a:xfrm>
            <a:off x="1532974" y="2077968"/>
            <a:ext cx="1773111" cy="1582322"/>
            <a:chOff x="432261" y="2485505"/>
            <a:chExt cx="1729048" cy="1620981"/>
          </a:xfrm>
        </p:grpSpPr>
        <p:sp>
          <p:nvSpPr>
            <p:cNvPr id="5" name="Rounded Rectangle 4"/>
            <p:cNvSpPr/>
            <p:nvPr/>
          </p:nvSpPr>
          <p:spPr>
            <a:xfrm>
              <a:off x="648392"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solidFill>
              <a:srgbClr val="DCE9FF"/>
            </a:solidFill>
            <a:ln>
              <a:noFill/>
            </a:ln>
          </p:spPr>
          <p:txBody>
            <a:bodyPr rtlCol="0" anchor="ctr"/>
            <a:lstStyle/>
            <a:p>
              <a:pPr algn="ctr"/>
              <a:endParaRPr sz="1050"/>
            </a:p>
          </p:txBody>
        </p:sp>
        <p:sp>
          <p:nvSpPr>
            <p:cNvPr id="6" name="Rounded Rectangle 5"/>
            <p:cNvSpPr/>
            <p:nvPr/>
          </p:nvSpPr>
          <p:spPr>
            <a:xfrm>
              <a:off x="1905514" y="2485505"/>
              <a:ext cx="255795" cy="324196"/>
            </a:xfrm>
            <a:custGeom>
              <a:avLst/>
              <a:gdLst/>
              <a:ahLst/>
              <a:cxnLst/>
              <a:rect l="0" t="0" r="0" b="0"/>
              <a:pathLst>
                <a:path w="255795" h="324196">
                  <a:moveTo>
                    <a:pt x="255795" y="324196"/>
                  </a:moveTo>
                  <a:lnTo>
                    <a:pt x="0" y="324196"/>
                  </a:lnTo>
                  <a:lnTo>
                    <a:pt x="44167" y="0"/>
                  </a:lnTo>
                  <a:close/>
                </a:path>
              </a:pathLst>
            </a:custGeom>
            <a:solidFill>
              <a:srgbClr val="DCE9FF"/>
            </a:solidFill>
            <a:ln>
              <a:noFill/>
            </a:ln>
          </p:spPr>
          <p:txBody>
            <a:bodyPr rtlCol="0" anchor="ctr"/>
            <a:lstStyle/>
            <a:p>
              <a:pPr algn="ctr"/>
              <a:endParaRPr sz="1050"/>
            </a:p>
          </p:txBody>
        </p:sp>
        <p:sp>
          <p:nvSpPr>
            <p:cNvPr id="7" name="Rounded Rectangle 6"/>
            <p:cNvSpPr/>
            <p:nvPr/>
          </p:nvSpPr>
          <p:spPr>
            <a:xfrm>
              <a:off x="432261" y="3674225"/>
              <a:ext cx="274666" cy="432261"/>
            </a:xfrm>
            <a:custGeom>
              <a:avLst/>
              <a:gdLst/>
              <a:ahLst/>
              <a:cxnLst/>
              <a:rect l="0" t="0" r="0" b="0"/>
              <a:pathLst>
                <a:path w="274666" h="432261">
                  <a:moveTo>
                    <a:pt x="274666" y="0"/>
                  </a:moveTo>
                  <a:lnTo>
                    <a:pt x="216130" y="432261"/>
                  </a:lnTo>
                  <a:lnTo>
                    <a:pt x="0" y="0"/>
                  </a:lnTo>
                  <a:close/>
                </a:path>
              </a:pathLst>
            </a:custGeom>
            <a:solidFill>
              <a:srgbClr val="DCE9FF"/>
            </a:solidFill>
            <a:ln>
              <a:noFill/>
            </a:ln>
          </p:spPr>
          <p:txBody>
            <a:bodyPr rtlCol="0" anchor="ctr"/>
            <a:lstStyle/>
            <a:p>
              <a:pPr algn="ctr"/>
              <a:endParaRPr sz="1050"/>
            </a:p>
          </p:txBody>
        </p:sp>
        <p:sp>
          <p:nvSpPr>
            <p:cNvPr id="8" name="Rounded Rectangle 7"/>
            <p:cNvSpPr/>
            <p:nvPr/>
          </p:nvSpPr>
          <p:spPr>
            <a:xfrm>
              <a:off x="648392"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noFill/>
            <a:ln w="13507">
              <a:solidFill>
                <a:srgbClr val="FFFFFF"/>
              </a:solidFill>
            </a:ln>
          </p:spPr>
          <p:txBody>
            <a:bodyPr rtlCol="0" anchor="ctr"/>
            <a:lstStyle/>
            <a:p>
              <a:pPr algn="ctr"/>
              <a:endParaRPr sz="1050"/>
            </a:p>
          </p:txBody>
        </p:sp>
        <p:sp>
          <p:nvSpPr>
            <p:cNvPr id="9" name="Rounded Rectangle 8"/>
            <p:cNvSpPr/>
            <p:nvPr/>
          </p:nvSpPr>
          <p:spPr>
            <a:xfrm>
              <a:off x="1905514" y="2485505"/>
              <a:ext cx="255795" cy="324196"/>
            </a:xfrm>
            <a:custGeom>
              <a:avLst/>
              <a:gdLst/>
              <a:ahLst/>
              <a:cxnLst/>
              <a:rect l="0" t="0" r="0" b="0"/>
              <a:pathLst>
                <a:path w="255795" h="324196">
                  <a:moveTo>
                    <a:pt x="255795" y="324196"/>
                  </a:moveTo>
                  <a:lnTo>
                    <a:pt x="0" y="324196"/>
                  </a:lnTo>
                  <a:lnTo>
                    <a:pt x="44167" y="0"/>
                  </a:lnTo>
                  <a:close/>
                </a:path>
              </a:pathLst>
            </a:custGeom>
            <a:noFill/>
            <a:ln w="13507">
              <a:solidFill>
                <a:srgbClr val="FFFFFF"/>
              </a:solidFill>
            </a:ln>
          </p:spPr>
          <p:txBody>
            <a:bodyPr rtlCol="0" anchor="ctr"/>
            <a:lstStyle/>
            <a:p>
              <a:pPr algn="ctr"/>
              <a:endParaRPr sz="1050"/>
            </a:p>
          </p:txBody>
        </p:sp>
        <p:sp>
          <p:nvSpPr>
            <p:cNvPr id="10" name="Rounded Rectangle 9"/>
            <p:cNvSpPr/>
            <p:nvPr/>
          </p:nvSpPr>
          <p:spPr>
            <a:xfrm>
              <a:off x="432261" y="3674225"/>
              <a:ext cx="274666" cy="432261"/>
            </a:xfrm>
            <a:custGeom>
              <a:avLst/>
              <a:gdLst/>
              <a:ahLst/>
              <a:cxnLst/>
              <a:rect l="0" t="0" r="0" b="0"/>
              <a:pathLst>
                <a:path w="274666" h="432261">
                  <a:moveTo>
                    <a:pt x="274666" y="0"/>
                  </a:moveTo>
                  <a:lnTo>
                    <a:pt x="216130" y="432261"/>
                  </a:lnTo>
                  <a:lnTo>
                    <a:pt x="0" y="0"/>
                  </a:lnTo>
                  <a:close/>
                </a:path>
              </a:pathLst>
            </a:custGeom>
            <a:noFill/>
            <a:ln w="13507">
              <a:solidFill>
                <a:srgbClr val="FFFFFF"/>
              </a:solidFill>
            </a:ln>
          </p:spPr>
          <p:txBody>
            <a:bodyPr rtlCol="0" anchor="ctr"/>
            <a:lstStyle/>
            <a:p>
              <a:pPr algn="ctr"/>
              <a:endParaRPr sz="1050"/>
            </a:p>
          </p:txBody>
        </p:sp>
      </p:grpSp>
      <p:grpSp>
        <p:nvGrpSpPr>
          <p:cNvPr id="18" name="Group 17"/>
          <p:cNvGrpSpPr/>
          <p:nvPr/>
        </p:nvGrpSpPr>
        <p:grpSpPr>
          <a:xfrm>
            <a:off x="2969335" y="2077968"/>
            <a:ext cx="1773111" cy="1582322"/>
            <a:chOff x="1832925" y="2485505"/>
            <a:chExt cx="1729047" cy="1620981"/>
          </a:xfrm>
        </p:grpSpPr>
        <p:sp>
          <p:nvSpPr>
            <p:cNvPr id="12" name="Rounded Rectangle 11"/>
            <p:cNvSpPr/>
            <p:nvPr/>
          </p:nvSpPr>
          <p:spPr>
            <a:xfrm>
              <a:off x="2049056"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solidFill>
              <a:srgbClr val="D1F4FF"/>
            </a:solidFill>
            <a:ln>
              <a:noFill/>
            </a:ln>
          </p:spPr>
          <p:txBody>
            <a:bodyPr rtlCol="0" anchor="ctr"/>
            <a:lstStyle/>
            <a:p>
              <a:pPr algn="ctr"/>
              <a:endParaRPr sz="1050"/>
            </a:p>
          </p:txBody>
        </p:sp>
        <p:sp>
          <p:nvSpPr>
            <p:cNvPr id="13" name="Rounded Rectangle 12"/>
            <p:cNvSpPr/>
            <p:nvPr/>
          </p:nvSpPr>
          <p:spPr>
            <a:xfrm>
              <a:off x="3306177" y="2485505"/>
              <a:ext cx="255795" cy="324196"/>
            </a:xfrm>
            <a:custGeom>
              <a:avLst/>
              <a:gdLst/>
              <a:ahLst/>
              <a:cxnLst/>
              <a:rect l="0" t="0" r="0" b="0"/>
              <a:pathLst>
                <a:path w="255795" h="324196">
                  <a:moveTo>
                    <a:pt x="255795" y="324196"/>
                  </a:moveTo>
                  <a:lnTo>
                    <a:pt x="0" y="324196"/>
                  </a:lnTo>
                  <a:lnTo>
                    <a:pt x="44167" y="0"/>
                  </a:lnTo>
                  <a:close/>
                </a:path>
              </a:pathLst>
            </a:custGeom>
            <a:solidFill>
              <a:srgbClr val="D1F4FF"/>
            </a:solidFill>
            <a:ln>
              <a:noFill/>
            </a:ln>
          </p:spPr>
          <p:txBody>
            <a:bodyPr rtlCol="0" anchor="ctr"/>
            <a:lstStyle/>
            <a:p>
              <a:pPr algn="ctr"/>
              <a:endParaRPr sz="1050"/>
            </a:p>
          </p:txBody>
        </p:sp>
        <p:sp>
          <p:nvSpPr>
            <p:cNvPr id="14" name="Rounded Rectangle 13"/>
            <p:cNvSpPr/>
            <p:nvPr/>
          </p:nvSpPr>
          <p:spPr>
            <a:xfrm>
              <a:off x="1832925" y="3674225"/>
              <a:ext cx="274666" cy="432261"/>
            </a:xfrm>
            <a:custGeom>
              <a:avLst/>
              <a:gdLst/>
              <a:ahLst/>
              <a:cxnLst/>
              <a:rect l="0" t="0" r="0" b="0"/>
              <a:pathLst>
                <a:path w="274666" h="432261">
                  <a:moveTo>
                    <a:pt x="274666" y="0"/>
                  </a:moveTo>
                  <a:lnTo>
                    <a:pt x="216130" y="432261"/>
                  </a:lnTo>
                  <a:lnTo>
                    <a:pt x="0" y="0"/>
                  </a:lnTo>
                  <a:close/>
                </a:path>
              </a:pathLst>
            </a:custGeom>
            <a:solidFill>
              <a:srgbClr val="D1F4FF"/>
            </a:solidFill>
            <a:ln>
              <a:noFill/>
            </a:ln>
          </p:spPr>
          <p:txBody>
            <a:bodyPr rtlCol="0" anchor="ctr"/>
            <a:lstStyle/>
            <a:p>
              <a:pPr algn="ctr"/>
              <a:endParaRPr sz="1050"/>
            </a:p>
          </p:txBody>
        </p:sp>
        <p:sp>
          <p:nvSpPr>
            <p:cNvPr id="15" name="Rounded Rectangle 14"/>
            <p:cNvSpPr/>
            <p:nvPr/>
          </p:nvSpPr>
          <p:spPr>
            <a:xfrm>
              <a:off x="2049056"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noFill/>
            <a:ln w="13507">
              <a:solidFill>
                <a:srgbClr val="FFFFFF"/>
              </a:solidFill>
            </a:ln>
          </p:spPr>
          <p:txBody>
            <a:bodyPr rtlCol="0" anchor="ctr"/>
            <a:lstStyle/>
            <a:p>
              <a:pPr algn="ctr"/>
              <a:endParaRPr sz="1050"/>
            </a:p>
          </p:txBody>
        </p:sp>
        <p:sp>
          <p:nvSpPr>
            <p:cNvPr id="16" name="Rounded Rectangle 15"/>
            <p:cNvSpPr/>
            <p:nvPr/>
          </p:nvSpPr>
          <p:spPr>
            <a:xfrm>
              <a:off x="3306177" y="2485505"/>
              <a:ext cx="255795" cy="324196"/>
            </a:xfrm>
            <a:custGeom>
              <a:avLst/>
              <a:gdLst/>
              <a:ahLst/>
              <a:cxnLst/>
              <a:rect l="0" t="0" r="0" b="0"/>
              <a:pathLst>
                <a:path w="255795" h="324196">
                  <a:moveTo>
                    <a:pt x="255795" y="324196"/>
                  </a:moveTo>
                  <a:lnTo>
                    <a:pt x="0" y="324196"/>
                  </a:lnTo>
                  <a:lnTo>
                    <a:pt x="44167" y="0"/>
                  </a:lnTo>
                  <a:close/>
                </a:path>
              </a:pathLst>
            </a:custGeom>
            <a:noFill/>
            <a:ln w="13507">
              <a:solidFill>
                <a:srgbClr val="FFFFFF"/>
              </a:solidFill>
            </a:ln>
          </p:spPr>
          <p:txBody>
            <a:bodyPr rtlCol="0" anchor="ctr"/>
            <a:lstStyle/>
            <a:p>
              <a:pPr algn="ctr"/>
              <a:endParaRPr sz="1050"/>
            </a:p>
          </p:txBody>
        </p:sp>
        <p:sp>
          <p:nvSpPr>
            <p:cNvPr id="17" name="Rounded Rectangle 16"/>
            <p:cNvSpPr/>
            <p:nvPr/>
          </p:nvSpPr>
          <p:spPr>
            <a:xfrm>
              <a:off x="1832925" y="3674225"/>
              <a:ext cx="274666" cy="432261"/>
            </a:xfrm>
            <a:custGeom>
              <a:avLst/>
              <a:gdLst/>
              <a:ahLst/>
              <a:cxnLst/>
              <a:rect l="0" t="0" r="0" b="0"/>
              <a:pathLst>
                <a:path w="274666" h="432261">
                  <a:moveTo>
                    <a:pt x="274666" y="0"/>
                  </a:moveTo>
                  <a:lnTo>
                    <a:pt x="216130" y="432261"/>
                  </a:lnTo>
                  <a:lnTo>
                    <a:pt x="0" y="0"/>
                  </a:lnTo>
                  <a:close/>
                </a:path>
              </a:pathLst>
            </a:custGeom>
            <a:noFill/>
            <a:ln w="13507">
              <a:solidFill>
                <a:srgbClr val="FFFFFF"/>
              </a:solidFill>
            </a:ln>
          </p:spPr>
          <p:txBody>
            <a:bodyPr rtlCol="0" anchor="ctr"/>
            <a:lstStyle/>
            <a:p>
              <a:pPr algn="ctr"/>
              <a:endParaRPr sz="1050"/>
            </a:p>
          </p:txBody>
        </p:sp>
      </p:grpSp>
      <p:grpSp>
        <p:nvGrpSpPr>
          <p:cNvPr id="25" name="Group 24"/>
          <p:cNvGrpSpPr/>
          <p:nvPr/>
        </p:nvGrpSpPr>
        <p:grpSpPr>
          <a:xfrm>
            <a:off x="4409700" y="2077968"/>
            <a:ext cx="1773111" cy="1582322"/>
            <a:chOff x="3237496" y="2485505"/>
            <a:chExt cx="1729048" cy="1620981"/>
          </a:xfrm>
        </p:grpSpPr>
        <p:sp>
          <p:nvSpPr>
            <p:cNvPr id="19" name="Rounded Rectangle 18"/>
            <p:cNvSpPr/>
            <p:nvPr/>
          </p:nvSpPr>
          <p:spPr>
            <a:xfrm>
              <a:off x="3453627"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solidFill>
              <a:srgbClr val="C8FFE5"/>
            </a:solidFill>
            <a:ln>
              <a:noFill/>
            </a:ln>
          </p:spPr>
          <p:txBody>
            <a:bodyPr rtlCol="0" anchor="ctr"/>
            <a:lstStyle/>
            <a:p>
              <a:pPr algn="ctr"/>
              <a:endParaRPr sz="1050" dirty="0"/>
            </a:p>
          </p:txBody>
        </p:sp>
        <p:sp>
          <p:nvSpPr>
            <p:cNvPr id="20" name="Rounded Rectangle 19"/>
            <p:cNvSpPr/>
            <p:nvPr/>
          </p:nvSpPr>
          <p:spPr>
            <a:xfrm>
              <a:off x="4710749" y="2485505"/>
              <a:ext cx="255795" cy="324196"/>
            </a:xfrm>
            <a:custGeom>
              <a:avLst/>
              <a:gdLst/>
              <a:ahLst/>
              <a:cxnLst/>
              <a:rect l="0" t="0" r="0" b="0"/>
              <a:pathLst>
                <a:path w="255795" h="324196">
                  <a:moveTo>
                    <a:pt x="255795" y="324196"/>
                  </a:moveTo>
                  <a:lnTo>
                    <a:pt x="0" y="324196"/>
                  </a:lnTo>
                  <a:lnTo>
                    <a:pt x="44167" y="0"/>
                  </a:lnTo>
                  <a:close/>
                </a:path>
              </a:pathLst>
            </a:custGeom>
            <a:solidFill>
              <a:srgbClr val="C8FFE5"/>
            </a:solidFill>
            <a:ln>
              <a:noFill/>
            </a:ln>
          </p:spPr>
          <p:txBody>
            <a:bodyPr rtlCol="0" anchor="ctr"/>
            <a:lstStyle/>
            <a:p>
              <a:pPr algn="ctr"/>
              <a:endParaRPr sz="1050"/>
            </a:p>
          </p:txBody>
        </p:sp>
        <p:sp>
          <p:nvSpPr>
            <p:cNvPr id="21" name="Rounded Rectangle 20"/>
            <p:cNvSpPr/>
            <p:nvPr/>
          </p:nvSpPr>
          <p:spPr>
            <a:xfrm>
              <a:off x="3237496" y="3674225"/>
              <a:ext cx="274666" cy="432261"/>
            </a:xfrm>
            <a:custGeom>
              <a:avLst/>
              <a:gdLst/>
              <a:ahLst/>
              <a:cxnLst/>
              <a:rect l="0" t="0" r="0" b="0"/>
              <a:pathLst>
                <a:path w="274666" h="432261">
                  <a:moveTo>
                    <a:pt x="274666" y="0"/>
                  </a:moveTo>
                  <a:lnTo>
                    <a:pt x="216130" y="432261"/>
                  </a:lnTo>
                  <a:lnTo>
                    <a:pt x="0" y="0"/>
                  </a:lnTo>
                  <a:close/>
                </a:path>
              </a:pathLst>
            </a:custGeom>
            <a:solidFill>
              <a:srgbClr val="C8FFE5"/>
            </a:solidFill>
            <a:ln>
              <a:noFill/>
            </a:ln>
          </p:spPr>
          <p:txBody>
            <a:bodyPr rtlCol="0" anchor="ctr"/>
            <a:lstStyle/>
            <a:p>
              <a:pPr algn="ctr"/>
              <a:endParaRPr sz="1050"/>
            </a:p>
          </p:txBody>
        </p:sp>
        <p:sp>
          <p:nvSpPr>
            <p:cNvPr id="22" name="Rounded Rectangle 21"/>
            <p:cNvSpPr/>
            <p:nvPr/>
          </p:nvSpPr>
          <p:spPr>
            <a:xfrm>
              <a:off x="3453627"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noFill/>
            <a:ln w="13507">
              <a:solidFill>
                <a:srgbClr val="FFFFFF"/>
              </a:solidFill>
            </a:ln>
          </p:spPr>
          <p:txBody>
            <a:bodyPr rtlCol="0" anchor="ctr"/>
            <a:lstStyle/>
            <a:p>
              <a:pPr algn="ctr"/>
              <a:endParaRPr sz="1050"/>
            </a:p>
          </p:txBody>
        </p:sp>
        <p:sp>
          <p:nvSpPr>
            <p:cNvPr id="23" name="Rounded Rectangle 22"/>
            <p:cNvSpPr/>
            <p:nvPr/>
          </p:nvSpPr>
          <p:spPr>
            <a:xfrm>
              <a:off x="4710749" y="2485505"/>
              <a:ext cx="255795" cy="324196"/>
            </a:xfrm>
            <a:custGeom>
              <a:avLst/>
              <a:gdLst/>
              <a:ahLst/>
              <a:cxnLst/>
              <a:rect l="0" t="0" r="0" b="0"/>
              <a:pathLst>
                <a:path w="255795" h="324196">
                  <a:moveTo>
                    <a:pt x="255795" y="324196"/>
                  </a:moveTo>
                  <a:lnTo>
                    <a:pt x="0" y="324196"/>
                  </a:lnTo>
                  <a:lnTo>
                    <a:pt x="44167" y="0"/>
                  </a:lnTo>
                  <a:close/>
                </a:path>
              </a:pathLst>
            </a:custGeom>
            <a:noFill/>
            <a:ln w="13507">
              <a:solidFill>
                <a:srgbClr val="FFFFFF"/>
              </a:solidFill>
            </a:ln>
          </p:spPr>
          <p:txBody>
            <a:bodyPr rtlCol="0" anchor="ctr"/>
            <a:lstStyle/>
            <a:p>
              <a:pPr algn="ctr"/>
              <a:endParaRPr sz="1050"/>
            </a:p>
          </p:txBody>
        </p:sp>
        <p:sp>
          <p:nvSpPr>
            <p:cNvPr id="24" name="Rounded Rectangle 23"/>
            <p:cNvSpPr/>
            <p:nvPr/>
          </p:nvSpPr>
          <p:spPr>
            <a:xfrm>
              <a:off x="3237496" y="3674225"/>
              <a:ext cx="274666" cy="432261"/>
            </a:xfrm>
            <a:custGeom>
              <a:avLst/>
              <a:gdLst/>
              <a:ahLst/>
              <a:cxnLst/>
              <a:rect l="0" t="0" r="0" b="0"/>
              <a:pathLst>
                <a:path w="274666" h="432261">
                  <a:moveTo>
                    <a:pt x="274666" y="0"/>
                  </a:moveTo>
                  <a:lnTo>
                    <a:pt x="216130" y="432261"/>
                  </a:lnTo>
                  <a:lnTo>
                    <a:pt x="0" y="0"/>
                  </a:lnTo>
                  <a:close/>
                </a:path>
              </a:pathLst>
            </a:custGeom>
            <a:noFill/>
            <a:ln w="13507">
              <a:solidFill>
                <a:srgbClr val="FFFFFF"/>
              </a:solidFill>
            </a:ln>
          </p:spPr>
          <p:txBody>
            <a:bodyPr rtlCol="0" anchor="ctr"/>
            <a:lstStyle/>
            <a:p>
              <a:pPr algn="ctr"/>
              <a:endParaRPr sz="1050"/>
            </a:p>
          </p:txBody>
        </p:sp>
      </p:grpSp>
      <p:grpSp>
        <p:nvGrpSpPr>
          <p:cNvPr id="32" name="Group 31"/>
          <p:cNvGrpSpPr/>
          <p:nvPr/>
        </p:nvGrpSpPr>
        <p:grpSpPr>
          <a:xfrm>
            <a:off x="5850464" y="2077968"/>
            <a:ext cx="1773111" cy="1582322"/>
            <a:chOff x="4642455" y="2485505"/>
            <a:chExt cx="1729048" cy="1620981"/>
          </a:xfrm>
        </p:grpSpPr>
        <p:sp>
          <p:nvSpPr>
            <p:cNvPr id="26" name="Rounded Rectangle 25"/>
            <p:cNvSpPr/>
            <p:nvPr/>
          </p:nvSpPr>
          <p:spPr>
            <a:xfrm>
              <a:off x="4858586"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solidFill>
              <a:srgbClr val="E9FFB9"/>
            </a:solidFill>
            <a:ln>
              <a:noFill/>
            </a:ln>
          </p:spPr>
          <p:txBody>
            <a:bodyPr rtlCol="0" anchor="ctr"/>
            <a:lstStyle/>
            <a:p>
              <a:pPr algn="ctr"/>
              <a:endParaRPr sz="1050"/>
            </a:p>
          </p:txBody>
        </p:sp>
        <p:sp>
          <p:nvSpPr>
            <p:cNvPr id="27" name="Rounded Rectangle 26"/>
            <p:cNvSpPr/>
            <p:nvPr/>
          </p:nvSpPr>
          <p:spPr>
            <a:xfrm>
              <a:off x="6115708" y="2485505"/>
              <a:ext cx="255795" cy="324196"/>
            </a:xfrm>
            <a:custGeom>
              <a:avLst/>
              <a:gdLst/>
              <a:ahLst/>
              <a:cxnLst/>
              <a:rect l="0" t="0" r="0" b="0"/>
              <a:pathLst>
                <a:path w="255795" h="324196">
                  <a:moveTo>
                    <a:pt x="255795" y="324196"/>
                  </a:moveTo>
                  <a:lnTo>
                    <a:pt x="0" y="324196"/>
                  </a:lnTo>
                  <a:lnTo>
                    <a:pt x="44167" y="0"/>
                  </a:lnTo>
                  <a:close/>
                </a:path>
              </a:pathLst>
            </a:custGeom>
            <a:solidFill>
              <a:srgbClr val="E9FFB9"/>
            </a:solidFill>
            <a:ln>
              <a:noFill/>
            </a:ln>
          </p:spPr>
          <p:txBody>
            <a:bodyPr rtlCol="0" anchor="ctr"/>
            <a:lstStyle/>
            <a:p>
              <a:pPr algn="ctr"/>
              <a:endParaRPr sz="1050"/>
            </a:p>
          </p:txBody>
        </p:sp>
        <p:sp>
          <p:nvSpPr>
            <p:cNvPr id="28" name="Rounded Rectangle 27"/>
            <p:cNvSpPr/>
            <p:nvPr/>
          </p:nvSpPr>
          <p:spPr>
            <a:xfrm>
              <a:off x="4642455" y="3674225"/>
              <a:ext cx="274666" cy="432261"/>
            </a:xfrm>
            <a:custGeom>
              <a:avLst/>
              <a:gdLst/>
              <a:ahLst/>
              <a:cxnLst/>
              <a:rect l="0" t="0" r="0" b="0"/>
              <a:pathLst>
                <a:path w="274666" h="432261">
                  <a:moveTo>
                    <a:pt x="274666" y="0"/>
                  </a:moveTo>
                  <a:lnTo>
                    <a:pt x="216130" y="432261"/>
                  </a:lnTo>
                  <a:lnTo>
                    <a:pt x="0" y="0"/>
                  </a:lnTo>
                  <a:close/>
                </a:path>
              </a:pathLst>
            </a:custGeom>
            <a:solidFill>
              <a:srgbClr val="E9FFB9"/>
            </a:solidFill>
            <a:ln>
              <a:noFill/>
            </a:ln>
          </p:spPr>
          <p:txBody>
            <a:bodyPr rtlCol="0" anchor="ctr"/>
            <a:lstStyle/>
            <a:p>
              <a:pPr algn="ctr"/>
              <a:endParaRPr sz="1050"/>
            </a:p>
          </p:txBody>
        </p:sp>
        <p:sp>
          <p:nvSpPr>
            <p:cNvPr id="29" name="Rounded Rectangle 28"/>
            <p:cNvSpPr/>
            <p:nvPr/>
          </p:nvSpPr>
          <p:spPr>
            <a:xfrm>
              <a:off x="4858586" y="2485505"/>
              <a:ext cx="1301288" cy="1620981"/>
            </a:xfrm>
            <a:custGeom>
              <a:avLst/>
              <a:gdLst/>
              <a:ahLst/>
              <a:cxnLst/>
              <a:rect l="0" t="0" r="0" b="0"/>
              <a:pathLst>
                <a:path w="1301288" h="1620981">
                  <a:moveTo>
                    <a:pt x="220633" y="0"/>
                  </a:moveTo>
                  <a:lnTo>
                    <a:pt x="1301288" y="0"/>
                  </a:lnTo>
                  <a:lnTo>
                    <a:pt x="1080654" y="1620981"/>
                  </a:lnTo>
                  <a:lnTo>
                    <a:pt x="0" y="1620981"/>
                  </a:lnTo>
                  <a:close/>
                </a:path>
              </a:pathLst>
            </a:custGeom>
            <a:noFill/>
            <a:ln w="13507">
              <a:solidFill>
                <a:srgbClr val="FFFFFF"/>
              </a:solidFill>
            </a:ln>
          </p:spPr>
          <p:txBody>
            <a:bodyPr rtlCol="0" anchor="ctr"/>
            <a:lstStyle/>
            <a:p>
              <a:pPr algn="ctr"/>
              <a:endParaRPr sz="1050"/>
            </a:p>
          </p:txBody>
        </p:sp>
        <p:sp>
          <p:nvSpPr>
            <p:cNvPr id="30" name="Rounded Rectangle 29"/>
            <p:cNvSpPr/>
            <p:nvPr/>
          </p:nvSpPr>
          <p:spPr>
            <a:xfrm>
              <a:off x="6115708" y="2485505"/>
              <a:ext cx="255795" cy="324196"/>
            </a:xfrm>
            <a:custGeom>
              <a:avLst/>
              <a:gdLst/>
              <a:ahLst/>
              <a:cxnLst/>
              <a:rect l="0" t="0" r="0" b="0"/>
              <a:pathLst>
                <a:path w="255795" h="324196">
                  <a:moveTo>
                    <a:pt x="255795" y="324196"/>
                  </a:moveTo>
                  <a:lnTo>
                    <a:pt x="0" y="324196"/>
                  </a:lnTo>
                  <a:lnTo>
                    <a:pt x="44167" y="0"/>
                  </a:lnTo>
                  <a:close/>
                </a:path>
              </a:pathLst>
            </a:custGeom>
            <a:noFill/>
            <a:ln w="13507">
              <a:solidFill>
                <a:srgbClr val="FFFFFF"/>
              </a:solidFill>
            </a:ln>
          </p:spPr>
          <p:txBody>
            <a:bodyPr rtlCol="0" anchor="ctr"/>
            <a:lstStyle/>
            <a:p>
              <a:pPr algn="ctr"/>
              <a:endParaRPr sz="1050"/>
            </a:p>
          </p:txBody>
        </p:sp>
        <p:sp>
          <p:nvSpPr>
            <p:cNvPr id="31" name="Rounded Rectangle 30"/>
            <p:cNvSpPr/>
            <p:nvPr/>
          </p:nvSpPr>
          <p:spPr>
            <a:xfrm>
              <a:off x="4642455" y="3674225"/>
              <a:ext cx="274666" cy="432261"/>
            </a:xfrm>
            <a:custGeom>
              <a:avLst/>
              <a:gdLst/>
              <a:ahLst/>
              <a:cxnLst/>
              <a:rect l="0" t="0" r="0" b="0"/>
              <a:pathLst>
                <a:path w="274666" h="432261">
                  <a:moveTo>
                    <a:pt x="274666" y="0"/>
                  </a:moveTo>
                  <a:lnTo>
                    <a:pt x="216130" y="432261"/>
                  </a:lnTo>
                  <a:lnTo>
                    <a:pt x="0" y="0"/>
                  </a:lnTo>
                  <a:close/>
                </a:path>
              </a:pathLst>
            </a:custGeom>
            <a:noFill/>
            <a:ln w="13507">
              <a:solidFill>
                <a:srgbClr val="FFFFFF"/>
              </a:solidFill>
            </a:ln>
          </p:spPr>
          <p:txBody>
            <a:bodyPr rtlCol="0" anchor="ctr"/>
            <a:lstStyle/>
            <a:p>
              <a:pPr algn="ctr"/>
              <a:endParaRPr sz="1050"/>
            </a:p>
          </p:txBody>
        </p:sp>
      </p:grpSp>
      <p:grpSp>
        <p:nvGrpSpPr>
          <p:cNvPr id="54" name="Groupe 53">
            <a:extLst>
              <a:ext uri="{FF2B5EF4-FFF2-40B4-BE49-F238E27FC236}">
                <a16:creationId xmlns:a16="http://schemas.microsoft.com/office/drawing/2014/main" id="{C939ACE6-3B8F-5B7D-3950-0383C4824FCA}"/>
              </a:ext>
            </a:extLst>
          </p:cNvPr>
          <p:cNvGrpSpPr/>
          <p:nvPr/>
        </p:nvGrpSpPr>
        <p:grpSpPr>
          <a:xfrm>
            <a:off x="5411656" y="601133"/>
            <a:ext cx="1647230" cy="1476834"/>
            <a:chOff x="5411656" y="601133"/>
            <a:chExt cx="1647230" cy="1476834"/>
          </a:xfrm>
        </p:grpSpPr>
        <p:sp>
          <p:nvSpPr>
            <p:cNvPr id="34" name="Rounded Rectangle 33"/>
            <p:cNvSpPr/>
            <p:nvPr/>
          </p:nvSpPr>
          <p:spPr>
            <a:xfrm>
              <a:off x="5411656" y="601133"/>
              <a:ext cx="9235" cy="1476834"/>
            </a:xfrm>
            <a:custGeom>
              <a:avLst/>
              <a:gdLst/>
              <a:ahLst/>
              <a:cxnLst/>
              <a:rect l="0" t="0" r="0" b="0"/>
              <a:pathLst>
                <a:path w="9005" h="1512916">
                  <a:moveTo>
                    <a:pt x="0" y="0"/>
                  </a:moveTo>
                  <a:lnTo>
                    <a:pt x="0" y="1512916"/>
                  </a:lnTo>
                </a:path>
              </a:pathLst>
            </a:custGeom>
            <a:noFill/>
            <a:ln w="13507">
              <a:solidFill>
                <a:srgbClr val="44E095"/>
              </a:solidFill>
            </a:ln>
          </p:spPr>
          <p:txBody>
            <a:bodyPr rtlCol="0" anchor="ctr"/>
            <a:lstStyle/>
            <a:p>
              <a:pPr algn="ctr"/>
              <a:endParaRPr sz="1050"/>
            </a:p>
          </p:txBody>
        </p:sp>
        <p:sp>
          <p:nvSpPr>
            <p:cNvPr id="37" name="TextBox 36"/>
            <p:cNvSpPr txBox="1"/>
            <p:nvPr/>
          </p:nvSpPr>
          <p:spPr>
            <a:xfrm>
              <a:off x="5540945" y="1059157"/>
              <a:ext cx="1517941" cy="761772"/>
            </a:xfrm>
            <a:prstGeom prst="rect">
              <a:avLst/>
            </a:prstGeom>
            <a:noFill/>
            <a:ln>
              <a:noFill/>
            </a:ln>
          </p:spPr>
          <p:txBody>
            <a:bodyPr wrap="none" lIns="0" tIns="0" rIns="0" bIns="0" anchor="t">
              <a:spAutoFit/>
            </a:bodyPr>
            <a:lstStyle/>
            <a:p>
              <a:pPr algn="l"/>
              <a:r>
                <a:rPr sz="1200" dirty="0">
                  <a:solidFill>
                    <a:schemeClr val="accent5"/>
                  </a:solidFill>
                  <a:latin typeface="Times New Roman" panose="02020603050405020304" pitchFamily="18" charset="0"/>
                  <a:cs typeface="Times New Roman" panose="02020603050405020304" pitchFamily="18" charset="0"/>
                </a:rPr>
                <a:t>Le </a:t>
              </a:r>
              <a:r>
                <a:rPr sz="1200" dirty="0" err="1">
                  <a:solidFill>
                    <a:schemeClr val="accent5"/>
                  </a:solidFill>
                  <a:latin typeface="Times New Roman" panose="02020603050405020304" pitchFamily="18" charset="0"/>
                  <a:cs typeface="Times New Roman" panose="02020603050405020304" pitchFamily="18" charset="0"/>
                </a:rPr>
                <a:t>système</a:t>
              </a:r>
              <a:r>
                <a:rPr sz="1200" dirty="0">
                  <a:solidFill>
                    <a:schemeClr val="accent5"/>
                  </a:solidFill>
                  <a:latin typeface="Times New Roman" panose="02020603050405020304" pitchFamily="18" charset="0"/>
                  <a:cs typeface="Times New Roman" panose="02020603050405020304" pitchFamily="18" charset="0"/>
                </a:rPr>
                <a:t> </a:t>
              </a:r>
              <a:r>
                <a:rPr sz="1200" dirty="0" err="1">
                  <a:solidFill>
                    <a:schemeClr val="accent5"/>
                  </a:solidFill>
                  <a:latin typeface="Times New Roman" panose="02020603050405020304" pitchFamily="18" charset="0"/>
                  <a:cs typeface="Times New Roman" panose="02020603050405020304" pitchFamily="18" charset="0"/>
                </a:rPr>
                <a:t>identifie</a:t>
              </a:r>
              <a:r>
                <a:rPr sz="1200" dirty="0">
                  <a:solidFill>
                    <a:schemeClr val="accent5"/>
                  </a:solidFill>
                  <a:latin typeface="Times New Roman" panose="02020603050405020304" pitchFamily="18" charset="0"/>
                  <a:cs typeface="Times New Roman" panose="02020603050405020304" pitchFamily="18" charset="0"/>
                </a:rPr>
                <a:t> les
</a:t>
              </a:r>
              <a:r>
                <a:rPr sz="1200" dirty="0" err="1">
                  <a:solidFill>
                    <a:schemeClr val="accent5"/>
                  </a:solidFill>
                  <a:latin typeface="Times New Roman" panose="02020603050405020304" pitchFamily="18" charset="0"/>
                  <a:cs typeface="Times New Roman" panose="02020603050405020304" pitchFamily="18" charset="0"/>
                </a:rPr>
                <a:t>comportements</a:t>
              </a:r>
              <a:r>
                <a:rPr sz="1200" dirty="0">
                  <a:solidFill>
                    <a:schemeClr val="accent5"/>
                  </a:solidFill>
                  <a:latin typeface="Times New Roman" panose="02020603050405020304" pitchFamily="18" charset="0"/>
                  <a:cs typeface="Times New Roman" panose="02020603050405020304" pitchFamily="18" charset="0"/>
                </a:rPr>
                <a:t>
</a:t>
              </a:r>
              <a:r>
                <a:rPr sz="1200" dirty="0" err="1">
                  <a:solidFill>
                    <a:schemeClr val="accent5"/>
                  </a:solidFill>
                  <a:latin typeface="Times New Roman" panose="02020603050405020304" pitchFamily="18" charset="0"/>
                  <a:cs typeface="Times New Roman" panose="02020603050405020304" pitchFamily="18" charset="0"/>
                </a:rPr>
                <a:t>anormaux</a:t>
              </a:r>
              <a:r>
                <a:rPr sz="1200" dirty="0">
                  <a:solidFill>
                    <a:schemeClr val="accent5"/>
                  </a:solidFill>
                  <a:latin typeface="Times New Roman" panose="02020603050405020304" pitchFamily="18" charset="0"/>
                  <a:cs typeface="Times New Roman" panose="02020603050405020304" pitchFamily="18" charset="0"/>
                </a:rPr>
                <a:t> </a:t>
              </a:r>
              <a:r>
                <a:rPr sz="1200" dirty="0" err="1">
                  <a:solidFill>
                    <a:schemeClr val="accent5"/>
                  </a:solidFill>
                  <a:latin typeface="Times New Roman" panose="02020603050405020304" pitchFamily="18" charset="0"/>
                  <a:cs typeface="Times New Roman" panose="02020603050405020304" pitchFamily="18" charset="0"/>
                </a:rPr>
                <a:t>ou</a:t>
              </a:r>
              <a:r>
                <a:rPr sz="1200" dirty="0">
                  <a:solidFill>
                    <a:schemeClr val="accent5"/>
                  </a:solidFill>
                  <a:latin typeface="Times New Roman" panose="02020603050405020304" pitchFamily="18" charset="0"/>
                  <a:cs typeface="Times New Roman" panose="02020603050405020304" pitchFamily="18" charset="0"/>
                </a:rPr>
                <a:t> les
violations de </a:t>
              </a:r>
              <a:r>
                <a:rPr sz="1200" dirty="0" err="1">
                  <a:solidFill>
                    <a:schemeClr val="accent5"/>
                  </a:solidFill>
                  <a:latin typeface="Times New Roman" panose="02020603050405020304" pitchFamily="18" charset="0"/>
                  <a:cs typeface="Times New Roman" panose="02020603050405020304" pitchFamily="18" charset="0"/>
                </a:rPr>
                <a:t>sécurité</a:t>
              </a:r>
              <a:r>
                <a:rPr sz="1200" dirty="0">
                  <a:solidFill>
                    <a:schemeClr val="accent5"/>
                  </a:solidFill>
                  <a:latin typeface="Times New Roman" panose="02020603050405020304" pitchFamily="18" charset="0"/>
                  <a:cs typeface="Times New Roman" panose="02020603050405020304" pitchFamily="18" charset="0"/>
                </a:rPr>
                <a:t>.</a:t>
              </a:r>
            </a:p>
          </p:txBody>
        </p:sp>
        <p:sp>
          <p:nvSpPr>
            <p:cNvPr id="39" name="TextBox 38"/>
            <p:cNvSpPr txBox="1"/>
            <p:nvPr/>
          </p:nvSpPr>
          <p:spPr>
            <a:xfrm>
              <a:off x="5540945" y="627503"/>
              <a:ext cx="793487" cy="369331"/>
            </a:xfrm>
            <a:prstGeom prst="rect">
              <a:avLst/>
            </a:prstGeom>
            <a:noFill/>
            <a:ln>
              <a:noFill/>
            </a:ln>
          </p:spPr>
          <p:txBody>
            <a:bodyPr wrap="none" lIns="0" tIns="0" rIns="0" bIns="0" anchor="t">
              <a:spAutoFit/>
            </a:bodyPr>
            <a:lstStyle/>
            <a:p>
              <a:pPr algn="l"/>
              <a:r>
                <a:rPr sz="1200" b="1" dirty="0" err="1">
                  <a:solidFill>
                    <a:srgbClr val="3CC583"/>
                  </a:solidFill>
                  <a:latin typeface="Shantell Sans"/>
                </a:rPr>
                <a:t>Détection</a:t>
              </a:r>
              <a:r>
                <a:rPr sz="1200" b="1" dirty="0">
                  <a:solidFill>
                    <a:srgbClr val="3CC583"/>
                  </a:solidFill>
                  <a:latin typeface="Shantell Sans"/>
                </a:rPr>
                <a:t>
</a:t>
              </a:r>
              <a:r>
                <a:rPr sz="1200" b="1" dirty="0" err="1">
                  <a:solidFill>
                    <a:srgbClr val="3CC583"/>
                  </a:solidFill>
                  <a:latin typeface="Shantell Sans"/>
                </a:rPr>
                <a:t>d'Anomalies</a:t>
              </a:r>
              <a:endParaRPr sz="1200" b="1" dirty="0">
                <a:solidFill>
                  <a:srgbClr val="3CC583"/>
                </a:solidFill>
                <a:latin typeface="Shantell Sans"/>
              </a:endParaRPr>
            </a:p>
          </p:txBody>
        </p:sp>
      </p:grpSp>
      <p:grpSp>
        <p:nvGrpSpPr>
          <p:cNvPr id="52" name="Groupe 51">
            <a:extLst>
              <a:ext uri="{FF2B5EF4-FFF2-40B4-BE49-F238E27FC236}">
                <a16:creationId xmlns:a16="http://schemas.microsoft.com/office/drawing/2014/main" id="{B4DE59F1-8C3D-2518-BB54-E7D94AC5B07B}"/>
              </a:ext>
            </a:extLst>
          </p:cNvPr>
          <p:cNvGrpSpPr/>
          <p:nvPr/>
        </p:nvGrpSpPr>
        <p:grpSpPr>
          <a:xfrm>
            <a:off x="2530349" y="706621"/>
            <a:ext cx="1739138" cy="1371345"/>
            <a:chOff x="2530349" y="706621"/>
            <a:chExt cx="1739138" cy="1371345"/>
          </a:xfrm>
        </p:grpSpPr>
        <p:sp>
          <p:nvSpPr>
            <p:cNvPr id="33" name="Rounded Rectangle 32"/>
            <p:cNvSpPr/>
            <p:nvPr/>
          </p:nvSpPr>
          <p:spPr>
            <a:xfrm>
              <a:off x="2530349" y="706621"/>
              <a:ext cx="9235" cy="1371345"/>
            </a:xfrm>
            <a:custGeom>
              <a:avLst/>
              <a:gdLst/>
              <a:ahLst/>
              <a:cxnLst/>
              <a:rect l="0" t="0" r="0" b="0"/>
              <a:pathLst>
                <a:path w="9005" h="1404850">
                  <a:moveTo>
                    <a:pt x="0" y="0"/>
                  </a:moveTo>
                  <a:lnTo>
                    <a:pt x="0" y="1404850"/>
                  </a:lnTo>
                </a:path>
              </a:pathLst>
            </a:custGeom>
            <a:noFill/>
            <a:ln w="13507">
              <a:solidFill>
                <a:srgbClr val="4F92FF"/>
              </a:solidFill>
            </a:ln>
          </p:spPr>
          <p:txBody>
            <a:bodyPr rtlCol="0" anchor="ctr"/>
            <a:lstStyle/>
            <a:p>
              <a:pPr algn="ctr"/>
              <a:endParaRPr sz="1050" dirty="0"/>
            </a:p>
          </p:txBody>
        </p:sp>
        <p:sp>
          <p:nvSpPr>
            <p:cNvPr id="38" name="TextBox 37"/>
            <p:cNvSpPr txBox="1"/>
            <p:nvPr/>
          </p:nvSpPr>
          <p:spPr>
            <a:xfrm>
              <a:off x="2654358" y="1161459"/>
              <a:ext cx="1615129" cy="609876"/>
            </a:xfrm>
            <a:prstGeom prst="rect">
              <a:avLst/>
            </a:prstGeom>
            <a:noFill/>
            <a:ln>
              <a:noFill/>
            </a:ln>
          </p:spPr>
          <p:txBody>
            <a:bodyPr wrap="none" lIns="0" tIns="0" rIns="0" bIns="0" anchor="t">
              <a:spAutoFit/>
            </a:bodyPr>
            <a:lstStyle/>
            <a:p>
              <a:pPr algn="l"/>
              <a:r>
                <a:rPr sz="1200" dirty="0">
                  <a:solidFill>
                    <a:schemeClr val="accent5"/>
                  </a:solidFill>
                  <a:latin typeface="Times New Roman" panose="02020603050405020304" pitchFamily="18" charset="0"/>
                  <a:cs typeface="Times New Roman" panose="02020603050405020304" pitchFamily="18" charset="0"/>
                </a:rPr>
                <a:t>Le </a:t>
              </a:r>
              <a:r>
                <a:rPr sz="1200" dirty="0" err="1">
                  <a:solidFill>
                    <a:schemeClr val="accent5"/>
                  </a:solidFill>
                  <a:latin typeface="Times New Roman" panose="02020603050405020304" pitchFamily="18" charset="0"/>
                  <a:cs typeface="Times New Roman" panose="02020603050405020304" pitchFamily="18" charset="0"/>
                </a:rPr>
                <a:t>système</a:t>
              </a:r>
              <a:r>
                <a:rPr sz="1200" dirty="0">
                  <a:solidFill>
                    <a:schemeClr val="accent5"/>
                  </a:solidFill>
                  <a:latin typeface="Times New Roman" panose="02020603050405020304" pitchFamily="18" charset="0"/>
                  <a:cs typeface="Times New Roman" panose="02020603050405020304" pitchFamily="18" charset="0"/>
                </a:rPr>
                <a:t> surveille le
</a:t>
              </a:r>
              <a:r>
                <a:rPr sz="1200" dirty="0" err="1">
                  <a:solidFill>
                    <a:schemeClr val="accent5"/>
                  </a:solidFill>
                  <a:latin typeface="Times New Roman" panose="02020603050405020304" pitchFamily="18" charset="0"/>
                  <a:cs typeface="Times New Roman" panose="02020603050405020304" pitchFamily="18" charset="0"/>
                </a:rPr>
                <a:t>trafic</a:t>
              </a:r>
              <a:r>
                <a:rPr sz="1200" dirty="0">
                  <a:solidFill>
                    <a:schemeClr val="accent5"/>
                  </a:solidFill>
                  <a:latin typeface="Times New Roman" panose="02020603050405020304" pitchFamily="18" charset="0"/>
                  <a:cs typeface="Times New Roman" panose="02020603050405020304" pitchFamily="18" charset="0"/>
                </a:rPr>
                <a:t> réseau et les
</a:t>
              </a:r>
              <a:r>
                <a:rPr sz="1200" dirty="0" err="1">
                  <a:solidFill>
                    <a:schemeClr val="accent5"/>
                  </a:solidFill>
                  <a:latin typeface="Times New Roman" panose="02020603050405020304" pitchFamily="18" charset="0"/>
                  <a:cs typeface="Times New Roman" panose="02020603050405020304" pitchFamily="18" charset="0"/>
                </a:rPr>
                <a:t>activités</a:t>
              </a:r>
              <a:r>
                <a:rPr sz="1200" dirty="0">
                  <a:solidFill>
                    <a:schemeClr val="accent5"/>
                  </a:solidFill>
                  <a:latin typeface="Times New Roman" panose="02020603050405020304" pitchFamily="18" charset="0"/>
                  <a:cs typeface="Times New Roman" panose="02020603050405020304" pitchFamily="18" charset="0"/>
                </a:rPr>
                <a:t> du </a:t>
              </a:r>
              <a:r>
                <a:rPr sz="1200" dirty="0" err="1">
                  <a:solidFill>
                    <a:schemeClr val="accent5"/>
                  </a:solidFill>
                  <a:latin typeface="Times New Roman" panose="02020603050405020304" pitchFamily="18" charset="0"/>
                  <a:cs typeface="Times New Roman" panose="02020603050405020304" pitchFamily="18" charset="0"/>
                </a:rPr>
                <a:t>système</a:t>
              </a:r>
              <a:r>
                <a:rPr sz="1200" dirty="0">
                  <a:solidFill>
                    <a:schemeClr val="accent5"/>
                  </a:solidFill>
                  <a:latin typeface="Times New Roman" panose="02020603050405020304" pitchFamily="18" charset="0"/>
                  <a:cs typeface="Times New Roman" panose="02020603050405020304" pitchFamily="18" charset="0"/>
                </a:rPr>
                <a:t>.</a:t>
              </a:r>
            </a:p>
          </p:txBody>
        </p:sp>
        <p:sp>
          <p:nvSpPr>
            <p:cNvPr id="40" name="TextBox 39"/>
            <p:cNvSpPr txBox="1"/>
            <p:nvPr/>
          </p:nvSpPr>
          <p:spPr>
            <a:xfrm>
              <a:off x="2659640" y="732992"/>
              <a:ext cx="976229" cy="369331"/>
            </a:xfrm>
            <a:prstGeom prst="rect">
              <a:avLst/>
            </a:prstGeom>
            <a:noFill/>
            <a:ln>
              <a:noFill/>
            </a:ln>
          </p:spPr>
          <p:txBody>
            <a:bodyPr wrap="none" lIns="0" tIns="0" rIns="0" bIns="0" anchor="t">
              <a:spAutoFit/>
            </a:bodyPr>
            <a:lstStyle/>
            <a:p>
              <a:pPr algn="l"/>
              <a:r>
                <a:rPr sz="1200" b="1" dirty="0">
                  <a:solidFill>
                    <a:srgbClr val="4E88E7"/>
                  </a:solidFill>
                  <a:latin typeface="Shantell Sans"/>
                </a:rPr>
                <a:t>Surveillance du
Réseau</a:t>
              </a:r>
            </a:p>
          </p:txBody>
        </p:sp>
      </p:grpSp>
      <p:grpSp>
        <p:nvGrpSpPr>
          <p:cNvPr id="53" name="Groupe 52">
            <a:extLst>
              <a:ext uri="{FF2B5EF4-FFF2-40B4-BE49-F238E27FC236}">
                <a16:creationId xmlns:a16="http://schemas.microsoft.com/office/drawing/2014/main" id="{51121A35-4498-8699-EFF8-7D5480FF0CE8}"/>
              </a:ext>
            </a:extLst>
          </p:cNvPr>
          <p:cNvGrpSpPr/>
          <p:nvPr/>
        </p:nvGrpSpPr>
        <p:grpSpPr>
          <a:xfrm>
            <a:off x="2107851" y="3660290"/>
            <a:ext cx="1650746" cy="1174684"/>
            <a:chOff x="2107851" y="3660290"/>
            <a:chExt cx="1650746" cy="1174684"/>
          </a:xfrm>
        </p:grpSpPr>
        <p:sp>
          <p:nvSpPr>
            <p:cNvPr id="35" name="Rounded Rectangle 34"/>
            <p:cNvSpPr/>
            <p:nvPr/>
          </p:nvSpPr>
          <p:spPr>
            <a:xfrm>
              <a:off x="3749362" y="3660290"/>
              <a:ext cx="9235" cy="1160371"/>
            </a:xfrm>
            <a:custGeom>
              <a:avLst/>
              <a:gdLst/>
              <a:ahLst/>
              <a:cxnLst/>
              <a:rect l="0" t="0" r="0" b="0"/>
              <a:pathLst>
                <a:path w="9005" h="1188720">
                  <a:moveTo>
                    <a:pt x="0" y="0"/>
                  </a:moveTo>
                  <a:lnTo>
                    <a:pt x="0" y="1188720"/>
                  </a:lnTo>
                </a:path>
              </a:pathLst>
            </a:custGeom>
            <a:noFill/>
            <a:ln w="13507">
              <a:solidFill>
                <a:srgbClr val="1AC6FF"/>
              </a:solidFill>
            </a:ln>
          </p:spPr>
          <p:txBody>
            <a:bodyPr rtlCol="0" anchor="ctr"/>
            <a:lstStyle/>
            <a:p>
              <a:pPr algn="ctr"/>
              <a:endParaRPr sz="1050"/>
            </a:p>
          </p:txBody>
        </p:sp>
        <p:sp>
          <p:nvSpPr>
            <p:cNvPr id="42" name="TextBox 41"/>
            <p:cNvSpPr txBox="1"/>
            <p:nvPr/>
          </p:nvSpPr>
          <p:spPr>
            <a:xfrm>
              <a:off x="2502578" y="4003126"/>
              <a:ext cx="1001877" cy="169278"/>
            </a:xfrm>
            <a:prstGeom prst="rect">
              <a:avLst/>
            </a:prstGeom>
            <a:noFill/>
            <a:ln>
              <a:noFill/>
            </a:ln>
          </p:spPr>
          <p:txBody>
            <a:bodyPr wrap="none" lIns="0" tIns="0" rIns="0" bIns="0" anchor="t">
              <a:spAutoFit/>
            </a:bodyPr>
            <a:lstStyle/>
            <a:p>
              <a:pPr algn="r"/>
              <a:r>
                <a:rPr sz="1100" b="1" dirty="0" err="1">
                  <a:solidFill>
                    <a:srgbClr val="1EABDA"/>
                  </a:solidFill>
                  <a:latin typeface="Shantell Sans"/>
                </a:rPr>
                <a:t>Analyse</a:t>
              </a:r>
              <a:r>
                <a:rPr sz="1100" b="1" dirty="0">
                  <a:solidFill>
                    <a:srgbClr val="1EABDA"/>
                  </a:solidFill>
                  <a:latin typeface="Shantell Sans"/>
                </a:rPr>
                <a:t> du </a:t>
              </a:r>
              <a:r>
                <a:rPr sz="1100" b="1" dirty="0" err="1">
                  <a:solidFill>
                    <a:srgbClr val="1EABDA"/>
                  </a:solidFill>
                  <a:latin typeface="Shantell Sans"/>
                </a:rPr>
                <a:t>Trafic</a:t>
              </a:r>
              <a:endParaRPr sz="1100" b="1" dirty="0">
                <a:solidFill>
                  <a:srgbClr val="1EABDA"/>
                </a:solidFill>
                <a:latin typeface="Shantell Sans"/>
              </a:endParaRPr>
            </a:p>
          </p:txBody>
        </p:sp>
        <p:sp>
          <p:nvSpPr>
            <p:cNvPr id="44" name="TextBox 43"/>
            <p:cNvSpPr txBox="1"/>
            <p:nvPr/>
          </p:nvSpPr>
          <p:spPr>
            <a:xfrm>
              <a:off x="2107851" y="4280976"/>
              <a:ext cx="1610341" cy="553998"/>
            </a:xfrm>
            <a:prstGeom prst="rect">
              <a:avLst/>
            </a:prstGeom>
            <a:noFill/>
            <a:ln>
              <a:noFill/>
            </a:ln>
          </p:spPr>
          <p:txBody>
            <a:bodyPr wrap="square" lIns="0" tIns="0" rIns="0" bIns="0" anchor="t">
              <a:spAutoFit/>
            </a:bodyPr>
            <a:lstStyle/>
            <a:p>
              <a:pPr algn="r"/>
              <a:r>
                <a:rPr sz="1200" dirty="0">
                  <a:solidFill>
                    <a:schemeClr val="accent5"/>
                  </a:solidFill>
                  <a:latin typeface="Times New Roman" panose="02020603050405020304" pitchFamily="18" charset="0"/>
                  <a:cs typeface="Times New Roman" panose="02020603050405020304" pitchFamily="18" charset="0"/>
                </a:rPr>
                <a:t>Le </a:t>
              </a:r>
              <a:r>
                <a:rPr sz="1200" dirty="0" err="1">
                  <a:solidFill>
                    <a:schemeClr val="accent5"/>
                  </a:solidFill>
                  <a:latin typeface="Times New Roman" panose="02020603050405020304" pitchFamily="18" charset="0"/>
                  <a:cs typeface="Times New Roman" panose="02020603050405020304" pitchFamily="18" charset="0"/>
                </a:rPr>
                <a:t>système</a:t>
              </a:r>
              <a:r>
                <a:rPr sz="1200" dirty="0">
                  <a:solidFill>
                    <a:schemeClr val="accent5"/>
                  </a:solidFill>
                  <a:latin typeface="Times New Roman" panose="02020603050405020304" pitchFamily="18" charset="0"/>
                  <a:cs typeface="Times New Roman" panose="02020603050405020304" pitchFamily="18" charset="0"/>
                </a:rPr>
                <a:t> </a:t>
              </a:r>
              <a:r>
                <a:rPr sz="1200" dirty="0" err="1">
                  <a:solidFill>
                    <a:schemeClr val="accent5"/>
                  </a:solidFill>
                  <a:latin typeface="Times New Roman" panose="02020603050405020304" pitchFamily="18" charset="0"/>
                  <a:cs typeface="Times New Roman" panose="02020603050405020304" pitchFamily="18" charset="0"/>
                </a:rPr>
                <a:t>analyse</a:t>
              </a:r>
              <a:r>
                <a:rPr sz="1200" dirty="0">
                  <a:solidFill>
                    <a:schemeClr val="accent5"/>
                  </a:solidFill>
                  <a:latin typeface="Times New Roman" panose="02020603050405020304" pitchFamily="18" charset="0"/>
                  <a:cs typeface="Times New Roman" panose="02020603050405020304" pitchFamily="18" charset="0"/>
                </a:rPr>
                <a:t> le
</a:t>
              </a:r>
              <a:r>
                <a:rPr sz="1200" dirty="0" err="1">
                  <a:solidFill>
                    <a:schemeClr val="accent5"/>
                  </a:solidFill>
                  <a:latin typeface="Times New Roman" panose="02020603050405020304" pitchFamily="18" charset="0"/>
                  <a:cs typeface="Times New Roman" panose="02020603050405020304" pitchFamily="18" charset="0"/>
                </a:rPr>
                <a:t>trafic</a:t>
              </a:r>
              <a:r>
                <a:rPr sz="1200" dirty="0">
                  <a:solidFill>
                    <a:schemeClr val="accent5"/>
                  </a:solidFill>
                  <a:latin typeface="Times New Roman" panose="02020603050405020304" pitchFamily="18" charset="0"/>
                  <a:cs typeface="Times New Roman" panose="02020603050405020304" pitchFamily="18" charset="0"/>
                </a:rPr>
                <a:t> réseau pour
</a:t>
              </a:r>
              <a:r>
                <a:rPr sz="1200" dirty="0" err="1">
                  <a:solidFill>
                    <a:schemeClr val="accent5"/>
                  </a:solidFill>
                  <a:latin typeface="Times New Roman" panose="02020603050405020304" pitchFamily="18" charset="0"/>
                  <a:cs typeface="Times New Roman" panose="02020603050405020304" pitchFamily="18" charset="0"/>
                </a:rPr>
                <a:t>détecter</a:t>
              </a:r>
              <a:r>
                <a:rPr sz="1200" dirty="0">
                  <a:solidFill>
                    <a:schemeClr val="accent5"/>
                  </a:solidFill>
                  <a:latin typeface="Times New Roman" panose="02020603050405020304" pitchFamily="18" charset="0"/>
                  <a:cs typeface="Times New Roman" panose="02020603050405020304" pitchFamily="18" charset="0"/>
                </a:rPr>
                <a:t> les anomalies.</a:t>
              </a:r>
            </a:p>
          </p:txBody>
        </p:sp>
      </p:grpSp>
      <p:grpSp>
        <p:nvGrpSpPr>
          <p:cNvPr id="55" name="Groupe 54">
            <a:extLst>
              <a:ext uri="{FF2B5EF4-FFF2-40B4-BE49-F238E27FC236}">
                <a16:creationId xmlns:a16="http://schemas.microsoft.com/office/drawing/2014/main" id="{366238B3-F687-60AB-AB26-B68D4BD6CEDE}"/>
              </a:ext>
            </a:extLst>
          </p:cNvPr>
          <p:cNvGrpSpPr/>
          <p:nvPr/>
        </p:nvGrpSpPr>
        <p:grpSpPr>
          <a:xfrm>
            <a:off x="4619752" y="3660290"/>
            <a:ext cx="2020153" cy="1371345"/>
            <a:chOff x="4619752" y="3660290"/>
            <a:chExt cx="2020153" cy="1371345"/>
          </a:xfrm>
        </p:grpSpPr>
        <p:sp>
          <p:nvSpPr>
            <p:cNvPr id="36" name="Rounded Rectangle 35"/>
            <p:cNvSpPr/>
            <p:nvPr/>
          </p:nvSpPr>
          <p:spPr>
            <a:xfrm>
              <a:off x="6630670" y="3660290"/>
              <a:ext cx="9235" cy="1371345"/>
            </a:xfrm>
            <a:custGeom>
              <a:avLst/>
              <a:gdLst/>
              <a:ahLst/>
              <a:cxnLst/>
              <a:rect l="0" t="0" r="0" b="0"/>
              <a:pathLst>
                <a:path w="9005" h="1404850">
                  <a:moveTo>
                    <a:pt x="0" y="0"/>
                  </a:moveTo>
                  <a:lnTo>
                    <a:pt x="0" y="1404850"/>
                  </a:lnTo>
                </a:path>
              </a:pathLst>
            </a:custGeom>
            <a:noFill/>
            <a:ln w="13507">
              <a:solidFill>
                <a:srgbClr val="A8DD38"/>
              </a:solidFill>
            </a:ln>
          </p:spPr>
          <p:txBody>
            <a:bodyPr rtlCol="0" anchor="ctr"/>
            <a:lstStyle/>
            <a:p>
              <a:pPr algn="ctr"/>
              <a:endParaRPr sz="1050"/>
            </a:p>
          </p:txBody>
        </p:sp>
        <p:sp>
          <p:nvSpPr>
            <p:cNvPr id="43" name="TextBox 42"/>
            <p:cNvSpPr txBox="1"/>
            <p:nvPr/>
          </p:nvSpPr>
          <p:spPr>
            <a:xfrm>
              <a:off x="4904607" y="3895839"/>
              <a:ext cx="1577427" cy="369331"/>
            </a:xfrm>
            <a:prstGeom prst="rect">
              <a:avLst/>
            </a:prstGeom>
            <a:noFill/>
            <a:ln>
              <a:noFill/>
            </a:ln>
          </p:spPr>
          <p:txBody>
            <a:bodyPr wrap="square" lIns="0" tIns="0" rIns="0" bIns="0" anchor="t">
              <a:spAutoFit/>
            </a:bodyPr>
            <a:lstStyle/>
            <a:p>
              <a:pPr algn="r"/>
              <a:r>
                <a:rPr sz="1200" b="1" dirty="0">
                  <a:solidFill>
                    <a:srgbClr val="92BD39"/>
                  </a:solidFill>
                  <a:latin typeface="Shantell Sans"/>
                </a:rPr>
                <a:t>Alerte de
</a:t>
              </a:r>
              <a:r>
                <a:rPr sz="1200" b="1" dirty="0" err="1">
                  <a:solidFill>
                    <a:srgbClr val="92BD39"/>
                  </a:solidFill>
                  <a:latin typeface="Shantell Sans"/>
                </a:rPr>
                <a:t>l'Administrateur</a:t>
              </a:r>
              <a:endParaRPr sz="1200" b="1" dirty="0">
                <a:solidFill>
                  <a:srgbClr val="92BD39"/>
                </a:solidFill>
                <a:latin typeface="Shantell Sans"/>
              </a:endParaRPr>
            </a:p>
          </p:txBody>
        </p:sp>
        <p:sp>
          <p:nvSpPr>
            <p:cNvPr id="45" name="TextBox 44"/>
            <p:cNvSpPr txBox="1"/>
            <p:nvPr/>
          </p:nvSpPr>
          <p:spPr>
            <a:xfrm>
              <a:off x="4619752" y="4339738"/>
              <a:ext cx="1875966" cy="553998"/>
            </a:xfrm>
            <a:prstGeom prst="rect">
              <a:avLst/>
            </a:prstGeom>
            <a:noFill/>
            <a:ln>
              <a:noFill/>
            </a:ln>
          </p:spPr>
          <p:txBody>
            <a:bodyPr wrap="square" lIns="0" tIns="0" rIns="0" bIns="0" anchor="t">
              <a:spAutoFit/>
            </a:bodyPr>
            <a:lstStyle/>
            <a:p>
              <a:pPr algn="r"/>
              <a:r>
                <a:rPr sz="1200" dirty="0">
                  <a:solidFill>
                    <a:schemeClr val="accent5"/>
                  </a:solidFill>
                  <a:latin typeface="Times New Roman" panose="02020603050405020304" pitchFamily="18" charset="0"/>
                  <a:cs typeface="Times New Roman" panose="02020603050405020304" pitchFamily="18" charset="0"/>
                </a:rPr>
                <a:t>Le </a:t>
              </a:r>
              <a:r>
                <a:rPr sz="1200" dirty="0" err="1">
                  <a:solidFill>
                    <a:schemeClr val="accent5"/>
                  </a:solidFill>
                  <a:latin typeface="Times New Roman" panose="02020603050405020304" pitchFamily="18" charset="0"/>
                  <a:cs typeface="Times New Roman" panose="02020603050405020304" pitchFamily="18" charset="0"/>
                </a:rPr>
                <a:t>système</a:t>
              </a:r>
              <a:r>
                <a:rPr sz="1200" dirty="0">
                  <a:solidFill>
                    <a:schemeClr val="accent5"/>
                  </a:solidFill>
                  <a:latin typeface="Times New Roman" panose="02020603050405020304" pitchFamily="18" charset="0"/>
                  <a:cs typeface="Times New Roman" panose="02020603050405020304" pitchFamily="18" charset="0"/>
                </a:rPr>
                <a:t> </a:t>
              </a:r>
              <a:r>
                <a:rPr sz="1200" dirty="0" err="1">
                  <a:solidFill>
                    <a:schemeClr val="accent5"/>
                  </a:solidFill>
                  <a:latin typeface="Times New Roman" panose="02020603050405020304" pitchFamily="18" charset="0"/>
                  <a:cs typeface="Times New Roman" panose="02020603050405020304" pitchFamily="18" charset="0"/>
                </a:rPr>
                <a:t>alerte</a:t>
              </a:r>
              <a:r>
                <a:rPr sz="1200" dirty="0">
                  <a:solidFill>
                    <a:schemeClr val="accent5"/>
                  </a:solidFill>
                  <a:latin typeface="Times New Roman" panose="02020603050405020304" pitchFamily="18" charset="0"/>
                  <a:cs typeface="Times New Roman" panose="02020603050405020304" pitchFamily="18" charset="0"/>
                </a:rPr>
                <a:t>
</a:t>
              </a:r>
              <a:r>
                <a:rPr sz="1200" dirty="0" err="1">
                  <a:solidFill>
                    <a:schemeClr val="accent5"/>
                  </a:solidFill>
                  <a:latin typeface="Times New Roman" panose="02020603050405020304" pitchFamily="18" charset="0"/>
                  <a:cs typeface="Times New Roman" panose="02020603050405020304" pitchFamily="18" charset="0"/>
                </a:rPr>
                <a:t>l'administrateur</a:t>
              </a:r>
              <a:r>
                <a:rPr sz="1200" dirty="0">
                  <a:solidFill>
                    <a:schemeClr val="accent5"/>
                  </a:solidFill>
                  <a:latin typeface="Times New Roman" panose="02020603050405020304" pitchFamily="18" charset="0"/>
                  <a:cs typeface="Times New Roman" panose="02020603050405020304" pitchFamily="18" charset="0"/>
                </a:rPr>
                <a:t> de la
menace </a:t>
              </a:r>
              <a:r>
                <a:rPr sz="1200" dirty="0" err="1">
                  <a:solidFill>
                    <a:schemeClr val="accent5"/>
                  </a:solidFill>
                  <a:latin typeface="Times New Roman" panose="02020603050405020304" pitchFamily="18" charset="0"/>
                  <a:cs typeface="Times New Roman" panose="02020603050405020304" pitchFamily="18" charset="0"/>
                </a:rPr>
                <a:t>détectée</a:t>
              </a:r>
              <a:r>
                <a:rPr sz="1200" dirty="0">
                  <a:solidFill>
                    <a:schemeClr val="accent5"/>
                  </a:solidFill>
                  <a:latin typeface="Times New Roman" panose="02020603050405020304" pitchFamily="18" charset="0"/>
                  <a:cs typeface="Times New Roman" panose="02020603050405020304" pitchFamily="18" charset="0"/>
                </a:rPr>
                <a:t>.</a:t>
              </a:r>
            </a:p>
          </p:txBody>
        </p:sp>
      </p:grpSp>
      <p:sp>
        <p:nvSpPr>
          <p:cNvPr id="46" name="Rounded Rectangle 45"/>
          <p:cNvSpPr/>
          <p:nvPr/>
        </p:nvSpPr>
        <p:spPr>
          <a:xfrm>
            <a:off x="2107851" y="2528489"/>
            <a:ext cx="623359" cy="593371"/>
          </a:xfrm>
          <a:custGeom>
            <a:avLst/>
            <a:gdLst/>
            <a:ahLst/>
            <a:cxnLst/>
            <a:rect l="0" t="0" r="0" b="0"/>
            <a:pathLst>
              <a:path w="607868" h="607868">
                <a:moveTo>
                  <a:pt x="426858" y="386333"/>
                </a:moveTo>
                <a:lnTo>
                  <a:pt x="183711" y="386333"/>
                </a:lnTo>
                <a:lnTo>
                  <a:pt x="305284" y="170204"/>
                </a:lnTo>
                <a:close/>
                <a:moveTo>
                  <a:pt x="251252" y="116171"/>
                </a:moveTo>
                <a:cubicBezTo>
                  <a:pt x="251252" y="86330"/>
                  <a:pt x="275442" y="62138"/>
                  <a:pt x="305284" y="62138"/>
                </a:cubicBezTo>
                <a:cubicBezTo>
                  <a:pt x="335127" y="62138"/>
                  <a:pt x="359317" y="86330"/>
                  <a:pt x="359317" y="116171"/>
                </a:cubicBezTo>
                <a:cubicBezTo>
                  <a:pt x="359317" y="146013"/>
                  <a:pt x="335127" y="170204"/>
                  <a:pt x="305284" y="170204"/>
                </a:cubicBezTo>
                <a:cubicBezTo>
                  <a:pt x="275442" y="170204"/>
                  <a:pt x="251252" y="146013"/>
                  <a:pt x="251252" y="116171"/>
                </a:cubicBezTo>
                <a:close/>
                <a:moveTo>
                  <a:pt x="499802" y="553835"/>
                </a:moveTo>
                <a:cubicBezTo>
                  <a:pt x="499802" y="523993"/>
                  <a:pt x="523993" y="499802"/>
                  <a:pt x="553835" y="499802"/>
                </a:cubicBezTo>
                <a:cubicBezTo>
                  <a:pt x="583677" y="499802"/>
                  <a:pt x="607868" y="523993"/>
                  <a:pt x="607868" y="553835"/>
                </a:cubicBezTo>
                <a:cubicBezTo>
                  <a:pt x="607868" y="583677"/>
                  <a:pt x="583677" y="607868"/>
                  <a:pt x="553835" y="607868"/>
                </a:cubicBezTo>
                <a:cubicBezTo>
                  <a:pt x="523993" y="607868"/>
                  <a:pt x="499802" y="583677"/>
                  <a:pt x="499802" y="553835"/>
                </a:cubicBezTo>
                <a:close/>
                <a:moveTo>
                  <a:pt x="0" y="553835"/>
                </a:moveTo>
                <a:cubicBezTo>
                  <a:pt x="0" y="523993"/>
                  <a:pt x="24191" y="499802"/>
                  <a:pt x="54032" y="499802"/>
                </a:cubicBezTo>
                <a:cubicBezTo>
                  <a:pt x="83874" y="499802"/>
                  <a:pt x="108065" y="523993"/>
                  <a:pt x="108065" y="553835"/>
                </a:cubicBezTo>
                <a:cubicBezTo>
                  <a:pt x="108065" y="583677"/>
                  <a:pt x="83874" y="607868"/>
                  <a:pt x="54032" y="607868"/>
                </a:cubicBezTo>
                <a:cubicBezTo>
                  <a:pt x="24191" y="607868"/>
                  <a:pt x="0" y="583677"/>
                  <a:pt x="0" y="553835"/>
                </a:cubicBezTo>
                <a:close/>
                <a:moveTo>
                  <a:pt x="467383" y="51328"/>
                </a:moveTo>
                <a:cubicBezTo>
                  <a:pt x="502504" y="86449"/>
                  <a:pt x="502504" y="145885"/>
                  <a:pt x="467383" y="181006"/>
                </a:cubicBezTo>
                <a:moveTo>
                  <a:pt x="521415" y="0"/>
                </a:moveTo>
                <a:cubicBezTo>
                  <a:pt x="586255" y="64839"/>
                  <a:pt x="586255" y="167501"/>
                  <a:pt x="521415" y="232340"/>
                </a:cubicBezTo>
                <a:moveTo>
                  <a:pt x="140484" y="181006"/>
                </a:moveTo>
                <a:cubicBezTo>
                  <a:pt x="105363" y="145885"/>
                  <a:pt x="105363" y="86449"/>
                  <a:pt x="140484" y="51328"/>
                </a:cubicBezTo>
                <a:moveTo>
                  <a:pt x="86452" y="232340"/>
                </a:moveTo>
                <a:cubicBezTo>
                  <a:pt x="21613" y="167501"/>
                  <a:pt x="21613" y="64839"/>
                  <a:pt x="86452" y="0"/>
                </a:cubicBezTo>
                <a:moveTo>
                  <a:pt x="305284" y="480891"/>
                </a:moveTo>
                <a:lnTo>
                  <a:pt x="305284" y="553835"/>
                </a:lnTo>
                <a:moveTo>
                  <a:pt x="108065" y="553835"/>
                </a:moveTo>
                <a:lnTo>
                  <a:pt x="499802" y="553835"/>
                </a:lnTo>
              </a:path>
            </a:pathLst>
          </a:custGeom>
          <a:noFill/>
          <a:ln w="13507">
            <a:solidFill>
              <a:srgbClr val="4E88E7"/>
            </a:solidFill>
          </a:ln>
        </p:spPr>
        <p:txBody>
          <a:bodyPr rtlCol="0" anchor="ctr"/>
          <a:lstStyle/>
          <a:p>
            <a:pPr algn="ctr"/>
            <a:endParaRPr sz="1050"/>
          </a:p>
        </p:txBody>
      </p:sp>
      <p:sp>
        <p:nvSpPr>
          <p:cNvPr id="47" name="Rounded Rectangle 46"/>
          <p:cNvSpPr/>
          <p:nvPr/>
        </p:nvSpPr>
        <p:spPr>
          <a:xfrm>
            <a:off x="3580844" y="2548270"/>
            <a:ext cx="554208" cy="553812"/>
          </a:xfrm>
          <a:custGeom>
            <a:avLst/>
            <a:gdLst/>
            <a:ahLst/>
            <a:cxnLst/>
            <a:rect l="0" t="0" r="0" b="0"/>
            <a:pathLst>
              <a:path w="540435" h="567343">
                <a:moveTo>
                  <a:pt x="54140" y="0"/>
                </a:moveTo>
                <a:lnTo>
                  <a:pt x="486402" y="0"/>
                </a:lnTo>
                <a:cubicBezTo>
                  <a:pt x="486402" y="0"/>
                  <a:pt x="540435" y="0"/>
                  <a:pt x="540435" y="54032"/>
                </a:cubicBezTo>
                <a:lnTo>
                  <a:pt x="540435" y="513310"/>
                </a:lnTo>
                <a:cubicBezTo>
                  <a:pt x="540435" y="513310"/>
                  <a:pt x="540435" y="567343"/>
                  <a:pt x="486402" y="567343"/>
                </a:cubicBezTo>
                <a:lnTo>
                  <a:pt x="54140" y="567343"/>
                </a:lnTo>
                <a:cubicBezTo>
                  <a:pt x="54140" y="567343"/>
                  <a:pt x="108" y="567343"/>
                  <a:pt x="108" y="513310"/>
                </a:cubicBezTo>
                <a:lnTo>
                  <a:pt x="108" y="54032"/>
                </a:lnTo>
                <a:cubicBezTo>
                  <a:pt x="108" y="54032"/>
                  <a:pt x="108" y="0"/>
                  <a:pt x="54140" y="0"/>
                </a:cubicBezTo>
                <a:moveTo>
                  <a:pt x="540327" y="121573"/>
                </a:moveTo>
                <a:lnTo>
                  <a:pt x="457386" y="144807"/>
                </a:lnTo>
                <a:cubicBezTo>
                  <a:pt x="423457" y="155488"/>
                  <a:pt x="391565" y="171800"/>
                  <a:pt x="363045" y="193058"/>
                </a:cubicBezTo>
                <a:lnTo>
                  <a:pt x="312363" y="233583"/>
                </a:lnTo>
                <a:cubicBezTo>
                  <a:pt x="285877" y="252512"/>
                  <a:pt x="251502" y="256444"/>
                  <a:pt x="221426" y="243984"/>
                </a:cubicBezTo>
                <a:lnTo>
                  <a:pt x="183819" y="225964"/>
                </a:lnTo>
                <a:cubicBezTo>
                  <a:pt x="154728" y="213575"/>
                  <a:pt x="121023" y="220169"/>
                  <a:pt x="98744" y="242606"/>
                </a:cubicBezTo>
                <a:lnTo>
                  <a:pt x="0" y="351212"/>
                </a:lnTo>
                <a:moveTo>
                  <a:pt x="135189" y="567343"/>
                </a:moveTo>
                <a:lnTo>
                  <a:pt x="135189" y="222020"/>
                </a:lnTo>
                <a:moveTo>
                  <a:pt x="270271" y="567343"/>
                </a:moveTo>
                <a:lnTo>
                  <a:pt x="270271" y="250333"/>
                </a:lnTo>
                <a:moveTo>
                  <a:pt x="405353" y="166501"/>
                </a:moveTo>
                <a:lnTo>
                  <a:pt x="405353" y="567343"/>
                </a:lnTo>
                <a:moveTo>
                  <a:pt x="540435" y="351212"/>
                </a:moveTo>
                <a:lnTo>
                  <a:pt x="108" y="351212"/>
                </a:lnTo>
                <a:moveTo>
                  <a:pt x="296423" y="243147"/>
                </a:moveTo>
                <a:lnTo>
                  <a:pt x="540435" y="243147"/>
                </a:lnTo>
                <a:moveTo>
                  <a:pt x="540435" y="459278"/>
                </a:moveTo>
                <a:lnTo>
                  <a:pt x="108" y="459278"/>
                </a:lnTo>
              </a:path>
            </a:pathLst>
          </a:custGeom>
          <a:noFill/>
          <a:ln w="13507">
            <a:solidFill>
              <a:srgbClr val="1EABDA"/>
            </a:solidFill>
          </a:ln>
        </p:spPr>
        <p:txBody>
          <a:bodyPr rtlCol="0" anchor="ctr"/>
          <a:lstStyle/>
          <a:p>
            <a:pPr algn="ctr"/>
            <a:endParaRPr sz="1050"/>
          </a:p>
        </p:txBody>
      </p:sp>
      <p:sp>
        <p:nvSpPr>
          <p:cNvPr id="48" name="Rounded Rectangle 47"/>
          <p:cNvSpPr/>
          <p:nvPr/>
        </p:nvSpPr>
        <p:spPr>
          <a:xfrm>
            <a:off x="4968377" y="2508713"/>
            <a:ext cx="651363" cy="613153"/>
          </a:xfrm>
          <a:custGeom>
            <a:avLst/>
            <a:gdLst/>
            <a:ahLst/>
            <a:cxnLst/>
            <a:rect l="0" t="0" r="0" b="0"/>
            <a:pathLst>
              <a:path w="635176" h="628133">
                <a:moveTo>
                  <a:pt x="20262" y="241796"/>
                </a:moveTo>
                <a:lnTo>
                  <a:pt x="20262" y="155344"/>
                </a:lnTo>
                <a:cubicBezTo>
                  <a:pt x="20262" y="139134"/>
                  <a:pt x="31068" y="128327"/>
                  <a:pt x="47278" y="128327"/>
                </a:cubicBezTo>
                <a:lnTo>
                  <a:pt x="133731" y="128327"/>
                </a:lnTo>
                <a:moveTo>
                  <a:pt x="133731" y="503857"/>
                </a:moveTo>
                <a:lnTo>
                  <a:pt x="47278" y="503857"/>
                </a:lnTo>
                <a:cubicBezTo>
                  <a:pt x="31068" y="503857"/>
                  <a:pt x="20262" y="493051"/>
                  <a:pt x="20262" y="476841"/>
                </a:cubicBezTo>
                <a:lnTo>
                  <a:pt x="20262" y="390389"/>
                </a:lnTo>
                <a:moveTo>
                  <a:pt x="520065" y="390389"/>
                </a:moveTo>
                <a:lnTo>
                  <a:pt x="520065" y="476841"/>
                </a:lnTo>
                <a:cubicBezTo>
                  <a:pt x="520065" y="493051"/>
                  <a:pt x="509258" y="503857"/>
                  <a:pt x="493048" y="503857"/>
                </a:cubicBezTo>
                <a:lnTo>
                  <a:pt x="403894" y="503857"/>
                </a:lnTo>
                <a:moveTo>
                  <a:pt x="398491" y="390389"/>
                </a:moveTo>
                <a:cubicBezTo>
                  <a:pt x="374176" y="436316"/>
                  <a:pt x="328248" y="468736"/>
                  <a:pt x="271514" y="468736"/>
                </a:cubicBezTo>
                <a:cubicBezTo>
                  <a:pt x="193168" y="468736"/>
                  <a:pt x="131030" y="403897"/>
                  <a:pt x="131030" y="328251"/>
                </a:cubicBezTo>
                <a:cubicBezTo>
                  <a:pt x="131030" y="252604"/>
                  <a:pt x="195869" y="187765"/>
                  <a:pt x="271514" y="187765"/>
                </a:cubicBezTo>
                <a:lnTo>
                  <a:pt x="274172" y="187765"/>
                </a:lnTo>
                <a:moveTo>
                  <a:pt x="85102" y="628133"/>
                </a:moveTo>
                <a:cubicBezTo>
                  <a:pt x="133731" y="579503"/>
                  <a:pt x="198570" y="549785"/>
                  <a:pt x="271514" y="549785"/>
                </a:cubicBezTo>
                <a:cubicBezTo>
                  <a:pt x="344458" y="549785"/>
                  <a:pt x="409297" y="579503"/>
                  <a:pt x="457927" y="628133"/>
                </a:cubicBezTo>
                <a:moveTo>
                  <a:pt x="274216" y="468736"/>
                </a:moveTo>
                <a:lnTo>
                  <a:pt x="274216" y="187765"/>
                </a:lnTo>
                <a:moveTo>
                  <a:pt x="309337" y="325547"/>
                </a:moveTo>
                <a:lnTo>
                  <a:pt x="131030" y="325547"/>
                </a:lnTo>
                <a:moveTo>
                  <a:pt x="494688" y="164123"/>
                </a:moveTo>
                <a:lnTo>
                  <a:pt x="494688" y="120897"/>
                </a:lnTo>
                <a:moveTo>
                  <a:pt x="0" y="0"/>
                </a:moveTo>
                <a:moveTo>
                  <a:pt x="600055" y="291101"/>
                </a:moveTo>
                <a:lnTo>
                  <a:pt x="383924" y="291101"/>
                </a:lnTo>
                <a:cubicBezTo>
                  <a:pt x="362311" y="291101"/>
                  <a:pt x="348802" y="269488"/>
                  <a:pt x="359609" y="250576"/>
                </a:cubicBezTo>
                <a:lnTo>
                  <a:pt x="467674" y="34445"/>
                </a:lnTo>
                <a:cubicBezTo>
                  <a:pt x="478481" y="15534"/>
                  <a:pt x="505497" y="15534"/>
                  <a:pt x="516304" y="34445"/>
                </a:cubicBezTo>
                <a:lnTo>
                  <a:pt x="624369" y="250576"/>
                </a:lnTo>
                <a:cubicBezTo>
                  <a:pt x="635176" y="269488"/>
                  <a:pt x="621668" y="291101"/>
                  <a:pt x="600054" y="291101"/>
                </a:cubicBezTo>
                <a:close/>
                <a:moveTo>
                  <a:pt x="494691" y="223559"/>
                </a:moveTo>
                <a:lnTo>
                  <a:pt x="494691" y="223559"/>
                </a:lnTo>
              </a:path>
            </a:pathLst>
          </a:custGeom>
          <a:noFill/>
          <a:ln w="13507">
            <a:solidFill>
              <a:srgbClr val="3CC583"/>
            </a:solidFill>
          </a:ln>
        </p:spPr>
        <p:txBody>
          <a:bodyPr rtlCol="0" anchor="ctr"/>
          <a:lstStyle/>
          <a:p>
            <a:pPr algn="ctr"/>
            <a:endParaRPr sz="1050"/>
          </a:p>
        </p:txBody>
      </p:sp>
      <p:sp>
        <p:nvSpPr>
          <p:cNvPr id="49" name="Rounded Rectangle 48"/>
          <p:cNvSpPr/>
          <p:nvPr/>
        </p:nvSpPr>
        <p:spPr>
          <a:xfrm>
            <a:off x="6422884" y="2521898"/>
            <a:ext cx="637354" cy="606485"/>
          </a:xfrm>
          <a:custGeom>
            <a:avLst/>
            <a:gdLst/>
            <a:ahLst/>
            <a:cxnLst/>
            <a:rect l="0" t="0" r="0" b="0"/>
            <a:pathLst>
              <a:path w="621514" h="621303">
                <a:moveTo>
                  <a:pt x="270164" y="459280"/>
                </a:moveTo>
                <a:lnTo>
                  <a:pt x="0" y="459280"/>
                </a:lnTo>
                <a:cubicBezTo>
                  <a:pt x="0" y="420471"/>
                  <a:pt x="11939" y="382603"/>
                  <a:pt x="34198" y="350810"/>
                </a:cubicBezTo>
                <a:cubicBezTo>
                  <a:pt x="56457" y="319020"/>
                  <a:pt x="87958" y="294845"/>
                  <a:pt x="124426" y="281572"/>
                </a:cubicBezTo>
                <a:cubicBezTo>
                  <a:pt x="160894" y="268296"/>
                  <a:pt x="200564" y="266562"/>
                  <a:pt x="238051" y="276604"/>
                </a:cubicBezTo>
                <a:cubicBezTo>
                  <a:pt x="275537" y="286646"/>
                  <a:pt x="309030" y="307981"/>
                  <a:pt x="333976" y="337707"/>
                </a:cubicBezTo>
                <a:moveTo>
                  <a:pt x="459278" y="405245"/>
                </a:moveTo>
                <a:lnTo>
                  <a:pt x="459278" y="486294"/>
                </a:lnTo>
                <a:moveTo>
                  <a:pt x="618513" y="584501"/>
                </a:moveTo>
                <a:cubicBezTo>
                  <a:pt x="620531" y="588335"/>
                  <a:pt x="621514" y="592628"/>
                  <a:pt x="621368" y="596959"/>
                </a:cubicBezTo>
                <a:cubicBezTo>
                  <a:pt x="621220" y="601286"/>
                  <a:pt x="619947" y="605504"/>
                  <a:pt x="617675" y="609194"/>
                </a:cubicBezTo>
                <a:cubicBezTo>
                  <a:pt x="615373" y="612901"/>
                  <a:pt x="612161" y="615959"/>
                  <a:pt x="608347" y="618077"/>
                </a:cubicBezTo>
                <a:cubicBezTo>
                  <a:pt x="604532" y="620195"/>
                  <a:pt x="600236" y="621303"/>
                  <a:pt x="595873" y="621298"/>
                </a:cubicBezTo>
                <a:lnTo>
                  <a:pt x="322684" y="621298"/>
                </a:lnTo>
                <a:cubicBezTo>
                  <a:pt x="318321" y="621303"/>
                  <a:pt x="314025" y="620195"/>
                  <a:pt x="310210" y="618077"/>
                </a:cubicBezTo>
                <a:cubicBezTo>
                  <a:pt x="306396" y="615959"/>
                  <a:pt x="303183" y="612901"/>
                  <a:pt x="300881" y="609194"/>
                </a:cubicBezTo>
                <a:cubicBezTo>
                  <a:pt x="298609" y="605504"/>
                  <a:pt x="297337" y="601286"/>
                  <a:pt x="297188" y="596959"/>
                </a:cubicBezTo>
                <a:cubicBezTo>
                  <a:pt x="297042" y="592628"/>
                  <a:pt x="298026" y="588335"/>
                  <a:pt x="300044" y="584501"/>
                </a:cubicBezTo>
                <a:lnTo>
                  <a:pt x="436639" y="324199"/>
                </a:lnTo>
                <a:cubicBezTo>
                  <a:pt x="438830" y="320097"/>
                  <a:pt x="442093" y="316666"/>
                  <a:pt x="446078" y="314275"/>
                </a:cubicBezTo>
                <a:cubicBezTo>
                  <a:pt x="450066" y="311885"/>
                  <a:pt x="454629" y="310623"/>
                  <a:pt x="459278" y="310623"/>
                </a:cubicBezTo>
                <a:cubicBezTo>
                  <a:pt x="463928" y="310623"/>
                  <a:pt x="468491" y="311885"/>
                  <a:pt x="472479" y="314275"/>
                </a:cubicBezTo>
                <a:cubicBezTo>
                  <a:pt x="476466" y="316666"/>
                  <a:pt x="479727" y="320097"/>
                  <a:pt x="481918" y="324199"/>
                </a:cubicBezTo>
                <a:close/>
                <a:moveTo>
                  <a:pt x="90181" y="56512"/>
                </a:moveTo>
                <a:cubicBezTo>
                  <a:pt x="107956" y="74959"/>
                  <a:pt x="129270" y="89631"/>
                  <a:pt x="152847" y="99649"/>
                </a:cubicBezTo>
                <a:cubicBezTo>
                  <a:pt x="176424" y="109666"/>
                  <a:pt x="201780" y="114824"/>
                  <a:pt x="227397" y="114814"/>
                </a:cubicBezTo>
                <a:cubicBezTo>
                  <a:pt x="253354" y="114835"/>
                  <a:pt x="279041" y="109549"/>
                  <a:pt x="302881" y="99279"/>
                </a:cubicBezTo>
                <a:moveTo>
                  <a:pt x="74295" y="114819"/>
                </a:moveTo>
                <a:cubicBezTo>
                  <a:pt x="74295" y="51406"/>
                  <a:pt x="125702" y="0"/>
                  <a:pt x="189115" y="0"/>
                </a:cubicBezTo>
                <a:cubicBezTo>
                  <a:pt x="252528" y="0"/>
                  <a:pt x="303934" y="51406"/>
                  <a:pt x="303934" y="114819"/>
                </a:cubicBezTo>
                <a:cubicBezTo>
                  <a:pt x="303934" y="178232"/>
                  <a:pt x="252528" y="229639"/>
                  <a:pt x="189115" y="229639"/>
                </a:cubicBezTo>
                <a:cubicBezTo>
                  <a:pt x="125702" y="229639"/>
                  <a:pt x="74295" y="178232"/>
                  <a:pt x="74295" y="114819"/>
                </a:cubicBezTo>
                <a:close/>
                <a:moveTo>
                  <a:pt x="459278" y="540327"/>
                </a:moveTo>
                <a:cubicBezTo>
                  <a:pt x="455547" y="540327"/>
                  <a:pt x="452524" y="543350"/>
                  <a:pt x="452524" y="547081"/>
                </a:cubicBezTo>
                <a:cubicBezTo>
                  <a:pt x="452524" y="550812"/>
                  <a:pt x="455547" y="553835"/>
                  <a:pt x="459278" y="553835"/>
                </a:cubicBezTo>
                <a:moveTo>
                  <a:pt x="459278" y="553835"/>
                </a:moveTo>
                <a:cubicBezTo>
                  <a:pt x="463009" y="553835"/>
                  <a:pt x="466032" y="550812"/>
                  <a:pt x="466032" y="547081"/>
                </a:cubicBezTo>
                <a:cubicBezTo>
                  <a:pt x="466032" y="543350"/>
                  <a:pt x="463009" y="540327"/>
                  <a:pt x="459278" y="540327"/>
                </a:cubicBezTo>
              </a:path>
            </a:pathLst>
          </a:custGeom>
          <a:noFill/>
          <a:ln w="13507">
            <a:solidFill>
              <a:srgbClr val="92BD39"/>
            </a:solidFill>
          </a:ln>
        </p:spPr>
        <p:txBody>
          <a:bodyPr rtlCol="0" anchor="ctr"/>
          <a:lstStyle/>
          <a:p>
            <a:pPr algn="ctr"/>
            <a:endParaRPr sz="1050"/>
          </a:p>
        </p:txBody>
      </p:sp>
      <p:sp>
        <p:nvSpPr>
          <p:cNvPr id="56" name="TextBox 55"/>
          <p:cNvSpPr txBox="1"/>
          <p:nvPr/>
        </p:nvSpPr>
        <p:spPr>
          <a:xfrm>
            <a:off x="254000" y="4889500"/>
            <a:ext cx="1393330" cy="400110"/>
          </a:xfrm>
          <a:prstGeom prst="rect">
            <a:avLst/>
          </a:prstGeom>
          <a:noFill/>
        </p:spPr>
        <p:txBody>
          <a:bodyPr wrap="none">
            <a:spAutoFit/>
          </a:bodyPr>
          <a:lstStyle/>
          <a:p>
            <a:r>
              <a:rPr sz="1000" dirty="0">
                <a:solidFill>
                  <a:srgbClr val="FFFFFF"/>
                </a:solidFill>
                <a:latin typeface="Arial"/>
              </a:rPr>
              <a:t>6  |</a:t>
            </a:r>
            <a:r>
              <a:rPr lang="fr-FR" sz="1000" dirty="0">
                <a:solidFill>
                  <a:srgbClr val="FFFFFF"/>
                </a:solidFill>
              </a:rPr>
              <a:t> Contexte Général</a:t>
            </a:r>
          </a:p>
          <a:p>
            <a:endParaRPr sz="1000" dirty="0">
              <a:solidFill>
                <a:srgbClr val="FFFFFF"/>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1"/>
                                        </p:tgtEl>
                                      </p:cBhvr>
                                    </p:animEffect>
                                    <p:animScale>
                                      <p:cBhvr>
                                        <p:cTn id="7" dur="250" autoRev="1" fill="hold"/>
                                        <p:tgtEl>
                                          <p:spTgt spid="11"/>
                                        </p:tgtEl>
                                      </p:cBhvr>
                                      <p:by x="105000" y="105000"/>
                                    </p:animScale>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0-#ppt_w/2"/>
                                          </p:val>
                                        </p:tav>
                                        <p:tav tm="100000">
                                          <p:val>
                                            <p:strVal val="#ppt_x"/>
                                          </p:val>
                                        </p:tav>
                                      </p:tavLst>
                                    </p:anim>
                                    <p:anim calcmode="lin" valueType="num">
                                      <p:cBhvr additive="base">
                                        <p:cTn id="12"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18"/>
                                        </p:tgtEl>
                                      </p:cBhvr>
                                    </p:animEffect>
                                    <p:animScale>
                                      <p:cBhvr>
                                        <p:cTn id="17" dur="250" autoRev="1" fill="hold"/>
                                        <p:tgtEl>
                                          <p:spTgt spid="18"/>
                                        </p:tgtEl>
                                      </p:cBhvr>
                                      <p:by x="105000" y="105000"/>
                                    </p:animScale>
                                  </p:childTnLst>
                                </p:cTn>
                              </p:par>
                            </p:childTnLst>
                          </p:cTn>
                        </p:par>
                        <p:par>
                          <p:cTn id="18" fill="hold">
                            <p:stCondLst>
                              <p:cond delay="500"/>
                            </p:stCondLst>
                            <p:childTnLst>
                              <p:par>
                                <p:cTn id="19" presetID="2" presetClass="entr" presetSubtype="2" fill="hold" nodeType="afterEffect">
                                  <p:stCondLst>
                                    <p:cond delay="0"/>
                                  </p:stCondLst>
                                  <p:childTnLst>
                                    <p:set>
                                      <p:cBhvr>
                                        <p:cTn id="20" dur="1" fill="hold">
                                          <p:stCondLst>
                                            <p:cond delay="0"/>
                                          </p:stCondLst>
                                        </p:cTn>
                                        <p:tgtEl>
                                          <p:spTgt spid="53"/>
                                        </p:tgtEl>
                                        <p:attrNameLst>
                                          <p:attrName>style.visibility</p:attrName>
                                        </p:attrNameLst>
                                      </p:cBhvr>
                                      <p:to>
                                        <p:strVal val="visible"/>
                                      </p:to>
                                    </p:set>
                                    <p:anim calcmode="lin" valueType="num">
                                      <p:cBhvr additive="base">
                                        <p:cTn id="21" dur="500" fill="hold"/>
                                        <p:tgtEl>
                                          <p:spTgt spid="53"/>
                                        </p:tgtEl>
                                        <p:attrNameLst>
                                          <p:attrName>ppt_x</p:attrName>
                                        </p:attrNameLst>
                                      </p:cBhvr>
                                      <p:tavLst>
                                        <p:tav tm="0">
                                          <p:val>
                                            <p:strVal val="1+#ppt_w/2"/>
                                          </p:val>
                                        </p:tav>
                                        <p:tav tm="100000">
                                          <p:val>
                                            <p:strVal val="#ppt_x"/>
                                          </p:val>
                                        </p:tav>
                                      </p:tavLst>
                                    </p:anim>
                                    <p:anim calcmode="lin" valueType="num">
                                      <p:cBhvr additive="base">
                                        <p:cTn id="22"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nodeType="clickEffect">
                                  <p:stCondLst>
                                    <p:cond delay="0"/>
                                  </p:stCondLst>
                                  <p:childTnLst>
                                    <p:animEffect transition="out" filter="fade">
                                      <p:cBhvr>
                                        <p:cTn id="26" dur="500" tmFilter="0, 0; .2, .5; .8, .5; 1, 0"/>
                                        <p:tgtEl>
                                          <p:spTgt spid="25"/>
                                        </p:tgtEl>
                                      </p:cBhvr>
                                    </p:animEffect>
                                    <p:animScale>
                                      <p:cBhvr>
                                        <p:cTn id="27" dur="250" autoRev="1" fill="hold"/>
                                        <p:tgtEl>
                                          <p:spTgt spid="25"/>
                                        </p:tgtEl>
                                      </p:cBhvr>
                                      <p:by x="105000" y="105000"/>
                                    </p:animScale>
                                  </p:childTnLst>
                                </p:cTn>
                              </p:par>
                            </p:childTnLst>
                          </p:cTn>
                        </p:par>
                        <p:par>
                          <p:cTn id="28" fill="hold">
                            <p:stCondLst>
                              <p:cond delay="500"/>
                            </p:stCondLst>
                            <p:childTnLst>
                              <p:par>
                                <p:cTn id="29" presetID="2" presetClass="entr" presetSubtype="8"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additive="base">
                                        <p:cTn id="31" dur="500" fill="hold"/>
                                        <p:tgtEl>
                                          <p:spTgt spid="54"/>
                                        </p:tgtEl>
                                        <p:attrNameLst>
                                          <p:attrName>ppt_x</p:attrName>
                                        </p:attrNameLst>
                                      </p:cBhvr>
                                      <p:tavLst>
                                        <p:tav tm="0">
                                          <p:val>
                                            <p:strVal val="0-#ppt_w/2"/>
                                          </p:val>
                                        </p:tav>
                                        <p:tav tm="100000">
                                          <p:val>
                                            <p:strVal val="#ppt_x"/>
                                          </p:val>
                                        </p:tav>
                                      </p:tavLst>
                                    </p:anim>
                                    <p:anim calcmode="lin" valueType="num">
                                      <p:cBhvr additive="base">
                                        <p:cTn id="32" dur="500" fill="hold"/>
                                        <p:tgtEl>
                                          <p:spTgt spid="5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nodeType="clickEffect">
                                  <p:stCondLst>
                                    <p:cond delay="0"/>
                                  </p:stCondLst>
                                  <p:childTnLst>
                                    <p:animEffect transition="out" filter="fade">
                                      <p:cBhvr>
                                        <p:cTn id="36" dur="500" tmFilter="0, 0; .2, .5; .8, .5; 1, 0"/>
                                        <p:tgtEl>
                                          <p:spTgt spid="32"/>
                                        </p:tgtEl>
                                      </p:cBhvr>
                                    </p:animEffect>
                                    <p:animScale>
                                      <p:cBhvr>
                                        <p:cTn id="37" dur="250" autoRev="1" fill="hold"/>
                                        <p:tgtEl>
                                          <p:spTgt spid="32"/>
                                        </p:tgtEl>
                                      </p:cBhvr>
                                      <p:by x="105000" y="105000"/>
                                    </p:animScale>
                                  </p:childTnLst>
                                </p:cTn>
                              </p:par>
                            </p:childTnLst>
                          </p:cTn>
                        </p:par>
                        <p:par>
                          <p:cTn id="38" fill="hold">
                            <p:stCondLst>
                              <p:cond delay="500"/>
                            </p:stCondLst>
                            <p:childTnLst>
                              <p:par>
                                <p:cTn id="39" presetID="2" presetClass="entr" presetSubtype="2" fill="hold" nodeType="after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fill="hold"/>
                                        <p:tgtEl>
                                          <p:spTgt spid="55"/>
                                        </p:tgtEl>
                                        <p:attrNameLst>
                                          <p:attrName>ppt_x</p:attrName>
                                        </p:attrNameLst>
                                      </p:cBhvr>
                                      <p:tavLst>
                                        <p:tav tm="0">
                                          <p:val>
                                            <p:strVal val="1+#ppt_w/2"/>
                                          </p:val>
                                        </p:tav>
                                        <p:tav tm="100000">
                                          <p:val>
                                            <p:strVal val="#ppt_x"/>
                                          </p:val>
                                        </p:tav>
                                      </p:tavLst>
                                    </p:anim>
                                    <p:anim calcmode="lin" valueType="num">
                                      <p:cBhvr additive="base">
                                        <p:cTn id="42" dur="5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30" name="TextBox 3729">
            <a:extLst>
              <a:ext uri="{FF2B5EF4-FFF2-40B4-BE49-F238E27FC236}">
                <a16:creationId xmlns:a16="http://schemas.microsoft.com/office/drawing/2014/main" id="{0F4FB29C-7A54-4086-A63B-7A708D2EE289}"/>
              </a:ext>
            </a:extLst>
          </p:cNvPr>
          <p:cNvSpPr txBox="1"/>
          <p:nvPr/>
        </p:nvSpPr>
        <p:spPr>
          <a:xfrm>
            <a:off x="3678645" y="1540936"/>
            <a:ext cx="5465848" cy="369332"/>
          </a:xfrm>
          <a:prstGeom prst="rect">
            <a:avLst/>
          </a:prstGeom>
          <a:noFill/>
        </p:spPr>
        <p:txBody>
          <a:bodyPr wrap="square" rtlCol="0">
            <a:spAutoFit/>
          </a:bodyPr>
          <a:lstStyle/>
          <a:p>
            <a:pPr defTabSz="685800"/>
            <a:r>
              <a:rPr lang="fr-FR" altLang="ko-KR" sz="1800" b="1" dirty="0">
                <a:solidFill>
                  <a:srgbClr val="FF3399"/>
                </a:solidFill>
                <a:latin typeface="Times New Roman" panose="02020603050405020304" pitchFamily="18" charset="0"/>
                <a:ea typeface="Arial Unicode MS"/>
                <a:cs typeface="Times New Roman" panose="02020603050405020304" pitchFamily="18" charset="0"/>
              </a:rPr>
              <a:t>Méthodes traditionnelles de détection des intrusions: </a:t>
            </a:r>
          </a:p>
        </p:txBody>
      </p:sp>
      <p:sp>
        <p:nvSpPr>
          <p:cNvPr id="3" name="Title 2">
            <a:extLst>
              <a:ext uri="{FF2B5EF4-FFF2-40B4-BE49-F238E27FC236}">
                <a16:creationId xmlns:a16="http://schemas.microsoft.com/office/drawing/2014/main" id="{FA85C7F2-692F-4400-BDF7-96FDD334378B}"/>
              </a:ext>
            </a:extLst>
          </p:cNvPr>
          <p:cNvSpPr>
            <a:spLocks noGrp="1"/>
          </p:cNvSpPr>
          <p:nvPr>
            <p:ph type="title"/>
          </p:nvPr>
        </p:nvSpPr>
        <p:spPr>
          <a:xfrm>
            <a:off x="77443" y="334611"/>
            <a:ext cx="5544012" cy="540241"/>
          </a:xfrm>
        </p:spPr>
        <p:txBody>
          <a:bodyPr>
            <a:normAutofit/>
          </a:bodyPr>
          <a:lstStyle/>
          <a:p>
            <a:r>
              <a:rPr lang="fr-FR" sz="2400" dirty="0">
                <a:solidFill>
                  <a:srgbClr val="D9F1FF"/>
                </a:solidFill>
                <a:latin typeface="Roboto"/>
                <a:cs typeface="Arial"/>
                <a:sym typeface="Arial"/>
              </a:rPr>
              <a:t>Evolution de la détection d'intrusions:</a:t>
            </a:r>
            <a:endParaRPr lang="fr-FR" sz="4000" dirty="0"/>
          </a:p>
        </p:txBody>
      </p:sp>
      <p:pic>
        <p:nvPicPr>
          <p:cNvPr id="5" name="Picture 4">
            <a:extLst>
              <a:ext uri="{FF2B5EF4-FFF2-40B4-BE49-F238E27FC236}">
                <a16:creationId xmlns:a16="http://schemas.microsoft.com/office/drawing/2014/main" id="{D0380F90-DA22-4635-ADF0-59E4E167B64A}"/>
              </a:ext>
            </a:extLst>
          </p:cNvPr>
          <p:cNvPicPr>
            <a:picLocks noChangeAspect="1"/>
          </p:cNvPicPr>
          <p:nvPr/>
        </p:nvPicPr>
        <p:blipFill>
          <a:blip r:embed="rId2"/>
          <a:stretch>
            <a:fillRect/>
          </a:stretch>
        </p:blipFill>
        <p:spPr>
          <a:xfrm>
            <a:off x="0" y="1413933"/>
            <a:ext cx="3678645" cy="2882088"/>
          </a:xfrm>
          <a:prstGeom prst="rect">
            <a:avLst/>
          </a:prstGeom>
          <a:ln>
            <a:noFill/>
          </a:ln>
          <a:effectLst>
            <a:outerShdw blurRad="292100" dist="139700" dir="2700000" algn="tl" rotWithShape="0">
              <a:srgbClr val="333333">
                <a:alpha val="65000"/>
              </a:srgbClr>
            </a:outerShdw>
          </a:effectLst>
        </p:spPr>
      </p:pic>
      <p:sp>
        <p:nvSpPr>
          <p:cNvPr id="11" name="Rectangle 10">
            <a:extLst>
              <a:ext uri="{FF2B5EF4-FFF2-40B4-BE49-F238E27FC236}">
                <a16:creationId xmlns:a16="http://schemas.microsoft.com/office/drawing/2014/main" id="{2CC9B9E5-E868-4641-96EA-A347A6F88EBB}"/>
              </a:ext>
            </a:extLst>
          </p:cNvPr>
          <p:cNvSpPr/>
          <p:nvPr/>
        </p:nvSpPr>
        <p:spPr>
          <a:xfrm>
            <a:off x="4473104" y="2031853"/>
            <a:ext cx="3979715" cy="1323439"/>
          </a:xfrm>
          <a:prstGeom prst="rect">
            <a:avLst/>
          </a:prstGeom>
        </p:spPr>
        <p:txBody>
          <a:bodyPr wrap="square">
            <a:spAutoFit/>
          </a:bodyPr>
          <a:lstStyle/>
          <a:p>
            <a:pPr marL="342900" indent="-342900" defTabSz="685800">
              <a:buClr>
                <a:srgbClr val="FF3399"/>
              </a:buClr>
              <a:buFont typeface="Wingdings" panose="05000000000000000000" pitchFamily="2" charset="2"/>
              <a:buChar char="Ø"/>
            </a:pPr>
            <a:r>
              <a:rPr lang="fr-FR" sz="2000" dirty="0">
                <a:solidFill>
                  <a:prstClr val="white"/>
                </a:solidFill>
                <a:latin typeface="Times New Roman" panose="02020603050405020304" pitchFamily="18" charset="0"/>
                <a:ea typeface="Arial Unicode MS"/>
                <a:cs typeface="Times New Roman" panose="02020603050405020304" pitchFamily="18" charset="0"/>
              </a:rPr>
              <a:t>Détection par signatures </a:t>
            </a:r>
          </a:p>
          <a:p>
            <a:pPr marL="342900" indent="-342900" defTabSz="685800">
              <a:buClr>
                <a:srgbClr val="FF3399"/>
              </a:buClr>
              <a:buFont typeface="Wingdings" panose="05000000000000000000" pitchFamily="2" charset="2"/>
              <a:buChar char="Ø"/>
            </a:pPr>
            <a:r>
              <a:rPr lang="fr-FR" sz="2000" dirty="0">
                <a:solidFill>
                  <a:prstClr val="white"/>
                </a:solidFill>
                <a:latin typeface="Times New Roman" panose="02020603050405020304" pitchFamily="18" charset="0"/>
                <a:ea typeface="Arial Unicode MS"/>
                <a:cs typeface="Times New Roman" panose="02020603050405020304" pitchFamily="18" charset="0"/>
              </a:rPr>
              <a:t>Détection par règle</a:t>
            </a:r>
          </a:p>
          <a:p>
            <a:pPr marL="342900" indent="-342900" defTabSz="685800">
              <a:buClr>
                <a:srgbClr val="FF3399"/>
              </a:buClr>
              <a:buFont typeface="Wingdings" panose="05000000000000000000" pitchFamily="2" charset="2"/>
              <a:buChar char="Ø"/>
            </a:pPr>
            <a:r>
              <a:rPr lang="fr-FR" sz="2000" dirty="0">
                <a:solidFill>
                  <a:prstClr val="white"/>
                </a:solidFill>
                <a:latin typeface="Times New Roman" panose="02020603050405020304" pitchFamily="18" charset="0"/>
                <a:ea typeface="Arial Unicode MS"/>
                <a:cs typeface="Times New Roman" panose="02020603050405020304" pitchFamily="18" charset="0"/>
              </a:rPr>
              <a:t>Méthodes statistiques</a:t>
            </a:r>
          </a:p>
          <a:p>
            <a:pPr marL="342900" indent="-342900" defTabSz="685800">
              <a:buClr>
                <a:srgbClr val="FF3399"/>
              </a:buClr>
              <a:buFont typeface="Wingdings" panose="05000000000000000000" pitchFamily="2" charset="2"/>
              <a:buChar char="Ø"/>
            </a:pPr>
            <a:r>
              <a:rPr lang="fr-FR" sz="2000" dirty="0">
                <a:solidFill>
                  <a:prstClr val="white"/>
                </a:solidFill>
                <a:latin typeface="Times New Roman" panose="02020603050405020304" pitchFamily="18" charset="0"/>
                <a:ea typeface="Arial Unicode MS"/>
                <a:cs typeface="Times New Roman" panose="02020603050405020304" pitchFamily="18" charset="0"/>
              </a:rPr>
              <a:t>Détection des anomalies </a:t>
            </a:r>
          </a:p>
        </p:txBody>
      </p:sp>
      <p:sp>
        <p:nvSpPr>
          <p:cNvPr id="3731" name="TextBox 3730"/>
          <p:cNvSpPr txBox="1"/>
          <p:nvPr/>
        </p:nvSpPr>
        <p:spPr>
          <a:xfrm>
            <a:off x="254000" y="4889500"/>
            <a:ext cx="1463862" cy="400110"/>
          </a:xfrm>
          <a:prstGeom prst="rect">
            <a:avLst/>
          </a:prstGeom>
          <a:noFill/>
        </p:spPr>
        <p:txBody>
          <a:bodyPr wrap="none">
            <a:spAutoFit/>
          </a:bodyPr>
          <a:lstStyle/>
          <a:p>
            <a:r>
              <a:rPr sz="1000" dirty="0">
                <a:solidFill>
                  <a:srgbClr val="FFFFFF"/>
                </a:solidFill>
                <a:latin typeface="Arial"/>
              </a:rPr>
              <a:t>12  |</a:t>
            </a:r>
            <a:r>
              <a:rPr lang="fr-FR" sz="1000" dirty="0">
                <a:solidFill>
                  <a:srgbClr val="FFFFFF"/>
                </a:solidFill>
              </a:rPr>
              <a:t> Contexte Général</a:t>
            </a:r>
          </a:p>
          <a:p>
            <a:endParaRPr sz="1000" dirty="0">
              <a:solidFill>
                <a:srgbClr val="FFFFFF"/>
              </a:solidFill>
              <a:latin typeface="Arial"/>
            </a:endParaRPr>
          </a:p>
        </p:txBody>
      </p:sp>
    </p:spTree>
    <p:extLst>
      <p:ext uri="{BB962C8B-B14F-4D97-AF65-F5344CB8AC3E}">
        <p14:creationId xmlns:p14="http://schemas.microsoft.com/office/powerpoint/2010/main" val="2240551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Shape 1559"/>
        <p:cNvGrpSpPr/>
        <p:nvPr/>
      </p:nvGrpSpPr>
      <p:grpSpPr>
        <a:xfrm>
          <a:off x="0" y="0"/>
          <a:ext cx="0" cy="0"/>
          <a:chOff x="0" y="0"/>
          <a:chExt cx="0" cy="0"/>
        </a:xfrm>
      </p:grpSpPr>
      <p:sp>
        <p:nvSpPr>
          <p:cNvPr id="1560" name="Google Shape;1560;p56"/>
          <p:cNvSpPr txBox="1">
            <a:spLocks noGrp="1"/>
          </p:cNvSpPr>
          <p:nvPr>
            <p:ph type="title"/>
          </p:nvPr>
        </p:nvSpPr>
        <p:spPr>
          <a:xfrm>
            <a:off x="1566925" y="761189"/>
            <a:ext cx="6593467" cy="620807"/>
          </a:xfrm>
          <a:prstGeom prst="rect">
            <a:avLst/>
          </a:prstGeom>
        </p:spPr>
        <p:txBody>
          <a:bodyPr spcFirstLastPara="1" wrap="square" lIns="90000" tIns="91425" rIns="90000" bIns="91425" anchor="t" anchorCtr="0">
            <a:noAutofit/>
          </a:bodyPr>
          <a:lstStyle/>
          <a:p>
            <a:pPr algn="l"/>
            <a:r>
              <a:rPr lang="fr-FR" sz="1800" dirty="0">
                <a:solidFill>
                  <a:schemeClr val="accent2"/>
                </a:solidFill>
                <a:latin typeface="Montserrat Medium" panose="00000600000000000000" pitchFamily="2" charset="0"/>
              </a:rPr>
              <a:t>Intelligence artificielle et la détection des intrusions </a:t>
            </a:r>
            <a:br>
              <a:rPr lang="fr-FR" sz="1800" dirty="0">
                <a:solidFill>
                  <a:schemeClr val="accent2"/>
                </a:solidFill>
                <a:latin typeface="Montserrat Medium" panose="00000600000000000000" pitchFamily="2" charset="0"/>
              </a:rPr>
            </a:br>
            <a:br>
              <a:rPr lang="fr-FR" dirty="0">
                <a:solidFill>
                  <a:schemeClr val="accent5"/>
                </a:solidFill>
                <a:latin typeface="Montserrat Medium" panose="00000600000000000000" pitchFamily="2" charset="0"/>
              </a:rPr>
            </a:br>
            <a:endParaRPr dirty="0"/>
          </a:p>
        </p:txBody>
      </p:sp>
      <p:sp>
        <p:nvSpPr>
          <p:cNvPr id="4" name="Rectangle 1">
            <a:extLst>
              <a:ext uri="{FF2B5EF4-FFF2-40B4-BE49-F238E27FC236}">
                <a16:creationId xmlns:a16="http://schemas.microsoft.com/office/drawing/2014/main" id="{031270EC-3704-1CB7-3980-FB090B753E0F}"/>
              </a:ext>
            </a:extLst>
          </p:cNvPr>
          <p:cNvSpPr>
            <a:spLocks noGrp="1" noChangeArrowheads="1"/>
          </p:cNvSpPr>
          <p:nvPr>
            <p:ph type="body" idx="1"/>
          </p:nvPr>
        </p:nvSpPr>
        <p:spPr bwMode="auto">
          <a:xfrm>
            <a:off x="1221414" y="1201264"/>
            <a:ext cx="7052931" cy="3108543"/>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4"/>
                </a:solidFill>
                <a:latin typeface="Montserrat Medium" panose="00000600000000000000" pitchFamily="2" charset="0"/>
              </a:rPr>
              <a:t>Limitations des méthodes traditionnelles :</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Ne détectent pas les attaques </a:t>
            </a:r>
            <a:r>
              <a:rPr lang="fr-FR" altLang="fr-FR" dirty="0" err="1">
                <a:solidFill>
                  <a:schemeClr val="accent5"/>
                </a:solidFill>
                <a:latin typeface="Montserrat Medium" panose="00000600000000000000" pitchFamily="2" charset="0"/>
              </a:rPr>
              <a:t>zero-day</a:t>
            </a:r>
            <a:r>
              <a:rPr lang="fr-FR" altLang="fr-FR" dirty="0">
                <a:solidFill>
                  <a:schemeClr val="accent5"/>
                </a:solidFill>
                <a:latin typeface="Montserrat Medium" panose="00000600000000000000" pitchFamily="2" charset="0"/>
              </a:rPr>
              <a:t>.</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Peu adaptées aux environnements dynamiques.</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Produisent un grand nombre de faux positifs.</a:t>
            </a:r>
          </a:p>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4"/>
                </a:solidFill>
                <a:latin typeface="Montserrat Medium" panose="00000600000000000000" pitchFamily="2" charset="0"/>
              </a:rPr>
              <a:t>L’IA dans la détection des intrusions:</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Analyse et identification des cyberattaques en temps réel.</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Prédiction des menaces grâce à l’apprentissage automatique.</a:t>
            </a:r>
          </a:p>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4"/>
                </a:solidFill>
                <a:latin typeface="Montserrat Medium" panose="00000600000000000000" pitchFamily="2" charset="0"/>
              </a:rPr>
              <a:t>Avantages de l’IA dans la Détection améliorée : </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Repère les comportements suspects et les attaques inconnues.</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Réduction des faux positifs et faux négatifs. Diminue la nécessité d’intervention humaine immédiate.</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 Apprentissage continu pour suivre l’évolution des cybermenaces.</a:t>
            </a:r>
          </a:p>
          <a:p>
            <a:pPr marL="285750" indent="-285750" algn="just" eaLnBrk="0" fontAlgn="base" hangingPunct="0">
              <a:spcBef>
                <a:spcPct val="0"/>
              </a:spcBef>
              <a:spcAft>
                <a:spcPct val="0"/>
              </a:spcAft>
              <a:buClrTx/>
              <a:buSzTx/>
              <a:buFont typeface="Arial" panose="020B0604020202020204" pitchFamily="34" charset="0"/>
              <a:buChar char="•"/>
            </a:pPr>
            <a:r>
              <a:rPr lang="fr-FR" altLang="fr-FR" dirty="0">
                <a:solidFill>
                  <a:schemeClr val="accent5"/>
                </a:solidFill>
                <a:latin typeface="Montserrat Medium" panose="00000600000000000000" pitchFamily="2" charset="0"/>
              </a:rPr>
              <a:t>Anticipation des intrusions : Analyse des tendances pour prévenir les attaques</a:t>
            </a:r>
            <a:endParaRPr kumimoji="0" lang="fr-FR" altLang="fr-FR" b="0" i="0" u="none" strike="noStrike" cap="none" normalizeH="0" baseline="0" dirty="0">
              <a:ln>
                <a:noFill/>
              </a:ln>
              <a:solidFill>
                <a:schemeClr val="accent5"/>
              </a:solidFill>
              <a:effectLst/>
              <a:latin typeface="Montserrat Medium" panose="00000600000000000000" pitchFamily="2" charset="0"/>
            </a:endParaRPr>
          </a:p>
        </p:txBody>
      </p:sp>
      <p:sp>
        <p:nvSpPr>
          <p:cNvPr id="1561" name="TextBox 1560"/>
          <p:cNvSpPr txBox="1"/>
          <p:nvPr/>
        </p:nvSpPr>
        <p:spPr>
          <a:xfrm>
            <a:off x="254000" y="4889500"/>
            <a:ext cx="1463862" cy="400110"/>
          </a:xfrm>
          <a:prstGeom prst="rect">
            <a:avLst/>
          </a:prstGeom>
          <a:noFill/>
        </p:spPr>
        <p:txBody>
          <a:bodyPr wrap="none">
            <a:spAutoFit/>
          </a:bodyPr>
          <a:lstStyle/>
          <a:p>
            <a:r>
              <a:rPr sz="1000" dirty="0">
                <a:solidFill>
                  <a:srgbClr val="FFFFFF"/>
                </a:solidFill>
                <a:latin typeface="Arial"/>
              </a:rPr>
              <a:t>13  |</a:t>
            </a:r>
            <a:r>
              <a:rPr lang="fr-FR" sz="1000" dirty="0">
                <a:solidFill>
                  <a:srgbClr val="FFFFFF"/>
                </a:solidFill>
                <a:latin typeface="Arial"/>
              </a:rPr>
              <a:t> </a:t>
            </a:r>
            <a:r>
              <a:rPr lang="fr-FR" sz="1000" dirty="0">
                <a:solidFill>
                  <a:srgbClr val="FFFFFF"/>
                </a:solidFill>
              </a:rPr>
              <a:t>Contexte Général</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945770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ZoneTexte 36">
            <a:extLst>
              <a:ext uri="{FF2B5EF4-FFF2-40B4-BE49-F238E27FC236}">
                <a16:creationId xmlns:a16="http://schemas.microsoft.com/office/drawing/2014/main" id="{CECB41C5-C2A6-4195-A375-E9DFDCEE1D55}"/>
              </a:ext>
            </a:extLst>
          </p:cNvPr>
          <p:cNvSpPr txBox="1"/>
          <p:nvPr/>
        </p:nvSpPr>
        <p:spPr>
          <a:xfrm>
            <a:off x="3524061" y="1378141"/>
            <a:ext cx="2214715" cy="400110"/>
          </a:xfrm>
          <a:prstGeom prst="rect">
            <a:avLst/>
          </a:prstGeom>
          <a:noFill/>
        </p:spPr>
        <p:txBody>
          <a:bodyPr wrap="square" rtlCol="0">
            <a:spAutoFit/>
          </a:bodyPr>
          <a:lstStyle/>
          <a:p>
            <a:r>
              <a:rPr lang="fr-FR" sz="2000" b="1" dirty="0">
                <a:solidFill>
                  <a:schemeClr val="accent1"/>
                </a:solidFill>
              </a:rPr>
              <a:t>Problématique</a:t>
            </a:r>
            <a:r>
              <a:rPr lang="fr-FR" dirty="0"/>
              <a:t> </a:t>
            </a:r>
          </a:p>
        </p:txBody>
      </p:sp>
      <p:sp>
        <p:nvSpPr>
          <p:cNvPr id="38" name="Rectangle : coins arrondis 37">
            <a:extLst>
              <a:ext uri="{FF2B5EF4-FFF2-40B4-BE49-F238E27FC236}">
                <a16:creationId xmlns:a16="http://schemas.microsoft.com/office/drawing/2014/main" id="{9A982810-B079-4669-A825-8E6DE23CAA63}"/>
              </a:ext>
            </a:extLst>
          </p:cNvPr>
          <p:cNvSpPr/>
          <p:nvPr/>
        </p:nvSpPr>
        <p:spPr>
          <a:xfrm>
            <a:off x="2042816" y="1743740"/>
            <a:ext cx="5116440" cy="19647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Google Shape;447;p38">
            <a:extLst>
              <a:ext uri="{FF2B5EF4-FFF2-40B4-BE49-F238E27FC236}">
                <a16:creationId xmlns:a16="http://schemas.microsoft.com/office/drawing/2014/main" id="{FF907F65-9767-472C-B288-11C3D77E2623}"/>
              </a:ext>
            </a:extLst>
          </p:cNvPr>
          <p:cNvSpPr txBox="1">
            <a:spLocks noGrp="1"/>
          </p:cNvSpPr>
          <p:nvPr>
            <p:ph type="subTitle" idx="1"/>
          </p:nvPr>
        </p:nvSpPr>
        <p:spPr>
          <a:xfrm>
            <a:off x="2160920" y="1939974"/>
            <a:ext cx="4822159" cy="1572264"/>
          </a:xfrm>
          <a:prstGeom prst="rect">
            <a:avLst/>
          </a:prstGeom>
          <a:solidFill>
            <a:schemeClr val="tx2">
              <a:lumMod val="40000"/>
              <a:lumOff val="60000"/>
            </a:schemeClr>
          </a:solidFill>
        </p:spPr>
        <p:txBody>
          <a:bodyPr spcFirstLastPara="1" wrap="square" lIns="90000" tIns="91425" rIns="90000" bIns="91425" anchor="t" anchorCtr="0">
            <a:noAutofit/>
          </a:bodyPr>
          <a:lstStyle/>
          <a:p>
            <a:pPr marL="0" lvl="0" indent="0"/>
            <a:r>
              <a:rPr lang="fr-FR" sz="2400" dirty="0">
                <a:solidFill>
                  <a:schemeClr val="bg2"/>
                </a:solidFill>
              </a:rPr>
              <a:t>Comment créer un Système de détection d’intrusion basé sur l’Apprentissage Automatique ?</a:t>
            </a:r>
            <a:endParaRPr sz="2400" dirty="0">
              <a:solidFill>
                <a:schemeClr val="bg2"/>
              </a:solidFill>
            </a:endParaRPr>
          </a:p>
        </p:txBody>
      </p:sp>
      <p:pic>
        <p:nvPicPr>
          <p:cNvPr id="3" name="Image 2">
            <a:extLst>
              <a:ext uri="{FF2B5EF4-FFF2-40B4-BE49-F238E27FC236}">
                <a16:creationId xmlns:a16="http://schemas.microsoft.com/office/drawing/2014/main" id="{3E64A9FA-C076-8505-9946-513EBF050DB6}"/>
              </a:ext>
            </a:extLst>
          </p:cNvPr>
          <p:cNvPicPr>
            <a:picLocks noChangeAspect="1"/>
          </p:cNvPicPr>
          <p:nvPr/>
        </p:nvPicPr>
        <p:blipFill>
          <a:blip r:embed="rId2">
            <a:clrChange>
              <a:clrFrom>
                <a:srgbClr val="FFFFFF"/>
              </a:clrFrom>
              <a:clrTo>
                <a:srgbClr val="FFFFFF">
                  <a:alpha val="0"/>
                </a:srgbClr>
              </a:clrTo>
            </a:clrChange>
          </a:blip>
          <a:stretch>
            <a:fillRect/>
          </a:stretch>
        </p:blipFill>
        <p:spPr>
          <a:xfrm rot="1108411">
            <a:off x="6238479" y="-440637"/>
            <a:ext cx="2888122" cy="2888122"/>
          </a:xfrm>
          <a:prstGeom prst="rect">
            <a:avLst/>
          </a:prstGeom>
        </p:spPr>
      </p:pic>
      <p:sp>
        <p:nvSpPr>
          <p:cNvPr id="39" name="TextBox 38"/>
          <p:cNvSpPr txBox="1"/>
          <p:nvPr/>
        </p:nvSpPr>
        <p:spPr>
          <a:xfrm>
            <a:off x="254000" y="4889500"/>
            <a:ext cx="1463862" cy="400110"/>
          </a:xfrm>
          <a:prstGeom prst="rect">
            <a:avLst/>
          </a:prstGeom>
          <a:noFill/>
        </p:spPr>
        <p:txBody>
          <a:bodyPr wrap="none">
            <a:spAutoFit/>
          </a:bodyPr>
          <a:lstStyle/>
          <a:p>
            <a:r>
              <a:rPr sz="1000" dirty="0">
                <a:solidFill>
                  <a:srgbClr val="FFFFFF"/>
                </a:solidFill>
                <a:latin typeface="Arial"/>
              </a:rPr>
              <a:t>14  |</a:t>
            </a:r>
            <a:r>
              <a:rPr lang="fr-FR" sz="1000" dirty="0">
                <a:solidFill>
                  <a:srgbClr val="FFFFFF"/>
                </a:solidFill>
                <a:latin typeface="Arial"/>
              </a:rPr>
              <a:t> </a:t>
            </a:r>
            <a:r>
              <a:rPr lang="fr-FR" sz="1000" dirty="0">
                <a:solidFill>
                  <a:srgbClr val="FFFFFF"/>
                </a:solidFill>
              </a:rPr>
              <a:t>Contexte Général</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388610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739" y="0"/>
            <a:ext cx="2708349" cy="5398330"/>
            <a:chOff x="0" y="0"/>
            <a:chExt cx="1426620" cy="2843565"/>
          </a:xfrm>
        </p:grpSpPr>
        <p:sp>
          <p:nvSpPr>
            <p:cNvPr id="3" name="Freeform 3"/>
            <p:cNvSpPr/>
            <p:nvPr/>
          </p:nvSpPr>
          <p:spPr>
            <a:xfrm>
              <a:off x="0" y="0"/>
              <a:ext cx="1426620" cy="2843565"/>
            </a:xfrm>
            <a:custGeom>
              <a:avLst/>
              <a:gdLst/>
              <a:ahLst/>
              <a:cxnLst/>
              <a:rect l="l" t="t" r="r" b="b"/>
              <a:pathLst>
                <a:path w="1426620" h="2843565">
                  <a:moveTo>
                    <a:pt x="85756" y="0"/>
                  </a:moveTo>
                  <a:lnTo>
                    <a:pt x="1340864" y="0"/>
                  </a:lnTo>
                  <a:cubicBezTo>
                    <a:pt x="1363608" y="0"/>
                    <a:pt x="1385420" y="9035"/>
                    <a:pt x="1401503" y="25117"/>
                  </a:cubicBezTo>
                  <a:cubicBezTo>
                    <a:pt x="1417585" y="41200"/>
                    <a:pt x="1426620" y="63012"/>
                    <a:pt x="1426620" y="85756"/>
                  </a:cubicBezTo>
                  <a:lnTo>
                    <a:pt x="1426620" y="2757809"/>
                  </a:lnTo>
                  <a:cubicBezTo>
                    <a:pt x="1426620" y="2780553"/>
                    <a:pt x="1417585" y="2802365"/>
                    <a:pt x="1401503" y="2818447"/>
                  </a:cubicBezTo>
                  <a:cubicBezTo>
                    <a:pt x="1385420" y="2834530"/>
                    <a:pt x="1363608" y="2843565"/>
                    <a:pt x="1340864" y="2843565"/>
                  </a:cubicBezTo>
                  <a:lnTo>
                    <a:pt x="85756" y="2843565"/>
                  </a:lnTo>
                  <a:cubicBezTo>
                    <a:pt x="63012" y="2843565"/>
                    <a:pt x="41200" y="2834530"/>
                    <a:pt x="25117" y="2818447"/>
                  </a:cubicBezTo>
                  <a:cubicBezTo>
                    <a:pt x="9035" y="2802365"/>
                    <a:pt x="0" y="2780553"/>
                    <a:pt x="0" y="2757809"/>
                  </a:cubicBezTo>
                  <a:lnTo>
                    <a:pt x="0" y="85756"/>
                  </a:lnTo>
                  <a:cubicBezTo>
                    <a:pt x="0" y="63012"/>
                    <a:pt x="9035" y="41200"/>
                    <a:pt x="25117" y="25117"/>
                  </a:cubicBezTo>
                  <a:cubicBezTo>
                    <a:pt x="41200" y="9035"/>
                    <a:pt x="63012" y="0"/>
                    <a:pt x="85756" y="0"/>
                  </a:cubicBezTo>
                  <a:close/>
                </a:path>
              </a:pathLst>
            </a:custGeom>
            <a:solidFill>
              <a:srgbClr val="7A6AD8"/>
            </a:solidFill>
            <a:ln cap="rnd">
              <a:noFill/>
              <a:prstDash val="solid"/>
              <a:round/>
            </a:ln>
          </p:spPr>
        </p:sp>
        <p:sp>
          <p:nvSpPr>
            <p:cNvPr id="4" name="TextBox 4"/>
            <p:cNvSpPr txBox="1"/>
            <p:nvPr/>
          </p:nvSpPr>
          <p:spPr>
            <a:xfrm>
              <a:off x="0" y="-38100"/>
              <a:ext cx="1426620" cy="2881665"/>
            </a:xfrm>
            <a:prstGeom prst="rect">
              <a:avLst/>
            </a:prstGeom>
          </p:spPr>
          <p:txBody>
            <a:bodyPr lIns="25400" tIns="25400" rIns="25400" bIns="25400" rtlCol="0" anchor="ctr"/>
            <a:lstStyle/>
            <a:p>
              <a:pPr algn="ctr">
                <a:lnSpc>
                  <a:spcPts val="1330"/>
                </a:lnSpc>
              </a:pPr>
              <a:endParaRPr sz="700"/>
            </a:p>
          </p:txBody>
        </p:sp>
      </p:grpSp>
      <p:grpSp>
        <p:nvGrpSpPr>
          <p:cNvPr id="8" name="Group 8"/>
          <p:cNvGrpSpPr/>
          <p:nvPr/>
        </p:nvGrpSpPr>
        <p:grpSpPr>
          <a:xfrm>
            <a:off x="2066657" y="1499430"/>
            <a:ext cx="712937" cy="71293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10" name="TextBox 10"/>
            <p:cNvSpPr txBox="1"/>
            <p:nvPr/>
          </p:nvSpPr>
          <p:spPr>
            <a:xfrm>
              <a:off x="76200" y="38100"/>
              <a:ext cx="660400" cy="698500"/>
            </a:xfrm>
            <a:prstGeom prst="rect">
              <a:avLst/>
            </a:prstGeom>
          </p:spPr>
          <p:txBody>
            <a:bodyPr lIns="19195" tIns="19195" rIns="19195" bIns="19195" rtlCol="0" anchor="ctr"/>
            <a:lstStyle/>
            <a:p>
              <a:pPr algn="ctr">
                <a:lnSpc>
                  <a:spcPts val="1330"/>
                </a:lnSpc>
              </a:pPr>
              <a:endParaRPr sz="700"/>
            </a:p>
          </p:txBody>
        </p:sp>
      </p:grpSp>
      <p:grpSp>
        <p:nvGrpSpPr>
          <p:cNvPr id="11" name="Group 11"/>
          <p:cNvGrpSpPr/>
          <p:nvPr/>
        </p:nvGrpSpPr>
        <p:grpSpPr>
          <a:xfrm>
            <a:off x="2066657" y="2695306"/>
            <a:ext cx="712937" cy="71293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13" name="TextBox 13"/>
            <p:cNvSpPr txBox="1"/>
            <p:nvPr/>
          </p:nvSpPr>
          <p:spPr>
            <a:xfrm>
              <a:off x="76200" y="38100"/>
              <a:ext cx="660400" cy="698500"/>
            </a:xfrm>
            <a:prstGeom prst="rect">
              <a:avLst/>
            </a:prstGeom>
          </p:spPr>
          <p:txBody>
            <a:bodyPr lIns="19195" tIns="19195" rIns="19195" bIns="19195" rtlCol="0" anchor="ctr"/>
            <a:lstStyle/>
            <a:p>
              <a:pPr algn="ctr">
                <a:lnSpc>
                  <a:spcPts val="1330"/>
                </a:lnSpc>
              </a:pPr>
              <a:endParaRPr sz="700"/>
            </a:p>
          </p:txBody>
        </p:sp>
      </p:grpSp>
      <p:grpSp>
        <p:nvGrpSpPr>
          <p:cNvPr id="14" name="Group 14"/>
          <p:cNvGrpSpPr/>
          <p:nvPr/>
        </p:nvGrpSpPr>
        <p:grpSpPr>
          <a:xfrm>
            <a:off x="2041625" y="3891181"/>
            <a:ext cx="737969" cy="73796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16" name="TextBox 16"/>
            <p:cNvSpPr txBox="1"/>
            <p:nvPr/>
          </p:nvSpPr>
          <p:spPr>
            <a:xfrm>
              <a:off x="76200" y="38100"/>
              <a:ext cx="660400" cy="698500"/>
            </a:xfrm>
            <a:prstGeom prst="rect">
              <a:avLst/>
            </a:prstGeom>
          </p:spPr>
          <p:txBody>
            <a:bodyPr lIns="19869" tIns="19869" rIns="19869" bIns="19869" rtlCol="0" anchor="ctr"/>
            <a:lstStyle/>
            <a:p>
              <a:pPr algn="ctr">
                <a:lnSpc>
                  <a:spcPts val="1330"/>
                </a:lnSpc>
              </a:pPr>
              <a:endParaRPr sz="700"/>
            </a:p>
          </p:txBody>
        </p:sp>
      </p:grpSp>
      <p:sp>
        <p:nvSpPr>
          <p:cNvPr id="17" name="Freeform 17"/>
          <p:cNvSpPr/>
          <p:nvPr/>
        </p:nvSpPr>
        <p:spPr>
          <a:xfrm>
            <a:off x="2247537" y="2815007"/>
            <a:ext cx="326147" cy="473534"/>
          </a:xfrm>
          <a:custGeom>
            <a:avLst/>
            <a:gdLst/>
            <a:ahLst/>
            <a:cxnLst/>
            <a:rect l="l" t="t" r="r" b="b"/>
            <a:pathLst>
              <a:path w="652293" h="947068">
                <a:moveTo>
                  <a:pt x="0" y="0"/>
                </a:moveTo>
                <a:lnTo>
                  <a:pt x="652293" y="0"/>
                </a:lnTo>
                <a:lnTo>
                  <a:pt x="652293" y="947068"/>
                </a:lnTo>
                <a:lnTo>
                  <a:pt x="0" y="947068"/>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18" name="Freeform 18"/>
          <p:cNvSpPr/>
          <p:nvPr/>
        </p:nvSpPr>
        <p:spPr>
          <a:xfrm>
            <a:off x="2205796" y="1638569"/>
            <a:ext cx="434660" cy="434660"/>
          </a:xfrm>
          <a:custGeom>
            <a:avLst/>
            <a:gdLst/>
            <a:ahLst/>
            <a:cxnLst/>
            <a:rect l="l" t="t" r="r" b="b"/>
            <a:pathLst>
              <a:path w="869320" h="869320">
                <a:moveTo>
                  <a:pt x="0" y="0"/>
                </a:moveTo>
                <a:lnTo>
                  <a:pt x="869319" y="0"/>
                </a:lnTo>
                <a:lnTo>
                  <a:pt x="869319" y="869320"/>
                </a:lnTo>
                <a:lnTo>
                  <a:pt x="0" y="869320"/>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sp>
      <p:sp>
        <p:nvSpPr>
          <p:cNvPr id="19" name="Freeform 19"/>
          <p:cNvSpPr/>
          <p:nvPr/>
        </p:nvSpPr>
        <p:spPr>
          <a:xfrm>
            <a:off x="2184871" y="4070823"/>
            <a:ext cx="451478" cy="446964"/>
          </a:xfrm>
          <a:custGeom>
            <a:avLst/>
            <a:gdLst/>
            <a:ahLst/>
            <a:cxnLst/>
            <a:rect l="l" t="t" r="r" b="b"/>
            <a:pathLst>
              <a:path w="902956" h="893927">
                <a:moveTo>
                  <a:pt x="0" y="0"/>
                </a:moveTo>
                <a:lnTo>
                  <a:pt x="902957" y="0"/>
                </a:lnTo>
                <a:lnTo>
                  <a:pt x="902957" y="893927"/>
                </a:lnTo>
                <a:lnTo>
                  <a:pt x="0" y="893927"/>
                </a:lnTo>
                <a:lnTo>
                  <a:pt x="0" y="0"/>
                </a:lnTo>
                <a:close/>
              </a:path>
            </a:pathLst>
          </a:custGeom>
          <a:blipFill>
            <a:blip r:embed="rId6" cstate="print">
              <a:extLst>
                <a:ext uri="{96DAC541-7B7A-43D3-8B79-37D633B846F1}">
                  <asvg:svgBlip xmlns:asvg="http://schemas.microsoft.com/office/drawing/2016/SVG/main" r:embed="rId7"/>
                </a:ext>
              </a:extLst>
            </a:blip>
            <a:stretch>
              <a:fillRect/>
            </a:stretch>
          </a:blipFill>
        </p:spPr>
      </p:sp>
      <p:sp>
        <p:nvSpPr>
          <p:cNvPr id="21" name="TextBox 21"/>
          <p:cNvSpPr txBox="1"/>
          <p:nvPr/>
        </p:nvSpPr>
        <p:spPr>
          <a:xfrm>
            <a:off x="1152168" y="495524"/>
            <a:ext cx="2516884" cy="641201"/>
          </a:xfrm>
          <a:prstGeom prst="rect">
            <a:avLst/>
          </a:prstGeom>
        </p:spPr>
        <p:txBody>
          <a:bodyPr wrap="square" lIns="0" tIns="0" rIns="0" bIns="0" rtlCol="0" anchor="t">
            <a:spAutoFit/>
          </a:bodyPr>
          <a:lstStyle/>
          <a:p>
            <a:pPr>
              <a:lnSpc>
                <a:spcPts val="4950"/>
              </a:lnSpc>
            </a:pPr>
            <a:r>
              <a:rPr lang="en-US" sz="4500" dirty="0" err="1">
                <a:solidFill>
                  <a:schemeClr val="accent6"/>
                </a:solidFill>
                <a:latin typeface="Garet Bold"/>
              </a:rPr>
              <a:t>Objectifs</a:t>
            </a:r>
            <a:r>
              <a:rPr lang="en-US" sz="4500" dirty="0">
                <a:solidFill>
                  <a:schemeClr val="accent6"/>
                </a:solidFill>
                <a:latin typeface="Garet Bold"/>
              </a:rPr>
              <a:t> :</a:t>
            </a:r>
            <a:r>
              <a:rPr lang="en-US" sz="4500" dirty="0">
                <a:solidFill>
                  <a:srgbClr val="4DC5EF"/>
                </a:solidFill>
                <a:latin typeface="Garet Bold"/>
              </a:rPr>
              <a:t> </a:t>
            </a:r>
          </a:p>
        </p:txBody>
      </p:sp>
      <p:sp>
        <p:nvSpPr>
          <p:cNvPr id="22" name="TextBox 22"/>
          <p:cNvSpPr txBox="1"/>
          <p:nvPr/>
        </p:nvSpPr>
        <p:spPr>
          <a:xfrm>
            <a:off x="2984576" y="1585305"/>
            <a:ext cx="5762894" cy="943592"/>
          </a:xfrm>
          <a:prstGeom prst="rect">
            <a:avLst/>
          </a:prstGeom>
        </p:spPr>
        <p:txBody>
          <a:bodyPr lIns="0" tIns="0" rIns="0" bIns="0" rtlCol="0" anchor="t">
            <a:spAutoFit/>
          </a:bodyPr>
          <a:lstStyle/>
          <a:p>
            <a:pPr>
              <a:lnSpc>
                <a:spcPts val="2450"/>
              </a:lnSpc>
              <a:spcBef>
                <a:spcPct val="0"/>
              </a:spcBef>
            </a:pPr>
            <a:r>
              <a:rPr lang="fr-FR" sz="1800" dirty="0">
                <a:solidFill>
                  <a:schemeClr val="accent5"/>
                </a:solidFill>
              </a:rPr>
              <a:t>Comprendre les défis de la détection d'intrusions dans les réseaux informatiques et les enjeux de la cybersécurité.</a:t>
            </a:r>
            <a:endParaRPr lang="en-US" sz="1750" dirty="0">
              <a:solidFill>
                <a:schemeClr val="accent5"/>
              </a:solidFill>
              <a:latin typeface="Poppins"/>
            </a:endParaRPr>
          </a:p>
        </p:txBody>
      </p:sp>
      <p:sp>
        <p:nvSpPr>
          <p:cNvPr id="23" name="TextBox 23"/>
          <p:cNvSpPr txBox="1"/>
          <p:nvPr/>
        </p:nvSpPr>
        <p:spPr>
          <a:xfrm>
            <a:off x="2984576" y="2766033"/>
            <a:ext cx="5186707" cy="622991"/>
          </a:xfrm>
          <a:prstGeom prst="rect">
            <a:avLst/>
          </a:prstGeom>
        </p:spPr>
        <p:txBody>
          <a:bodyPr lIns="0" tIns="0" rIns="0" bIns="0" rtlCol="0" anchor="t">
            <a:spAutoFit/>
          </a:bodyPr>
          <a:lstStyle/>
          <a:p>
            <a:pPr>
              <a:lnSpc>
                <a:spcPts val="2450"/>
              </a:lnSpc>
              <a:spcBef>
                <a:spcPct val="0"/>
              </a:spcBef>
            </a:pPr>
            <a:r>
              <a:rPr lang="fr-FR" sz="1800" dirty="0">
                <a:solidFill>
                  <a:schemeClr val="accent5"/>
                </a:solidFill>
              </a:rPr>
              <a:t>Analyser et préparer le jeu de données UNSW-NB15 pour l'apprentissage automatique.</a:t>
            </a:r>
            <a:endParaRPr lang="en-US" sz="1750" dirty="0">
              <a:solidFill>
                <a:schemeClr val="accent5"/>
              </a:solidFill>
              <a:latin typeface="Poppins"/>
            </a:endParaRPr>
          </a:p>
        </p:txBody>
      </p:sp>
      <p:sp>
        <p:nvSpPr>
          <p:cNvPr id="24" name="TextBox 24"/>
          <p:cNvSpPr txBox="1"/>
          <p:nvPr/>
        </p:nvSpPr>
        <p:spPr>
          <a:xfrm>
            <a:off x="2984576" y="3995570"/>
            <a:ext cx="5762894" cy="944489"/>
          </a:xfrm>
          <a:prstGeom prst="rect">
            <a:avLst/>
          </a:prstGeom>
        </p:spPr>
        <p:txBody>
          <a:bodyPr lIns="0" tIns="0" rIns="0" bIns="0" rtlCol="0" anchor="t">
            <a:spAutoFit/>
          </a:bodyPr>
          <a:lstStyle/>
          <a:p>
            <a:pPr>
              <a:lnSpc>
                <a:spcPts val="2450"/>
              </a:lnSpc>
              <a:spcBef>
                <a:spcPct val="0"/>
              </a:spcBef>
            </a:pPr>
            <a:r>
              <a:rPr lang="fr-FR" sz="1750" dirty="0">
                <a:solidFill>
                  <a:schemeClr val="accent5"/>
                </a:solidFill>
                <a:latin typeface="Poppins"/>
              </a:rPr>
              <a:t>Mettre en œuvre, évaluer des modèles de détection d'intrusion et développer une interface utilisateur avec </a:t>
            </a:r>
            <a:r>
              <a:rPr lang="fr-FR" sz="1750" dirty="0" err="1">
                <a:solidFill>
                  <a:schemeClr val="accent5"/>
                </a:solidFill>
                <a:latin typeface="Poppins"/>
              </a:rPr>
              <a:t>Streamlit</a:t>
            </a:r>
            <a:r>
              <a:rPr lang="fr-FR" sz="1750" dirty="0">
                <a:solidFill>
                  <a:schemeClr val="accent5"/>
                </a:solidFill>
                <a:latin typeface="Poppins"/>
              </a:rPr>
              <a:t>.</a:t>
            </a:r>
            <a:endParaRPr lang="en-US" sz="1750" dirty="0">
              <a:solidFill>
                <a:schemeClr val="accent5"/>
              </a:solidFill>
              <a:latin typeface="Poppins"/>
            </a:endParaRPr>
          </a:p>
        </p:txBody>
      </p:sp>
      <p:sp>
        <p:nvSpPr>
          <p:cNvPr id="5" name="Espace réservé du numéro de diapositive 4">
            <a:extLst>
              <a:ext uri="{FF2B5EF4-FFF2-40B4-BE49-F238E27FC236}">
                <a16:creationId xmlns:a16="http://schemas.microsoft.com/office/drawing/2014/main" id="{0555FEB4-DB48-DC87-1CF2-3293FE0409C9}"/>
              </a:ext>
            </a:extLst>
          </p:cNvPr>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12</a:t>
            </a:fld>
            <a:endParaRPr lang="en-US" kern="1200" dirty="0">
              <a:solidFill>
                <a:prstClr val="black">
                  <a:tint val="75000"/>
                </a:prstClr>
              </a:solidFill>
              <a:latin typeface="Calibri"/>
              <a:ea typeface="+mn-ea"/>
              <a:cs typeface="+mn-cs"/>
            </a:endParaRPr>
          </a:p>
        </p:txBody>
      </p:sp>
      <p:sp>
        <p:nvSpPr>
          <p:cNvPr id="43" name="TextBox 42"/>
          <p:cNvSpPr txBox="1"/>
          <p:nvPr/>
        </p:nvSpPr>
        <p:spPr>
          <a:xfrm>
            <a:off x="254000" y="4889500"/>
            <a:ext cx="1463862" cy="400110"/>
          </a:xfrm>
          <a:prstGeom prst="rect">
            <a:avLst/>
          </a:prstGeom>
          <a:noFill/>
        </p:spPr>
        <p:txBody>
          <a:bodyPr wrap="none">
            <a:spAutoFit/>
          </a:bodyPr>
          <a:lstStyle/>
          <a:p>
            <a:r>
              <a:rPr sz="1000" dirty="0">
                <a:solidFill>
                  <a:srgbClr val="FFFFFF"/>
                </a:solidFill>
                <a:latin typeface="Arial"/>
              </a:rPr>
              <a:t>15  |</a:t>
            </a:r>
            <a:r>
              <a:rPr lang="fr-FR" sz="1000" dirty="0">
                <a:solidFill>
                  <a:srgbClr val="FFFFFF"/>
                </a:solidFill>
                <a:latin typeface="Arial"/>
              </a:rPr>
              <a:t> </a:t>
            </a:r>
            <a:r>
              <a:rPr lang="fr-FR" sz="1000" dirty="0">
                <a:solidFill>
                  <a:srgbClr val="FFFFFF"/>
                </a:solidFill>
              </a:rPr>
              <a:t>Contexte Général</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930419157"/>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 presetClass="entr" presetSubtype="4"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500" fill="hold"/>
                                        <p:tgtEl>
                                          <p:spTgt spid="23"/>
                                        </p:tgtEl>
                                        <p:attrNameLst>
                                          <p:attrName>ppt_x</p:attrName>
                                        </p:attrNameLst>
                                      </p:cBhvr>
                                      <p:tavLst>
                                        <p:tav tm="0">
                                          <p:val>
                                            <p:strVal val="#ppt_x"/>
                                          </p:val>
                                        </p:tav>
                                        <p:tav tm="100000">
                                          <p:val>
                                            <p:strVal val="#ppt_x"/>
                                          </p:val>
                                        </p:tav>
                                      </p:tavLst>
                                    </p:anim>
                                    <p:anim calcmode="lin" valueType="num">
                                      <p:cBhvr additive="base">
                                        <p:cTn id="29" dur="500" fill="hold"/>
                                        <p:tgtEl>
                                          <p:spTgt spid="23"/>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 presetClass="entr" presetSubtype="4"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ppt_x"/>
                                          </p:val>
                                        </p:tav>
                                        <p:tav tm="100000">
                                          <p:val>
                                            <p:strVal val="#ppt_x"/>
                                          </p:val>
                                        </p:tav>
                                      </p:tavLst>
                                    </p:anim>
                                    <p:anim calcmode="lin" valueType="num">
                                      <p:cBhvr additive="base">
                                        <p:cTn id="4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699E64-87E7-575A-4079-C733ECE7B475}"/>
            </a:ext>
          </a:extLst>
        </p:cNvPr>
        <p:cNvGrpSpPr/>
        <p:nvPr/>
      </p:nvGrpSpPr>
      <p:grpSpPr>
        <a:xfrm>
          <a:off x="0" y="0"/>
          <a:ext cx="0" cy="0"/>
          <a:chOff x="0" y="0"/>
          <a:chExt cx="0" cy="0"/>
        </a:xfrm>
      </p:grpSpPr>
      <p:sp>
        <p:nvSpPr>
          <p:cNvPr id="2" name="!!1">
            <a:extLst>
              <a:ext uri="{FF2B5EF4-FFF2-40B4-BE49-F238E27FC236}">
                <a16:creationId xmlns:a16="http://schemas.microsoft.com/office/drawing/2014/main" id="{980D5958-1177-2CE5-E7DF-5CDCBB2943D2}"/>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C6F4692C-525E-7BEA-4CD2-BAB68945F710}"/>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6B868D22-BEDA-2A1C-4365-93C12893F3C2}"/>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4BF37E51-B081-013A-CDCB-35A99B318B46}"/>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5FC99E89-62B2-D3C9-8467-7C3F8459E6D0}"/>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C9368C38-02E6-4906-961A-0E27BFB7C100}"/>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6E718FE4-92D0-8634-9AFC-D0F5D494AC6E}"/>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BE1E55D7-41B3-965D-E354-E1C858970FDF}"/>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9D4C985A-07B9-D962-ADDF-341D9D1E17D7}"/>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2A863139-18FE-3434-B736-822B9ECE7309}"/>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32528852-CC36-4F71-9EF6-9ACD4DEEA96E}"/>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65195EB0-4C12-C528-7DF5-87B4DE1004CE}"/>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987ADDF8-3611-C004-7115-9543ED5C3378}"/>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8FE3BC62-5E0A-847C-8BE7-A93C2240D6A8}"/>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9BE28F57-2851-3344-C5E3-B6D664083539}"/>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1510F936-30A2-E1EF-C5B8-C38A1C19FB84}"/>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19EAC4AA-9734-4AFE-5131-7A8BF5EF07A4}"/>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085E513A-8392-F4F3-B44E-1C7FAA3B4D8E}"/>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7CEACE6A-FD07-4E64-2658-0ED8A92FFEFD}"/>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157354AD-A692-18CA-C09C-30B0B5FEB107}"/>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7BE9DF00-CD7F-69E2-C28C-408DC315542D}"/>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7798838D-F2A0-2F4B-9C7D-3262912C06E9}"/>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FB8497A7-2522-9A1B-3893-0697B3155571}"/>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5ED31E29-197F-7432-4FC1-C66593D0A26B}"/>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CC51D9D2-B1B7-2974-C7DA-4AB380D97B2B}"/>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AE56B7E4-00EA-9DE9-D57A-4C06E457A040}"/>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7B4239DC-4DF3-5885-990D-F2EC935F33E7}"/>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A9385F27-6A11-A35D-FDE5-A6553DCDD9D9}"/>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852A15A5-B9A6-A529-6CF4-9093097FCD82}"/>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8AB039E9-2EB4-5CED-49CE-23F1C644BC3E}"/>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898F90B2-0A71-4150-FDA0-2CA9E0DB7953}"/>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7777439D-CC26-3F59-730E-0447D0863BEF}"/>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409752CE-CA9B-FAF0-6928-AF20B856EABC}"/>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B92EA85B-73E5-8EE8-D48C-D5516FFF6260}"/>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FD5B6453-3B95-8625-D9D4-3643265CC45B}"/>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08F9D980-9274-A05B-69B9-DE0E6649C5CB}"/>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DDB3179B-D4E3-B809-4D56-BD5A401A5019}"/>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AD2CBE68-B174-58A1-24C6-E280F523DAC7}"/>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BFE86583-C50E-8531-1780-16E63280C84A}"/>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24135994-DBE4-58E4-54CB-03F551D582BB}"/>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2ABFF212-078E-24F0-29E9-734080617368}"/>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DB31E4AC-963B-3A0B-BE66-69E8EC0FC0B3}"/>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FA3F94C5-4EA9-64CD-30F6-FFCBD9B642EF}"/>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620D172A-60DD-D4BA-0B86-D3FC3EB4F02F}"/>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EE14692F-5D07-3ED0-4112-36596E5E2E60}"/>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196DE7D0-9472-E3B1-7170-2E0BCCF340E0}"/>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BBE2D66C-BDCE-6224-4635-5298E6319AF0}"/>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697EB543-C6E9-21ED-F14F-035845DCEC78}"/>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17E41040-B8FB-8777-478C-D4BF77E51CEB}"/>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4A564115-690B-B7E4-4CC8-5BCCBE74BECE}"/>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EAB2A1C7-C968-3920-9455-500DC7800819}"/>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B77EDF4B-76C5-3F8C-4DB6-0E5BDDED0988}"/>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6A6DDCE3-E555-8C32-3004-D68355940406}"/>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FC08E5FD-252A-D90C-D9C5-B8BBA297CCB8}"/>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ED0A8A6C-57C5-E8CD-EB5C-1CB2EC692D4C}"/>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04EFA64E-1666-578F-9746-52596B423E20}"/>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B2C57367-95E4-0826-EAD9-C94DC3224782}"/>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1443CA76-001B-2610-F5EB-BA0984F406A3}"/>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A75BAEB2-131A-8ED6-4F16-1CBB804AEFEB}"/>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1534E883-A833-F1F2-A4FD-0682DF887101}"/>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0FA759BB-1A39-BB5C-C5BD-0D0C73060AE4}"/>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290937BB-6B26-D740-F2FF-6F05C448D322}"/>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D10A80F6-F78D-9522-B19D-6AB29AB3E880}"/>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33162603-82F5-8003-EED6-9A538DF673F8}"/>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2A4E53A6-3A5C-6928-C292-380682DD350F}"/>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75736CE4-8191-FBFE-67A9-999A36317FDD}"/>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C5C0B285-E7B4-A7DD-6C64-7E42FF75FC2F}"/>
              </a:ext>
            </a:extLst>
          </p:cNvPr>
          <p:cNvSpPr txBox="1">
            <a:spLocks/>
          </p:cNvSpPr>
          <p:nvPr/>
        </p:nvSpPr>
        <p:spPr>
          <a:xfrm>
            <a:off x="-491939" y="2045094"/>
            <a:ext cx="6950307" cy="815700"/>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dirty="0">
                <a:solidFill>
                  <a:schemeClr val="accent1"/>
                </a:solidFill>
              </a:rPr>
              <a:t>Etat d’art</a:t>
            </a:r>
          </a:p>
        </p:txBody>
      </p:sp>
      <p:sp>
        <p:nvSpPr>
          <p:cNvPr id="71" name="TextBox 70"/>
          <p:cNvSpPr txBox="1"/>
          <p:nvPr/>
        </p:nvSpPr>
        <p:spPr>
          <a:xfrm>
            <a:off x="254000" y="4889500"/>
            <a:ext cx="974947" cy="400110"/>
          </a:xfrm>
          <a:prstGeom prst="rect">
            <a:avLst/>
          </a:prstGeom>
          <a:noFill/>
        </p:spPr>
        <p:txBody>
          <a:bodyPr wrap="none">
            <a:spAutoFit/>
          </a:bodyPr>
          <a:lstStyle/>
          <a:p>
            <a:r>
              <a:rPr sz="1000" dirty="0">
                <a:solidFill>
                  <a:srgbClr val="FFFFFF"/>
                </a:solidFill>
                <a:latin typeface="Arial"/>
              </a:rPr>
              <a:t>27  |</a:t>
            </a:r>
            <a:r>
              <a:rPr lang="fr-FR" sz="1000" dirty="0">
                <a:solidFill>
                  <a:srgbClr val="FFFFFF"/>
                </a:solidFill>
              </a:rPr>
              <a:t> Etat d’art</a:t>
            </a:r>
          </a:p>
          <a:p>
            <a:endParaRPr sz="1000" dirty="0">
              <a:solidFill>
                <a:srgbClr val="FFFFFF"/>
              </a:solidFill>
              <a:latin typeface="Arial"/>
            </a:endParaRPr>
          </a:p>
        </p:txBody>
      </p:sp>
    </p:spTree>
    <p:extLst>
      <p:ext uri="{BB962C8B-B14F-4D97-AF65-F5344CB8AC3E}">
        <p14:creationId xmlns:p14="http://schemas.microsoft.com/office/powerpoint/2010/main" val="1258869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56"/>
          <p:cNvSpPr txBox="1">
            <a:spLocks noGrp="1"/>
          </p:cNvSpPr>
          <p:nvPr>
            <p:ph type="title"/>
          </p:nvPr>
        </p:nvSpPr>
        <p:spPr>
          <a:xfrm>
            <a:off x="4372957" y="853226"/>
            <a:ext cx="3770357" cy="620807"/>
          </a:xfrm>
          <a:prstGeom prst="rect">
            <a:avLst/>
          </a:prstGeom>
        </p:spPr>
        <p:txBody>
          <a:bodyPr spcFirstLastPara="1" wrap="square" lIns="90000" tIns="91425" rIns="90000" bIns="91425" anchor="t" anchorCtr="0">
            <a:noAutofit/>
          </a:bodyPr>
          <a:lstStyle/>
          <a:p>
            <a:r>
              <a:rPr lang="fr-FR" sz="1600" dirty="0">
                <a:solidFill>
                  <a:schemeClr val="accent2"/>
                </a:solidFill>
                <a:latin typeface="Montserrat Medium" panose="00000600000000000000" pitchFamily="2" charset="0"/>
              </a:rPr>
              <a:t>Revue de littérature :20 Articles</a:t>
            </a:r>
            <a:br>
              <a:rPr lang="fr-FR" dirty="0">
                <a:solidFill>
                  <a:schemeClr val="accent5"/>
                </a:solidFill>
                <a:latin typeface="Montserrat Medium" panose="00000600000000000000" pitchFamily="2" charset="0"/>
              </a:rPr>
            </a:br>
            <a:endParaRPr dirty="0"/>
          </a:p>
        </p:txBody>
      </p:sp>
      <p:sp>
        <p:nvSpPr>
          <p:cNvPr id="4" name="Rectangle 1">
            <a:extLst>
              <a:ext uri="{FF2B5EF4-FFF2-40B4-BE49-F238E27FC236}">
                <a16:creationId xmlns:a16="http://schemas.microsoft.com/office/drawing/2014/main" id="{031270EC-3704-1CB7-3980-FB090B753E0F}"/>
              </a:ext>
            </a:extLst>
          </p:cNvPr>
          <p:cNvSpPr>
            <a:spLocks noGrp="1" noChangeArrowheads="1"/>
          </p:cNvSpPr>
          <p:nvPr>
            <p:ph type="body" idx="1"/>
          </p:nvPr>
        </p:nvSpPr>
        <p:spPr bwMode="auto">
          <a:xfrm>
            <a:off x="510062" y="1660674"/>
            <a:ext cx="3816626" cy="2677656"/>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Comprendre les techniques les plus efficaces (algorithmes, prétraitement, jeux de données)</a:t>
            </a:r>
          </a:p>
          <a:p>
            <a:pPr marL="285750" lvl="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Comparer les performances (précision, rappel, F1-score, AUC)</a:t>
            </a:r>
          </a:p>
          <a:p>
            <a:pPr marL="285750" lvl="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Dégager les forces, limites et tendances actuelles</a:t>
            </a:r>
          </a:p>
          <a:p>
            <a:pPr marL="285750" lvl="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Justifier le choix des méthodes que nous avons utilisées dans notre propre projet.</a:t>
            </a:r>
          </a:p>
          <a:p>
            <a:pPr marL="285750" lvl="0" indent="-285750" algn="just" eaLnBrk="0" fontAlgn="base" hangingPunct="0">
              <a:spcBef>
                <a:spcPct val="0"/>
              </a:spcBef>
              <a:spcAft>
                <a:spcPct val="0"/>
              </a:spcAft>
              <a:buClrTx/>
              <a:buSzTx/>
              <a:buFont typeface="Wingdings" panose="05000000000000000000" pitchFamily="2" charset="2"/>
              <a:buChar char="Ø"/>
            </a:pPr>
            <a:endParaRPr kumimoji="0" lang="fr-FR" altLang="fr-FR" b="0" i="0" u="none" strike="noStrike" cap="none" normalizeH="0" baseline="0" dirty="0">
              <a:ln>
                <a:noFill/>
              </a:ln>
              <a:solidFill>
                <a:srgbClr val="F89746"/>
              </a:solidFill>
              <a:effectLst/>
              <a:latin typeface="Montserrat Medium" panose="00000600000000000000" pitchFamily="2" charset="0"/>
            </a:endParaRPr>
          </a:p>
          <a:p>
            <a:pPr marL="0" lvl="0" indent="0" algn="just" eaLnBrk="0" fontAlgn="base" hangingPunct="0">
              <a:spcBef>
                <a:spcPct val="0"/>
              </a:spcBef>
              <a:spcAft>
                <a:spcPct val="0"/>
              </a:spcAft>
              <a:buClrTx/>
              <a:buSzTx/>
              <a:buNone/>
            </a:pPr>
            <a:endParaRPr lang="fr-FR" dirty="0">
              <a:solidFill>
                <a:schemeClr val="accent5"/>
              </a:solidFill>
            </a:endParaRPr>
          </a:p>
        </p:txBody>
      </p:sp>
      <p:sp>
        <p:nvSpPr>
          <p:cNvPr id="1561" name="TextBox 1560"/>
          <p:cNvSpPr txBox="1"/>
          <p:nvPr/>
        </p:nvSpPr>
        <p:spPr>
          <a:xfrm>
            <a:off x="254000" y="4889500"/>
            <a:ext cx="2164375" cy="400110"/>
          </a:xfrm>
          <a:prstGeom prst="rect">
            <a:avLst/>
          </a:prstGeom>
          <a:noFill/>
        </p:spPr>
        <p:txBody>
          <a:bodyPr wrap="none">
            <a:spAutoFit/>
          </a:bodyPr>
          <a:lstStyle/>
          <a:p>
            <a:r>
              <a:rPr sz="1000" dirty="0">
                <a:solidFill>
                  <a:srgbClr val="FFFFFF"/>
                </a:solidFill>
                <a:latin typeface="Arial"/>
              </a:rPr>
              <a:t>20  |</a:t>
            </a:r>
            <a:r>
              <a:rPr lang="fr-FR" sz="1000" dirty="0">
                <a:solidFill>
                  <a:srgbClr val="FFFFFF"/>
                </a:solidFill>
              </a:rPr>
              <a:t> L’Apprentissage Automatique </a:t>
            </a:r>
          </a:p>
          <a:p>
            <a:endParaRPr sz="1000" dirty="0">
              <a:solidFill>
                <a:srgbClr val="FFFFFF"/>
              </a:solidFill>
              <a:latin typeface="Arial"/>
            </a:endParaRPr>
          </a:p>
        </p:txBody>
      </p:sp>
      <p:sp>
        <p:nvSpPr>
          <p:cNvPr id="6" name="Google Shape;1560;p56">
            <a:extLst>
              <a:ext uri="{FF2B5EF4-FFF2-40B4-BE49-F238E27FC236}">
                <a16:creationId xmlns:a16="http://schemas.microsoft.com/office/drawing/2014/main" id="{4DD0FDCC-40BB-40D8-92D9-6E0F84552500}"/>
              </a:ext>
            </a:extLst>
          </p:cNvPr>
          <p:cNvSpPr txBox="1">
            <a:spLocks/>
          </p:cNvSpPr>
          <p:nvPr/>
        </p:nvSpPr>
        <p:spPr>
          <a:xfrm>
            <a:off x="556331" y="1163630"/>
            <a:ext cx="3770357" cy="620807"/>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500"/>
              <a:buFont typeface="Montserrat Black"/>
              <a:buNone/>
              <a:defRPr sz="3500" b="0" i="0" u="none" strike="noStrike" cap="none">
                <a:solidFill>
                  <a:schemeClr val="lt1"/>
                </a:solidFill>
                <a:latin typeface="Montserrat Black"/>
                <a:ea typeface="Montserrat Black"/>
                <a:cs typeface="Montserrat Black"/>
                <a:sym typeface="Montserrat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fr-FR" sz="1600" dirty="0">
                <a:solidFill>
                  <a:schemeClr val="accent2"/>
                </a:solidFill>
                <a:latin typeface="Montserrat Medium" panose="00000600000000000000" pitchFamily="2" charset="0"/>
              </a:rPr>
              <a:t>Objectif</a:t>
            </a:r>
            <a:br>
              <a:rPr lang="fr-FR" dirty="0">
                <a:solidFill>
                  <a:schemeClr val="accent5"/>
                </a:solidFill>
                <a:latin typeface="Montserrat Medium" panose="00000600000000000000" pitchFamily="2" charset="0"/>
              </a:rPr>
            </a:br>
            <a:endParaRPr lang="fr-FR" dirty="0"/>
          </a:p>
        </p:txBody>
      </p:sp>
      <p:sp>
        <p:nvSpPr>
          <p:cNvPr id="7" name="Rectangle 1">
            <a:extLst>
              <a:ext uri="{FF2B5EF4-FFF2-40B4-BE49-F238E27FC236}">
                <a16:creationId xmlns:a16="http://schemas.microsoft.com/office/drawing/2014/main" id="{107374E5-8204-4277-BD16-048A9EE2E6D6}"/>
              </a:ext>
            </a:extLst>
          </p:cNvPr>
          <p:cNvSpPr txBox="1">
            <a:spLocks noChangeArrowheads="1"/>
          </p:cNvSpPr>
          <p:nvPr/>
        </p:nvSpPr>
        <p:spPr bwMode="auto">
          <a:xfrm>
            <a:off x="4817314" y="2199283"/>
            <a:ext cx="3816626" cy="1600438"/>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1pPr>
            <a:lvl2pPr marL="914400" marR="0" lvl="1"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2pPr>
            <a:lvl3pPr marL="1371600" marR="0" lvl="2"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3pPr>
            <a:lvl4pPr marL="1828800" marR="0" lvl="3"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4pPr>
            <a:lvl5pPr marL="2286000" marR="0" lvl="4"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5pPr>
            <a:lvl6pPr marL="2743200" marR="0" lvl="5"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6pPr>
            <a:lvl7pPr marL="3200400" marR="0" lvl="6"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7pPr>
            <a:lvl8pPr marL="3657600" marR="0" lvl="7"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8pPr>
            <a:lvl9pPr marL="4114800" marR="0" lvl="8" indent="-317500" algn="l" rtl="0">
              <a:lnSpc>
                <a:spcPct val="115000"/>
              </a:lnSpc>
              <a:spcBef>
                <a:spcPts val="0"/>
              </a:spcBef>
              <a:spcAft>
                <a:spcPts val="0"/>
              </a:spcAft>
              <a:buClr>
                <a:schemeClr val="dk1"/>
              </a:buClr>
              <a:buSzPts val="1400"/>
              <a:buFont typeface="Montserrat Medium"/>
              <a:buChar char="■"/>
              <a:defRPr sz="1400" b="0" i="0" u="none" strike="noStrike" cap="none">
                <a:solidFill>
                  <a:schemeClr val="dk1"/>
                </a:solidFill>
                <a:latin typeface="Montserrat Medium"/>
                <a:ea typeface="Montserrat Medium"/>
                <a:cs typeface="Montserrat Medium"/>
                <a:sym typeface="Montserrat Medium"/>
              </a:defRPr>
            </a:lvl9pPr>
          </a:lstStyle>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Objectif de chaque article</a:t>
            </a:r>
          </a:p>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Le pretraitement de jeu de donnée</a:t>
            </a:r>
          </a:p>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jeu de donnée utilisé  </a:t>
            </a:r>
          </a:p>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Les modèles traités</a:t>
            </a:r>
          </a:p>
          <a:p>
            <a:pPr marL="285750" indent="-285750" algn="just" eaLnBrk="0" fontAlgn="base" hangingPunct="0">
              <a:spcBef>
                <a:spcPct val="0"/>
              </a:spcBef>
              <a:spcAft>
                <a:spcPct val="0"/>
              </a:spcAft>
              <a:buClrTx/>
              <a:buSzTx/>
              <a:buFont typeface="Wingdings" panose="05000000000000000000" pitchFamily="2" charset="2"/>
              <a:buChar char="Ø"/>
            </a:pPr>
            <a:r>
              <a:rPr lang="fr-FR" altLang="fr-FR" dirty="0">
                <a:solidFill>
                  <a:schemeClr val="accent5"/>
                </a:solidFill>
                <a:latin typeface="Montserrat Medium" panose="00000600000000000000" pitchFamily="2" charset="0"/>
              </a:rPr>
              <a:t>Les performances  </a:t>
            </a:r>
          </a:p>
          <a:p>
            <a:pPr marL="285750" indent="-285750" algn="just" eaLnBrk="0" fontAlgn="base" hangingPunct="0">
              <a:spcBef>
                <a:spcPct val="0"/>
              </a:spcBef>
              <a:spcAft>
                <a:spcPct val="0"/>
              </a:spcAft>
              <a:buClrTx/>
              <a:buSzTx/>
              <a:buFont typeface="Wingdings" panose="05000000000000000000" pitchFamily="2" charset="2"/>
              <a:buChar char="Ø"/>
            </a:pPr>
            <a:endParaRPr lang="fr-FR" altLang="fr-FR" dirty="0">
              <a:solidFill>
                <a:srgbClr val="F89746"/>
              </a:solidFill>
              <a:latin typeface="Montserrat Medium" panose="00000600000000000000" pitchFamily="2" charset="0"/>
            </a:endParaRPr>
          </a:p>
          <a:p>
            <a:pPr marL="0" indent="0" algn="just" eaLnBrk="0" fontAlgn="base" hangingPunct="0">
              <a:spcBef>
                <a:spcPct val="0"/>
              </a:spcBef>
              <a:spcAft>
                <a:spcPct val="0"/>
              </a:spcAft>
              <a:buClrTx/>
              <a:buSzTx/>
              <a:buFont typeface="Montserrat Medium"/>
              <a:buNone/>
            </a:pPr>
            <a:endParaRPr lang="fr-FR" dirty="0">
              <a:solidFill>
                <a:schemeClr val="accent5"/>
              </a:solidFill>
            </a:endParaRPr>
          </a:p>
        </p:txBody>
      </p:sp>
      <p:sp>
        <p:nvSpPr>
          <p:cNvPr id="8" name="Google Shape;1560;p56">
            <a:extLst>
              <a:ext uri="{FF2B5EF4-FFF2-40B4-BE49-F238E27FC236}">
                <a16:creationId xmlns:a16="http://schemas.microsoft.com/office/drawing/2014/main" id="{04C10A85-4CD9-435B-914F-FDE955180406}"/>
              </a:ext>
            </a:extLst>
          </p:cNvPr>
          <p:cNvSpPr txBox="1">
            <a:spLocks/>
          </p:cNvSpPr>
          <p:nvPr/>
        </p:nvSpPr>
        <p:spPr>
          <a:xfrm>
            <a:off x="4572000" y="1544052"/>
            <a:ext cx="3770357" cy="620807"/>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500"/>
              <a:buFont typeface="Montserrat Black"/>
              <a:buNone/>
              <a:defRPr sz="3500" b="0" i="0" u="none" strike="noStrike" cap="none">
                <a:solidFill>
                  <a:schemeClr val="lt1"/>
                </a:solidFill>
                <a:latin typeface="Montserrat Black"/>
                <a:ea typeface="Montserrat Black"/>
                <a:cs typeface="Montserrat Black"/>
                <a:sym typeface="Montserrat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fr-FR" sz="1600" dirty="0">
                <a:solidFill>
                  <a:schemeClr val="accent2"/>
                </a:solidFill>
                <a:latin typeface="Montserrat Medium" panose="00000600000000000000" pitchFamily="2" charset="0"/>
              </a:rPr>
              <a:t>Les métriques utilisés </a:t>
            </a:r>
            <a:br>
              <a:rPr lang="fr-FR" dirty="0">
                <a:solidFill>
                  <a:schemeClr val="accent5"/>
                </a:solidFill>
                <a:latin typeface="Montserrat Medium" panose="00000600000000000000" pitchFamily="2" charset="0"/>
              </a:rPr>
            </a:br>
            <a:endParaRPr lang="fr-FR" dirty="0"/>
          </a:p>
        </p:txBody>
      </p:sp>
    </p:spTree>
    <p:extLst>
      <p:ext uri="{BB962C8B-B14F-4D97-AF65-F5344CB8AC3E}">
        <p14:creationId xmlns:p14="http://schemas.microsoft.com/office/powerpoint/2010/main" val="303680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bg/>
                                          </p:spTgt>
                                        </p:tgtEl>
                                        <p:attrNameLst>
                                          <p:attrName>style.visibility</p:attrName>
                                        </p:attrNameLst>
                                      </p:cBhvr>
                                      <p:to>
                                        <p:strVal val="visible"/>
                                      </p:to>
                                    </p:set>
                                    <p:anim calcmode="lin" valueType="num">
                                      <p:cBhvr additive="base">
                                        <p:cTn id="13" dur="500" fill="hold"/>
                                        <p:tgtEl>
                                          <p:spTgt spid="4">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 calcmode="lin" valueType="num">
                                      <p:cBhvr additive="base">
                                        <p:cTn id="3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 calcmode="lin" valueType="num">
                                      <p:cBhvr additive="base">
                                        <p:cTn id="3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anim calcmode="lin" valueType="num">
                                      <p:cBhvr additive="base">
                                        <p:cTn id="5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
                                            <p:txEl>
                                              <p:pRg st="1" end="1"/>
                                            </p:txEl>
                                          </p:spTgt>
                                        </p:tgtEl>
                                        <p:attrNameLst>
                                          <p:attrName>style.visibility</p:attrName>
                                        </p:attrNameLst>
                                      </p:cBhvr>
                                      <p:to>
                                        <p:strVal val="visible"/>
                                      </p:to>
                                    </p:set>
                                    <p:anim calcmode="lin" valueType="num">
                                      <p:cBhvr additive="base">
                                        <p:cTn id="6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7">
                                            <p:txEl>
                                              <p:pRg st="2" end="2"/>
                                            </p:txEl>
                                          </p:spTgt>
                                        </p:tgtEl>
                                        <p:attrNameLst>
                                          <p:attrName>style.visibility</p:attrName>
                                        </p:attrNameLst>
                                      </p:cBhvr>
                                      <p:to>
                                        <p:strVal val="visible"/>
                                      </p:to>
                                    </p:set>
                                    <p:anim calcmode="lin" valueType="num">
                                      <p:cBhvr additive="base">
                                        <p:cTn id="6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
                                            <p:txEl>
                                              <p:pRg st="3" end="3"/>
                                            </p:txEl>
                                          </p:spTgt>
                                        </p:tgtEl>
                                        <p:attrNameLst>
                                          <p:attrName>style.visibility</p:attrName>
                                        </p:attrNameLst>
                                      </p:cBhvr>
                                      <p:to>
                                        <p:strVal val="visible"/>
                                      </p:to>
                                    </p:set>
                                    <p:anim calcmode="lin" valueType="num">
                                      <p:cBhvr additive="base">
                                        <p:cTn id="7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7">
                                            <p:txEl>
                                              <p:pRg st="4" end="4"/>
                                            </p:txEl>
                                          </p:spTgt>
                                        </p:tgtEl>
                                        <p:attrNameLst>
                                          <p:attrName>style.visibility</p:attrName>
                                        </p:attrNameLst>
                                      </p:cBhvr>
                                      <p:to>
                                        <p:strVal val="visible"/>
                                      </p:to>
                                    </p:set>
                                    <p:anim calcmode="lin" valueType="num">
                                      <p:cBhvr additive="base">
                                        <p:cTn id="7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p:bldP spid="7"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68">
            <a:extLst>
              <a:ext uri="{FF2B5EF4-FFF2-40B4-BE49-F238E27FC236}">
                <a16:creationId xmlns:a16="http://schemas.microsoft.com/office/drawing/2014/main" id="{B82582FE-CF42-43B7-884C-8A6198560C38}"/>
              </a:ext>
            </a:extLst>
          </p:cNvPr>
          <p:cNvSpPr/>
          <p:nvPr/>
        </p:nvSpPr>
        <p:spPr>
          <a:xfrm>
            <a:off x="112662" y="857250"/>
            <a:ext cx="7955775" cy="3444240"/>
          </a:xfrm>
          <a:prstGeom prst="roundRect">
            <a:avLst/>
          </a:prstGeom>
          <a:solidFill>
            <a:schemeClr val="accent1">
              <a:lumMod val="75000"/>
            </a:schemeClr>
          </a:solidFill>
          <a:ln>
            <a:noFill/>
          </a:ln>
          <a:effectLst>
            <a:outerShdw blurRad="762000" dist="1524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10" name="Rectangle: Rounded Corners 4">
            <a:extLst>
              <a:ext uri="{FF2B5EF4-FFF2-40B4-BE49-F238E27FC236}">
                <a16:creationId xmlns:a16="http://schemas.microsoft.com/office/drawing/2014/main" id="{FFFF539F-773F-425A-8144-63B77D2EA46E}"/>
              </a:ext>
            </a:extLst>
          </p:cNvPr>
          <p:cNvSpPr/>
          <p:nvPr/>
        </p:nvSpPr>
        <p:spPr>
          <a:xfrm>
            <a:off x="3269618" y="1083945"/>
            <a:ext cx="3513443" cy="3013710"/>
          </a:xfrm>
          <a:prstGeom prst="round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1" name="Groupe 10">
            <a:extLst>
              <a:ext uri="{FF2B5EF4-FFF2-40B4-BE49-F238E27FC236}">
                <a16:creationId xmlns:a16="http://schemas.microsoft.com/office/drawing/2014/main" id="{D517B49C-F266-46FC-846D-5794FFDA10BE}"/>
              </a:ext>
            </a:extLst>
          </p:cNvPr>
          <p:cNvGrpSpPr/>
          <p:nvPr/>
        </p:nvGrpSpPr>
        <p:grpSpPr>
          <a:xfrm>
            <a:off x="5325552" y="-22961"/>
            <a:ext cx="3394514" cy="12910827"/>
            <a:chOff x="7291190" y="-30480"/>
            <a:chExt cx="4526018" cy="17214436"/>
          </a:xfrm>
        </p:grpSpPr>
        <p:sp>
          <p:nvSpPr>
            <p:cNvPr id="12" name="Rectangle: Rounded Corners 70">
              <a:extLst>
                <a:ext uri="{FF2B5EF4-FFF2-40B4-BE49-F238E27FC236}">
                  <a16:creationId xmlns:a16="http://schemas.microsoft.com/office/drawing/2014/main" id="{48E30285-1A90-47A0-97EE-8B5C43C97B51}"/>
                </a:ext>
              </a:extLst>
            </p:cNvPr>
            <p:cNvSpPr/>
            <p:nvPr/>
          </p:nvSpPr>
          <p:spPr>
            <a:xfrm>
              <a:off x="7291190" y="-30480"/>
              <a:ext cx="4526018" cy="6858000"/>
            </a:xfrm>
            <a:prstGeom prst="roundRect">
              <a:avLst>
                <a:gd name="adj" fmla="val 0"/>
              </a:avLst>
            </a:prstGeom>
            <a:solidFill>
              <a:schemeClr val="tx1"/>
            </a:solidFill>
            <a:ln w="19050">
              <a:noFill/>
            </a:ln>
            <a:effectLst>
              <a:outerShdw blurRad="317500" dist="152400" dir="8100000" algn="tr" rotWithShape="0">
                <a:prstClr val="black">
                  <a:alpha val="8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3" name="Groupe 12">
              <a:extLst>
                <a:ext uri="{FF2B5EF4-FFF2-40B4-BE49-F238E27FC236}">
                  <a16:creationId xmlns:a16="http://schemas.microsoft.com/office/drawing/2014/main" id="{BD7A911F-FCA7-420E-BF01-5C9C3045FE0A}"/>
                </a:ext>
              </a:extLst>
            </p:cNvPr>
            <p:cNvGrpSpPr/>
            <p:nvPr/>
          </p:nvGrpSpPr>
          <p:grpSpPr>
            <a:xfrm>
              <a:off x="7451042" y="1394594"/>
              <a:ext cx="4335735" cy="15789362"/>
              <a:chOff x="6617922" y="1790834"/>
              <a:chExt cx="4335735" cy="15789362"/>
            </a:xfrm>
          </p:grpSpPr>
          <p:pic>
            <p:nvPicPr>
              <p:cNvPr id="14" name="Image 13">
                <a:extLst>
                  <a:ext uri="{FF2B5EF4-FFF2-40B4-BE49-F238E27FC236}">
                    <a16:creationId xmlns:a16="http://schemas.microsoft.com/office/drawing/2014/main" id="{C0B93345-7178-4D1B-AA15-28A1A98C0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728" y="13778502"/>
                <a:ext cx="2873878" cy="3801694"/>
              </a:xfrm>
              <a:prstGeom prst="rect">
                <a:avLst/>
              </a:prstGeom>
            </p:spPr>
          </p:pic>
          <p:pic>
            <p:nvPicPr>
              <p:cNvPr id="15" name="Image 14">
                <a:extLst>
                  <a:ext uri="{FF2B5EF4-FFF2-40B4-BE49-F238E27FC236}">
                    <a16:creationId xmlns:a16="http://schemas.microsoft.com/office/drawing/2014/main" id="{69F76213-F190-4154-9BEE-C778BCF95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750" y="7861847"/>
                <a:ext cx="2928856" cy="3900104"/>
              </a:xfrm>
              <a:prstGeom prst="rect">
                <a:avLst/>
              </a:prstGeom>
            </p:spPr>
          </p:pic>
          <p:pic>
            <p:nvPicPr>
              <p:cNvPr id="16" name="Image 15">
                <a:extLst>
                  <a:ext uri="{FF2B5EF4-FFF2-40B4-BE49-F238E27FC236}">
                    <a16:creationId xmlns:a16="http://schemas.microsoft.com/office/drawing/2014/main" id="{6A567F81-B139-4291-9CCD-E14CB11610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7922" y="1790834"/>
                <a:ext cx="4335735" cy="4018279"/>
              </a:xfrm>
              <a:prstGeom prst="rect">
                <a:avLst/>
              </a:prstGeom>
            </p:spPr>
          </p:pic>
        </p:grpSp>
      </p:grpSp>
      <p:sp>
        <p:nvSpPr>
          <p:cNvPr id="48" name="TextBox 9">
            <a:extLst>
              <a:ext uri="{FF2B5EF4-FFF2-40B4-BE49-F238E27FC236}">
                <a16:creationId xmlns:a16="http://schemas.microsoft.com/office/drawing/2014/main" id="{D06541F7-0A10-44ED-81C1-86D76B2934F1}"/>
              </a:ext>
            </a:extLst>
          </p:cNvPr>
          <p:cNvSpPr txBox="1"/>
          <p:nvPr/>
        </p:nvSpPr>
        <p:spPr>
          <a:xfrm>
            <a:off x="3548177" y="1362543"/>
            <a:ext cx="1707399" cy="2562240"/>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buClrTx/>
            </a:pPr>
            <a:r>
              <a:rPr lang="fr-FR" sz="1350" kern="1200" dirty="0">
                <a:solidFill>
                  <a:srgbClr val="E7E6E6"/>
                </a:solidFill>
                <a:latin typeface="Montserrat SemiBold" panose="00000700000000000000" pitchFamily="2" charset="0"/>
                <a:ea typeface="+mn-ea"/>
                <a:cs typeface="+mn-cs"/>
              </a:rPr>
              <a:t>La figure montre la répartition entre trois types d'approches :</a:t>
            </a:r>
          </a:p>
          <a:p>
            <a:pPr defTabSz="685800">
              <a:buClrTx/>
            </a:pPr>
            <a:r>
              <a:rPr lang="fr-FR" sz="1350" kern="1200" dirty="0">
                <a:solidFill>
                  <a:srgbClr val="E7E6E6"/>
                </a:solidFill>
                <a:latin typeface="Montserrat SemiBold" panose="00000700000000000000" pitchFamily="2" charset="0"/>
                <a:ea typeface="+mn-ea"/>
                <a:cs typeface="+mn-cs"/>
              </a:rPr>
              <a:t>individuelles (66.7%) hybrides (23.3%) </a:t>
            </a:r>
          </a:p>
          <a:p>
            <a:pPr defTabSz="685800">
              <a:buClrTx/>
            </a:pPr>
            <a:r>
              <a:rPr lang="fr-FR" sz="1350" kern="1200" dirty="0">
                <a:solidFill>
                  <a:srgbClr val="E7E6E6"/>
                </a:solidFill>
                <a:latin typeface="Montserrat SemiBold" panose="00000700000000000000" pitchFamily="2" charset="0"/>
                <a:ea typeface="+mn-ea"/>
                <a:cs typeface="+mn-cs"/>
              </a:rPr>
              <a:t>avancées (10%).</a:t>
            </a:r>
          </a:p>
          <a:p>
            <a:pPr defTabSz="685800">
              <a:buClrTx/>
            </a:pPr>
            <a:r>
              <a:rPr lang="fr-FR" sz="1350" kern="1200" dirty="0">
                <a:solidFill>
                  <a:srgbClr val="E7E6E6"/>
                </a:solidFill>
                <a:latin typeface="Montserrat SemiBold" panose="00000700000000000000" pitchFamily="2" charset="0"/>
                <a:ea typeface="+mn-ea"/>
                <a:cs typeface="+mn-cs"/>
              </a:rPr>
              <a:t>Il souligne la prédominance des modèles individuels.</a:t>
            </a:r>
          </a:p>
        </p:txBody>
      </p:sp>
      <p:grpSp>
        <p:nvGrpSpPr>
          <p:cNvPr id="106" name="Groupe 105">
            <a:extLst>
              <a:ext uri="{FF2B5EF4-FFF2-40B4-BE49-F238E27FC236}">
                <a16:creationId xmlns:a16="http://schemas.microsoft.com/office/drawing/2014/main" id="{BF2A827F-1AD3-4209-95CE-A29ADF780784}"/>
              </a:ext>
            </a:extLst>
          </p:cNvPr>
          <p:cNvGrpSpPr/>
          <p:nvPr/>
        </p:nvGrpSpPr>
        <p:grpSpPr>
          <a:xfrm>
            <a:off x="77959" y="1113395"/>
            <a:ext cx="3131021" cy="3201243"/>
            <a:chOff x="988758" y="1310068"/>
            <a:chExt cx="4174694" cy="4268324"/>
          </a:xfrm>
        </p:grpSpPr>
        <p:grpSp>
          <p:nvGrpSpPr>
            <p:cNvPr id="107" name="Group 52">
              <a:extLst>
                <a:ext uri="{FF2B5EF4-FFF2-40B4-BE49-F238E27FC236}">
                  <a16:creationId xmlns:a16="http://schemas.microsoft.com/office/drawing/2014/main" id="{73E1B28D-79FD-4A47-8F41-A37360C91FAE}"/>
                </a:ext>
              </a:extLst>
            </p:cNvPr>
            <p:cNvGrpSpPr/>
            <p:nvPr/>
          </p:nvGrpSpPr>
          <p:grpSpPr>
            <a:xfrm rot="1800000">
              <a:off x="1705553" y="1310068"/>
              <a:ext cx="3457899" cy="2327013"/>
              <a:chOff x="3549211" y="685800"/>
              <a:chExt cx="4881739" cy="3285195"/>
            </a:xfrm>
            <a:solidFill>
              <a:schemeClr val="accent3">
                <a:lumMod val="20000"/>
                <a:lumOff val="80000"/>
              </a:schemeClr>
            </a:solidFill>
          </p:grpSpPr>
          <p:sp>
            <p:nvSpPr>
              <p:cNvPr id="135" name="Freeform: Shape 34">
                <a:extLst>
                  <a:ext uri="{FF2B5EF4-FFF2-40B4-BE49-F238E27FC236}">
                    <a16:creationId xmlns:a16="http://schemas.microsoft.com/office/drawing/2014/main" id="{B4ACBD37-DE9B-4F1C-A06D-B01C0F77467B}"/>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6" name="Freeform: Shape 45">
                <a:extLst>
                  <a:ext uri="{FF2B5EF4-FFF2-40B4-BE49-F238E27FC236}">
                    <a16:creationId xmlns:a16="http://schemas.microsoft.com/office/drawing/2014/main" id="{A3E56100-A1F9-4EBF-8A76-DA31141F99C7}"/>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grpSp>
        <p:grpSp>
          <p:nvGrpSpPr>
            <p:cNvPr id="108" name="Groupe 107">
              <a:extLst>
                <a:ext uri="{FF2B5EF4-FFF2-40B4-BE49-F238E27FC236}">
                  <a16:creationId xmlns:a16="http://schemas.microsoft.com/office/drawing/2014/main" id="{ADBD5BA6-AF9C-4D16-B916-E0B0584A21F1}"/>
                </a:ext>
              </a:extLst>
            </p:cNvPr>
            <p:cNvGrpSpPr/>
            <p:nvPr/>
          </p:nvGrpSpPr>
          <p:grpSpPr>
            <a:xfrm>
              <a:off x="988758" y="1465499"/>
              <a:ext cx="4081271" cy="4112893"/>
              <a:chOff x="988758" y="1465499"/>
              <a:chExt cx="4081271" cy="4112893"/>
            </a:xfrm>
          </p:grpSpPr>
          <p:grpSp>
            <p:nvGrpSpPr>
              <p:cNvPr id="109" name="Group 51">
                <a:extLst>
                  <a:ext uri="{FF2B5EF4-FFF2-40B4-BE49-F238E27FC236}">
                    <a16:creationId xmlns:a16="http://schemas.microsoft.com/office/drawing/2014/main" id="{94DC3B7F-1CFB-4312-85A2-69D5AB7B3233}"/>
                  </a:ext>
                </a:extLst>
              </p:cNvPr>
              <p:cNvGrpSpPr/>
              <p:nvPr/>
            </p:nvGrpSpPr>
            <p:grpSpPr>
              <a:xfrm rot="1800000">
                <a:off x="2859889" y="2180034"/>
                <a:ext cx="1943099" cy="3398358"/>
                <a:chOff x="6096002" y="1367934"/>
                <a:chExt cx="2743199" cy="4797682"/>
              </a:xfrm>
              <a:solidFill>
                <a:schemeClr val="accent3">
                  <a:lumMod val="20000"/>
                  <a:lumOff val="80000"/>
                </a:schemeClr>
              </a:solidFill>
            </p:grpSpPr>
            <p:sp>
              <p:nvSpPr>
                <p:cNvPr id="133" name="Freeform: Shape 35">
                  <a:extLst>
                    <a:ext uri="{FF2B5EF4-FFF2-40B4-BE49-F238E27FC236}">
                      <a16:creationId xmlns:a16="http://schemas.microsoft.com/office/drawing/2014/main" id="{FBB0654C-0196-4F7B-9A10-C940BA51B734}"/>
                    </a:ext>
                  </a:extLst>
                </p:cNvPr>
                <p:cNvSpPr/>
                <p:nvPr/>
              </p:nvSpPr>
              <p:spPr>
                <a:xfrm>
                  <a:off x="6096002" y="1419393"/>
                  <a:ext cx="2743198" cy="474622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outerShdw blurRad="317500" dist="1524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4" name="Freeform: Shape 50">
                  <a:extLst>
                    <a:ext uri="{FF2B5EF4-FFF2-40B4-BE49-F238E27FC236}">
                      <a16:creationId xmlns:a16="http://schemas.microsoft.com/office/drawing/2014/main" id="{9236408E-470F-4481-9C42-53AAB4AFF64F}"/>
                    </a:ext>
                  </a:extLst>
                </p:cNvPr>
                <p:cNvSpPr/>
                <p:nvPr/>
              </p:nvSpPr>
              <p:spPr>
                <a:xfrm>
                  <a:off x="6096003" y="1367934"/>
                  <a:ext cx="2743198" cy="479768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0" name="Groupe 109">
                <a:extLst>
                  <a:ext uri="{FF2B5EF4-FFF2-40B4-BE49-F238E27FC236}">
                    <a16:creationId xmlns:a16="http://schemas.microsoft.com/office/drawing/2014/main" id="{F9660336-197B-4495-809D-9AB8318B2FA8}"/>
                  </a:ext>
                </a:extLst>
              </p:cNvPr>
              <p:cNvGrpSpPr/>
              <p:nvPr/>
            </p:nvGrpSpPr>
            <p:grpSpPr>
              <a:xfrm>
                <a:off x="988758" y="1465499"/>
                <a:ext cx="4081271" cy="3337640"/>
                <a:chOff x="988758" y="1465499"/>
                <a:chExt cx="4081271" cy="3337640"/>
              </a:xfrm>
            </p:grpSpPr>
            <p:grpSp>
              <p:nvGrpSpPr>
                <p:cNvPr id="111" name="Groupe 110">
                  <a:extLst>
                    <a:ext uri="{FF2B5EF4-FFF2-40B4-BE49-F238E27FC236}">
                      <a16:creationId xmlns:a16="http://schemas.microsoft.com/office/drawing/2014/main" id="{BCFBB0E5-0581-49B3-AAB6-4D97C156CD73}"/>
                    </a:ext>
                  </a:extLst>
                </p:cNvPr>
                <p:cNvGrpSpPr/>
                <p:nvPr/>
              </p:nvGrpSpPr>
              <p:grpSpPr>
                <a:xfrm>
                  <a:off x="988758" y="1906770"/>
                  <a:ext cx="2846642" cy="2896369"/>
                  <a:chOff x="988758" y="1906770"/>
                  <a:chExt cx="2846642" cy="2896369"/>
                </a:xfrm>
              </p:grpSpPr>
              <p:sp>
                <p:nvSpPr>
                  <p:cNvPr id="131" name="Freeform: Shape 27">
                    <a:extLst>
                      <a:ext uri="{FF2B5EF4-FFF2-40B4-BE49-F238E27FC236}">
                        <a16:creationId xmlns:a16="http://schemas.microsoft.com/office/drawing/2014/main" id="{2D4F0E84-1F22-48D3-AA9F-A8D0D58D1FBA}"/>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outerShdw blurRad="317500" dist="1524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2" name="Freeform: Shape 53">
                    <a:extLst>
                      <a:ext uri="{FF2B5EF4-FFF2-40B4-BE49-F238E27FC236}">
                        <a16:creationId xmlns:a16="http://schemas.microsoft.com/office/drawing/2014/main" id="{D00DD843-78C2-4185-A46B-C5E48A0A2257}"/>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2" name="Groupe 111">
                  <a:extLst>
                    <a:ext uri="{FF2B5EF4-FFF2-40B4-BE49-F238E27FC236}">
                      <a16:creationId xmlns:a16="http://schemas.microsoft.com/office/drawing/2014/main" id="{01A17490-A4BE-42AE-9C0D-F4271F9E9310}"/>
                    </a:ext>
                  </a:extLst>
                </p:cNvPr>
                <p:cNvGrpSpPr/>
                <p:nvPr/>
              </p:nvGrpSpPr>
              <p:grpSpPr>
                <a:xfrm>
                  <a:off x="2112195" y="1465499"/>
                  <a:ext cx="2957834" cy="2865850"/>
                  <a:chOff x="2112195" y="1465499"/>
                  <a:chExt cx="2957834" cy="2865850"/>
                </a:xfrm>
              </p:grpSpPr>
              <p:sp>
                <p:nvSpPr>
                  <p:cNvPr id="113" name="Freeform: Shape 22">
                    <a:extLst>
                      <a:ext uri="{FF2B5EF4-FFF2-40B4-BE49-F238E27FC236}">
                        <a16:creationId xmlns:a16="http://schemas.microsoft.com/office/drawing/2014/main" id="{9E2FA525-07F7-4F4E-A39D-0B6698A1396C}"/>
                      </a:ext>
                    </a:extLst>
                  </p:cNvPr>
                  <p:cNvSpPr/>
                  <p:nvPr/>
                </p:nvSpPr>
                <p:spPr>
                  <a:xfrm rot="1800000">
                    <a:off x="5031815" y="3138515"/>
                    <a:ext cx="38214" cy="62901"/>
                  </a:xfrm>
                  <a:custGeom>
                    <a:avLst/>
                    <a:gdLst>
                      <a:gd name="connsiteX0" fmla="*/ 0 w 53949"/>
                      <a:gd name="connsiteY0" fmla="*/ 0 h 88801"/>
                      <a:gd name="connsiteX1" fmla="*/ 40731 w 53949"/>
                      <a:gd name="connsiteY1" fmla="*/ 62982 h 88801"/>
                      <a:gd name="connsiteX2" fmla="*/ 53949 w 53949"/>
                      <a:gd name="connsiteY2" fmla="*/ 88801 h 88801"/>
                      <a:gd name="connsiteX3" fmla="*/ 0 w 53949"/>
                      <a:gd name="connsiteY3" fmla="*/ 0 h 88801"/>
                    </a:gdLst>
                    <a:ahLst/>
                    <a:cxnLst>
                      <a:cxn ang="0">
                        <a:pos x="connsiteX0" y="connsiteY0"/>
                      </a:cxn>
                      <a:cxn ang="0">
                        <a:pos x="connsiteX1" y="connsiteY1"/>
                      </a:cxn>
                      <a:cxn ang="0">
                        <a:pos x="connsiteX2" y="connsiteY2"/>
                      </a:cxn>
                      <a:cxn ang="0">
                        <a:pos x="connsiteX3" y="connsiteY3"/>
                      </a:cxn>
                    </a:cxnLst>
                    <a:rect l="l" t="t" r="r" b="b"/>
                    <a:pathLst>
                      <a:path w="53949" h="88801">
                        <a:moveTo>
                          <a:pt x="0" y="0"/>
                        </a:moveTo>
                        <a:lnTo>
                          <a:pt x="40731" y="62982"/>
                        </a:lnTo>
                        <a:lnTo>
                          <a:pt x="53949" y="88801"/>
                        </a:lnTo>
                        <a:lnTo>
                          <a:pt x="0"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4" name="Freeform: Shape 21">
                    <a:extLst>
                      <a:ext uri="{FF2B5EF4-FFF2-40B4-BE49-F238E27FC236}">
                        <a16:creationId xmlns:a16="http://schemas.microsoft.com/office/drawing/2014/main" id="{D81EC869-6BDB-416E-9619-7F89CBA23DF0}"/>
                      </a:ext>
                    </a:extLst>
                  </p:cNvPr>
                  <p:cNvSpPr/>
                  <p:nvPr/>
                </p:nvSpPr>
                <p:spPr>
                  <a:xfrm rot="1800000">
                    <a:off x="2134044" y="1465499"/>
                    <a:ext cx="38198" cy="62876"/>
                  </a:xfrm>
                  <a:custGeom>
                    <a:avLst/>
                    <a:gdLst>
                      <a:gd name="connsiteX0" fmla="*/ 53926 w 53926"/>
                      <a:gd name="connsiteY0" fmla="*/ 0 h 88766"/>
                      <a:gd name="connsiteX1" fmla="*/ 0 w 53926"/>
                      <a:gd name="connsiteY1" fmla="*/ 88766 h 88766"/>
                      <a:gd name="connsiteX2" fmla="*/ 13212 w 53926"/>
                      <a:gd name="connsiteY2" fmla="*/ 62957 h 88766"/>
                      <a:gd name="connsiteX3" fmla="*/ 53926 w 53926"/>
                      <a:gd name="connsiteY3" fmla="*/ 0 h 88766"/>
                    </a:gdLst>
                    <a:ahLst/>
                    <a:cxnLst>
                      <a:cxn ang="0">
                        <a:pos x="connsiteX0" y="connsiteY0"/>
                      </a:cxn>
                      <a:cxn ang="0">
                        <a:pos x="connsiteX1" y="connsiteY1"/>
                      </a:cxn>
                      <a:cxn ang="0">
                        <a:pos x="connsiteX2" y="connsiteY2"/>
                      </a:cxn>
                      <a:cxn ang="0">
                        <a:pos x="connsiteX3" y="connsiteY3"/>
                      </a:cxn>
                    </a:cxnLst>
                    <a:rect l="l" t="t" r="r" b="b"/>
                    <a:pathLst>
                      <a:path w="53926" h="88766">
                        <a:moveTo>
                          <a:pt x="53926" y="0"/>
                        </a:moveTo>
                        <a:lnTo>
                          <a:pt x="0" y="88766"/>
                        </a:lnTo>
                        <a:lnTo>
                          <a:pt x="13212" y="62957"/>
                        </a:lnTo>
                        <a:lnTo>
                          <a:pt x="53926"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5" name="Freeform: Shape 18">
                    <a:extLst>
                      <a:ext uri="{FF2B5EF4-FFF2-40B4-BE49-F238E27FC236}">
                        <a16:creationId xmlns:a16="http://schemas.microsoft.com/office/drawing/2014/main" id="{3505AD27-3397-4F16-B620-885DE5EFB837}"/>
                      </a:ext>
                    </a:extLst>
                  </p:cNvPr>
                  <p:cNvSpPr/>
                  <p:nvPr/>
                </p:nvSpPr>
                <p:spPr>
                  <a:xfrm rot="1800000">
                    <a:off x="3367875" y="2663939"/>
                    <a:ext cx="6817" cy="138369"/>
                  </a:xfrm>
                  <a:custGeom>
                    <a:avLst/>
                    <a:gdLst>
                      <a:gd name="connsiteX0" fmla="*/ 4813 w 9624"/>
                      <a:gd name="connsiteY0" fmla="*/ 0 h 195345"/>
                      <a:gd name="connsiteX1" fmla="*/ 6448 w 9624"/>
                      <a:gd name="connsiteY1" fmla="*/ 13739 h 195345"/>
                      <a:gd name="connsiteX2" fmla="*/ 9195 w 9624"/>
                      <a:gd name="connsiteY2" fmla="*/ 136768 h 195345"/>
                      <a:gd name="connsiteX3" fmla="*/ 4813 w 9624"/>
                      <a:gd name="connsiteY3" fmla="*/ 195345 h 195345"/>
                      <a:gd name="connsiteX4" fmla="*/ 430 w 9624"/>
                      <a:gd name="connsiteY4" fmla="*/ 136768 h 195345"/>
                      <a:gd name="connsiteX5" fmla="*/ 3177 w 9624"/>
                      <a:gd name="connsiteY5" fmla="*/ 13739 h 195345"/>
                      <a:gd name="connsiteX6" fmla="*/ 4813 w 9624"/>
                      <a:gd name="connsiteY6" fmla="*/ 0 h 19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4" h="195345">
                        <a:moveTo>
                          <a:pt x="4813" y="0"/>
                        </a:moveTo>
                        <a:lnTo>
                          <a:pt x="6448" y="13739"/>
                        </a:lnTo>
                        <a:cubicBezTo>
                          <a:pt x="9335" y="54586"/>
                          <a:pt x="10264" y="95644"/>
                          <a:pt x="9195" y="136768"/>
                        </a:cubicBezTo>
                        <a:lnTo>
                          <a:pt x="4813" y="195345"/>
                        </a:lnTo>
                        <a:lnTo>
                          <a:pt x="430" y="136768"/>
                        </a:lnTo>
                        <a:cubicBezTo>
                          <a:pt x="-638" y="95644"/>
                          <a:pt x="291" y="54586"/>
                          <a:pt x="3177" y="13739"/>
                        </a:cubicBezTo>
                        <a:lnTo>
                          <a:pt x="4813"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6" name="Freeform: Shape 16">
                    <a:extLst>
                      <a:ext uri="{FF2B5EF4-FFF2-40B4-BE49-F238E27FC236}">
                        <a16:creationId xmlns:a16="http://schemas.microsoft.com/office/drawing/2014/main" id="{1EB96578-86EA-4B2C-AFEE-90703425C1C2}"/>
                      </a:ext>
                    </a:extLst>
                  </p:cNvPr>
                  <p:cNvSpPr/>
                  <p:nvPr/>
                </p:nvSpPr>
                <p:spPr>
                  <a:xfrm rot="1800000">
                    <a:off x="2526556" y="3151643"/>
                    <a:ext cx="119834" cy="69186"/>
                  </a:xfrm>
                  <a:custGeom>
                    <a:avLst/>
                    <a:gdLst>
                      <a:gd name="connsiteX0" fmla="*/ 169177 w 169177"/>
                      <a:gd name="connsiteY0" fmla="*/ 0 h 97674"/>
                      <a:gd name="connsiteX1" fmla="*/ 120636 w 169177"/>
                      <a:gd name="connsiteY1" fmla="*/ 33086 h 97674"/>
                      <a:gd name="connsiteX2" fmla="*/ 12716 w 169177"/>
                      <a:gd name="connsiteY2" fmla="*/ 92221 h 97674"/>
                      <a:gd name="connsiteX3" fmla="*/ 0 w 169177"/>
                      <a:gd name="connsiteY3" fmla="*/ 97674 h 97674"/>
                      <a:gd name="connsiteX4" fmla="*/ 11081 w 169177"/>
                      <a:gd name="connsiteY4" fmla="*/ 89388 h 97674"/>
                      <a:gd name="connsiteX5" fmla="*/ 116253 w 169177"/>
                      <a:gd name="connsiteY5" fmla="*/ 25495 h 97674"/>
                      <a:gd name="connsiteX6" fmla="*/ 169177 w 169177"/>
                      <a:gd name="connsiteY6" fmla="*/ 0 h 9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7" h="97674">
                        <a:moveTo>
                          <a:pt x="169177" y="0"/>
                        </a:moveTo>
                        <a:lnTo>
                          <a:pt x="120636" y="33086"/>
                        </a:lnTo>
                        <a:cubicBezTo>
                          <a:pt x="85556" y="54573"/>
                          <a:pt x="49534" y="74298"/>
                          <a:pt x="12716" y="92221"/>
                        </a:cubicBezTo>
                        <a:lnTo>
                          <a:pt x="0" y="97674"/>
                        </a:lnTo>
                        <a:lnTo>
                          <a:pt x="11081" y="89388"/>
                        </a:lnTo>
                        <a:cubicBezTo>
                          <a:pt x="45012" y="66465"/>
                          <a:pt x="80105" y="45132"/>
                          <a:pt x="116253" y="25495"/>
                        </a:cubicBezTo>
                        <a:lnTo>
                          <a:pt x="169177"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7" name="Freeform: Shape 15">
                    <a:extLst>
                      <a:ext uri="{FF2B5EF4-FFF2-40B4-BE49-F238E27FC236}">
                        <a16:creationId xmlns:a16="http://schemas.microsoft.com/office/drawing/2014/main" id="{3B992180-C91D-4512-8000-8EADDE1074DA}"/>
                      </a:ext>
                    </a:extLst>
                  </p:cNvPr>
                  <p:cNvSpPr/>
                  <p:nvPr/>
                </p:nvSpPr>
                <p:spPr>
                  <a:xfrm rot="1800000">
                    <a:off x="3311368" y="3604754"/>
                    <a:ext cx="119831" cy="69184"/>
                  </a:xfrm>
                  <a:custGeom>
                    <a:avLst/>
                    <a:gdLst>
                      <a:gd name="connsiteX0" fmla="*/ 0 w 169173"/>
                      <a:gd name="connsiteY0" fmla="*/ 0 h 97672"/>
                      <a:gd name="connsiteX1" fmla="*/ 52921 w 169173"/>
                      <a:gd name="connsiteY1" fmla="*/ 25494 h 97672"/>
                      <a:gd name="connsiteX2" fmla="*/ 158093 w 169173"/>
                      <a:gd name="connsiteY2" fmla="*/ 89387 h 97672"/>
                      <a:gd name="connsiteX3" fmla="*/ 169173 w 169173"/>
                      <a:gd name="connsiteY3" fmla="*/ 97672 h 97672"/>
                      <a:gd name="connsiteX4" fmla="*/ 156459 w 169173"/>
                      <a:gd name="connsiteY4" fmla="*/ 92220 h 97672"/>
                      <a:gd name="connsiteX5" fmla="*/ 48539 w 169173"/>
                      <a:gd name="connsiteY5" fmla="*/ 33085 h 97672"/>
                      <a:gd name="connsiteX6" fmla="*/ 0 w 169173"/>
                      <a:gd name="connsiteY6" fmla="*/ 0 h 9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3" h="97672">
                        <a:moveTo>
                          <a:pt x="0" y="0"/>
                        </a:moveTo>
                        <a:lnTo>
                          <a:pt x="52921" y="25494"/>
                        </a:lnTo>
                        <a:cubicBezTo>
                          <a:pt x="89070" y="45131"/>
                          <a:pt x="124163" y="66464"/>
                          <a:pt x="158093" y="89387"/>
                        </a:cubicBezTo>
                        <a:lnTo>
                          <a:pt x="169173" y="97672"/>
                        </a:lnTo>
                        <a:lnTo>
                          <a:pt x="156459" y="92220"/>
                        </a:lnTo>
                        <a:cubicBezTo>
                          <a:pt x="119641" y="74297"/>
                          <a:pt x="83619" y="54572"/>
                          <a:pt x="48539" y="33085"/>
                        </a:cubicBezTo>
                        <a:lnTo>
                          <a:pt x="0"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8" name="Google Shape;8107;p61">
                    <a:extLst>
                      <a:ext uri="{FF2B5EF4-FFF2-40B4-BE49-F238E27FC236}">
                        <a16:creationId xmlns:a16="http://schemas.microsoft.com/office/drawing/2014/main" id="{1BB90BFC-AE7C-4751-AED6-331C669DD705}"/>
                      </a:ext>
                    </a:extLst>
                  </p:cNvPr>
                  <p:cNvSpPr/>
                  <p:nvPr/>
                </p:nvSpPr>
                <p:spPr>
                  <a:xfrm rot="14069179">
                    <a:off x="2073139" y="2038472"/>
                    <a:ext cx="580692" cy="502580"/>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tx1"/>
                  </a:solid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nvGrpSpPr>
                  <p:cNvPr id="119" name="Google Shape;11709;p67">
                    <a:extLst>
                      <a:ext uri="{FF2B5EF4-FFF2-40B4-BE49-F238E27FC236}">
                        <a16:creationId xmlns:a16="http://schemas.microsoft.com/office/drawing/2014/main" id="{A516DD0E-2ED9-446C-B860-033E345CDC8F}"/>
                      </a:ext>
                    </a:extLst>
                  </p:cNvPr>
                  <p:cNvGrpSpPr/>
                  <p:nvPr/>
                </p:nvGrpSpPr>
                <p:grpSpPr>
                  <a:xfrm>
                    <a:off x="3930601" y="2946324"/>
                    <a:ext cx="475296" cy="620693"/>
                    <a:chOff x="1817317" y="2480330"/>
                    <a:chExt cx="350958" cy="263043"/>
                  </a:xfrm>
                  <a:solidFill>
                    <a:schemeClr val="tx1"/>
                  </a:solidFill>
                </p:grpSpPr>
                <p:sp>
                  <p:nvSpPr>
                    <p:cNvPr id="126" name="Google Shape;11710;p67">
                      <a:extLst>
                        <a:ext uri="{FF2B5EF4-FFF2-40B4-BE49-F238E27FC236}">
                          <a16:creationId xmlns:a16="http://schemas.microsoft.com/office/drawing/2014/main" id="{C426922C-886A-4F2F-97E0-8F69DA0C9F1A}"/>
                        </a:ext>
                      </a:extLst>
                    </p:cNvPr>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7" name="Google Shape;11711;p67">
                      <a:extLst>
                        <a:ext uri="{FF2B5EF4-FFF2-40B4-BE49-F238E27FC236}">
                          <a16:creationId xmlns:a16="http://schemas.microsoft.com/office/drawing/2014/main" id="{2A6420FC-46B7-44B9-A089-D3153E1FEF31}"/>
                        </a:ext>
                      </a:extLst>
                    </p:cNvPr>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8" name="Google Shape;11712;p67">
                      <a:extLst>
                        <a:ext uri="{FF2B5EF4-FFF2-40B4-BE49-F238E27FC236}">
                          <a16:creationId xmlns:a16="http://schemas.microsoft.com/office/drawing/2014/main" id="{3B7E1823-D272-4DA3-863D-81E513311D11}"/>
                        </a:ext>
                      </a:extLst>
                    </p:cNvPr>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9" name="Google Shape;11713;p67">
                      <a:extLst>
                        <a:ext uri="{FF2B5EF4-FFF2-40B4-BE49-F238E27FC236}">
                          <a16:creationId xmlns:a16="http://schemas.microsoft.com/office/drawing/2014/main" id="{4855A8EE-2F46-44A5-97BD-3599A8F268FF}"/>
                        </a:ext>
                      </a:extLst>
                    </p:cNvPr>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0" name="Google Shape;11714;p67">
                      <a:extLst>
                        <a:ext uri="{FF2B5EF4-FFF2-40B4-BE49-F238E27FC236}">
                          <a16:creationId xmlns:a16="http://schemas.microsoft.com/office/drawing/2014/main" id="{CFD2B8F2-7CA7-4CDC-99FF-E5077954F0DC}"/>
                        </a:ext>
                      </a:extLst>
                    </p:cNvPr>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nvGrpSpPr>
                  <p:cNvPr id="120" name="Google Shape;11506;p67">
                    <a:extLst>
                      <a:ext uri="{FF2B5EF4-FFF2-40B4-BE49-F238E27FC236}">
                        <a16:creationId xmlns:a16="http://schemas.microsoft.com/office/drawing/2014/main" id="{F987A2E3-98B4-43D9-983C-5438E2BC7F01}"/>
                      </a:ext>
                    </a:extLst>
                  </p:cNvPr>
                  <p:cNvGrpSpPr/>
                  <p:nvPr/>
                </p:nvGrpSpPr>
                <p:grpSpPr>
                  <a:xfrm rot="6148272">
                    <a:off x="2112236" y="3862168"/>
                    <a:ext cx="561237" cy="377126"/>
                    <a:chOff x="859265" y="3348175"/>
                    <a:chExt cx="312316" cy="368400"/>
                  </a:xfrm>
                  <a:solidFill>
                    <a:schemeClr val="tx1"/>
                  </a:solidFill>
                </p:grpSpPr>
                <p:sp>
                  <p:nvSpPr>
                    <p:cNvPr id="121" name="Google Shape;11507;p67">
                      <a:extLst>
                        <a:ext uri="{FF2B5EF4-FFF2-40B4-BE49-F238E27FC236}">
                          <a16:creationId xmlns:a16="http://schemas.microsoft.com/office/drawing/2014/main" id="{A4ED3F11-8A2B-487E-84DB-9370045D93DE}"/>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2" name="Google Shape;11508;p67">
                      <a:extLst>
                        <a:ext uri="{FF2B5EF4-FFF2-40B4-BE49-F238E27FC236}">
                          <a16:creationId xmlns:a16="http://schemas.microsoft.com/office/drawing/2014/main" id="{1D9B8DC2-44C4-471A-BB29-69E1E1EE0E2F}"/>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3" name="Google Shape;11509;p67">
                      <a:extLst>
                        <a:ext uri="{FF2B5EF4-FFF2-40B4-BE49-F238E27FC236}">
                          <a16:creationId xmlns:a16="http://schemas.microsoft.com/office/drawing/2014/main" id="{BF2ED5A1-5AD4-47BD-97F1-5281CEBFA732}"/>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4" name="Google Shape;11510;p67">
                      <a:extLst>
                        <a:ext uri="{FF2B5EF4-FFF2-40B4-BE49-F238E27FC236}">
                          <a16:creationId xmlns:a16="http://schemas.microsoft.com/office/drawing/2014/main" id="{F5BA85C7-5D18-4B6A-AF1F-BF511C09983F}"/>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5" name="Google Shape;11511;p67">
                      <a:extLst>
                        <a:ext uri="{FF2B5EF4-FFF2-40B4-BE49-F238E27FC236}">
                          <a16:creationId xmlns:a16="http://schemas.microsoft.com/office/drawing/2014/main" id="{42741EF2-5CF0-480F-A97B-4323602C4EDB}"/>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grpSp>
        </p:grpSp>
      </p:grpSp>
      <p:sp>
        <p:nvSpPr>
          <p:cNvPr id="2" name="Espace réservé du numéro de diapositive 1">
            <a:extLst>
              <a:ext uri="{FF2B5EF4-FFF2-40B4-BE49-F238E27FC236}">
                <a16:creationId xmlns:a16="http://schemas.microsoft.com/office/drawing/2014/main" id="{66103BDA-3A8D-DA8B-7348-A81DAC26FEF4}"/>
              </a:ext>
            </a:extLst>
          </p:cNvPr>
          <p:cNvSpPr>
            <a:spLocks noGrp="1"/>
          </p:cNvSpPr>
          <p:nvPr>
            <p:ph type="sldNum" sz="quarter" idx="12"/>
          </p:nvPr>
        </p:nvSpPr>
        <p:spPr/>
        <p:txBody>
          <a:bodyPr/>
          <a:lstStyle/>
          <a:p>
            <a:pPr defTabSz="685800">
              <a:buClrTx/>
            </a:pPr>
            <a:fld id="{E6E74A8B-42AE-40A6-AD33-F5FE44392108}" type="slidenum">
              <a:rPr lang="fr-FR" kern="1200" smtClean="0">
                <a:solidFill>
                  <a:prstClr val="black">
                    <a:tint val="75000"/>
                  </a:prstClr>
                </a:solidFill>
                <a:latin typeface="Calibri" panose="020F0502020204030204"/>
                <a:ea typeface="+mn-ea"/>
                <a:cs typeface="+mn-cs"/>
              </a:rPr>
              <a:pPr defTabSz="685800">
                <a:buClrTx/>
              </a:pPr>
              <a:t>15</a:t>
            </a:fld>
            <a:endParaRPr lang="fr-FR" kern="1200">
              <a:solidFill>
                <a:prstClr val="black">
                  <a:tint val="75000"/>
                </a:prstClr>
              </a:solidFill>
              <a:latin typeface="Calibri" panose="020F0502020204030204"/>
              <a:ea typeface="+mn-ea"/>
              <a:cs typeface="+mn-cs"/>
            </a:endParaRPr>
          </a:p>
        </p:txBody>
      </p:sp>
      <p:sp>
        <p:nvSpPr>
          <p:cNvPr id="137" name="TextBox 136"/>
          <p:cNvSpPr txBox="1"/>
          <p:nvPr/>
        </p:nvSpPr>
        <p:spPr>
          <a:xfrm>
            <a:off x="254000" y="4889500"/>
            <a:ext cx="974947" cy="400110"/>
          </a:xfrm>
          <a:prstGeom prst="rect">
            <a:avLst/>
          </a:prstGeom>
          <a:noFill/>
        </p:spPr>
        <p:txBody>
          <a:bodyPr wrap="none">
            <a:spAutoFit/>
          </a:bodyPr>
          <a:lstStyle/>
          <a:p>
            <a:r>
              <a:rPr sz="1000" dirty="0">
                <a:solidFill>
                  <a:srgbClr val="FFFFFF"/>
                </a:solidFill>
                <a:latin typeface="Arial"/>
              </a:rPr>
              <a:t>28  |</a:t>
            </a:r>
            <a:r>
              <a:rPr lang="fr-FR" sz="1000" dirty="0">
                <a:solidFill>
                  <a:srgbClr val="FFFFFF"/>
                </a:solidFill>
                <a:latin typeface="Arial"/>
              </a:rPr>
              <a:t> </a:t>
            </a:r>
            <a:r>
              <a:rPr lang="fr-FR" sz="1000" dirty="0">
                <a:solidFill>
                  <a:srgbClr val="FFFFFF"/>
                </a:solidFill>
              </a:rPr>
              <a:t>Etat d’art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4095037194"/>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50000">
                                          <p:cBhvr additive="base">
                                            <p:cTn id="7" dur="20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8" dur="2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14:bounceEnd="50000">
                                          <p:cBhvr additive="base">
                                            <p:cTn id="11" dur="2000" fill="hold"/>
                                            <p:tgtEl>
                                              <p:spTgt spid="10"/>
                                            </p:tgtEl>
                                            <p:attrNameLst>
                                              <p:attrName>ppt_x</p:attrName>
                                            </p:attrNameLst>
                                          </p:cBhvr>
                                          <p:tavLst>
                                            <p:tav tm="0">
                                              <p:val>
                                                <p:strVal val="#ppt_x"/>
                                              </p:val>
                                            </p:tav>
                                            <p:tav tm="100000">
                                              <p:val>
                                                <p:strVal val="#ppt_x"/>
                                              </p:val>
                                            </p:tav>
                                          </p:tavLst>
                                        </p:anim>
                                        <p:anim calcmode="lin" valueType="num" p14:bounceEnd="50000">
                                          <p:cBhvr additive="base">
                                            <p:cTn id="12"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000" fill="hold"/>
                                            <p:tgtEl>
                                              <p:spTgt spid="9"/>
                                            </p:tgtEl>
                                            <p:attrNameLst>
                                              <p:attrName>ppt_x</p:attrName>
                                            </p:attrNameLst>
                                          </p:cBhvr>
                                          <p:tavLst>
                                            <p:tav tm="0">
                                              <p:val>
                                                <p:strVal val="#ppt_x"/>
                                              </p:val>
                                            </p:tav>
                                            <p:tav tm="100000">
                                              <p:val>
                                                <p:strVal val="#ppt_x"/>
                                              </p:val>
                                            </p:tav>
                                          </p:tavLst>
                                        </p:anim>
                                        <p:anim calcmode="lin" valueType="num">
                                          <p:cBhvr additive="base">
                                            <p:cTn id="8" dur="2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2000" fill="hold"/>
                                            <p:tgtEl>
                                              <p:spTgt spid="10"/>
                                            </p:tgtEl>
                                            <p:attrNameLst>
                                              <p:attrName>ppt_x</p:attrName>
                                            </p:attrNameLst>
                                          </p:cBhvr>
                                          <p:tavLst>
                                            <p:tav tm="0">
                                              <p:val>
                                                <p:strVal val="#ppt_x"/>
                                              </p:val>
                                            </p:tav>
                                            <p:tav tm="100000">
                                              <p:val>
                                                <p:strVal val="#ppt_x"/>
                                              </p:val>
                                            </p:tav>
                                          </p:tavLst>
                                        </p:anim>
                                        <p:anim calcmode="lin" valueType="num">
                                          <p:cBhvr additive="base">
                                            <p:cTn id="12"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Rectangle: Rounded Corners 68">
            <a:extLst>
              <a:ext uri="{FF2B5EF4-FFF2-40B4-BE49-F238E27FC236}">
                <a16:creationId xmlns:a16="http://schemas.microsoft.com/office/drawing/2014/main" id="{566333B6-5C10-4F7F-B7EE-BAA074E272B3}"/>
              </a:ext>
            </a:extLst>
          </p:cNvPr>
          <p:cNvSpPr/>
          <p:nvPr/>
        </p:nvSpPr>
        <p:spPr>
          <a:xfrm>
            <a:off x="112662" y="857250"/>
            <a:ext cx="7955775" cy="3444240"/>
          </a:xfrm>
          <a:prstGeom prst="roundRect">
            <a:avLst/>
          </a:prstGeom>
          <a:solidFill>
            <a:schemeClr val="accent1">
              <a:lumMod val="75000"/>
            </a:schemeClr>
          </a:solidFill>
          <a:ln>
            <a:noFill/>
          </a:ln>
          <a:effectLst>
            <a:outerShdw blurRad="762000" dist="1524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5" name="Rectangle: Rounded Corners 4">
            <a:extLst>
              <a:ext uri="{FF2B5EF4-FFF2-40B4-BE49-F238E27FC236}">
                <a16:creationId xmlns:a16="http://schemas.microsoft.com/office/drawing/2014/main" id="{656FC992-F851-E597-401E-6742AC55CAA6}"/>
              </a:ext>
            </a:extLst>
          </p:cNvPr>
          <p:cNvSpPr/>
          <p:nvPr/>
        </p:nvSpPr>
        <p:spPr>
          <a:xfrm>
            <a:off x="3213800" y="975816"/>
            <a:ext cx="3444863" cy="2975610"/>
          </a:xfrm>
          <a:prstGeom prst="round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9" name="Groupe 8">
            <a:extLst>
              <a:ext uri="{FF2B5EF4-FFF2-40B4-BE49-F238E27FC236}">
                <a16:creationId xmlns:a16="http://schemas.microsoft.com/office/drawing/2014/main" id="{AC086B1A-4E03-4821-9E99-F2936801F371}"/>
              </a:ext>
            </a:extLst>
          </p:cNvPr>
          <p:cNvGrpSpPr/>
          <p:nvPr/>
        </p:nvGrpSpPr>
        <p:grpSpPr>
          <a:xfrm>
            <a:off x="5285016" y="-3154341"/>
            <a:ext cx="3372094" cy="11707051"/>
            <a:chOff x="8454722" y="-4276826"/>
            <a:chExt cx="3392966" cy="15609400"/>
          </a:xfrm>
        </p:grpSpPr>
        <p:sp>
          <p:nvSpPr>
            <p:cNvPr id="71" name="Rectangle: Rounded Corners 70">
              <a:extLst>
                <a:ext uri="{FF2B5EF4-FFF2-40B4-BE49-F238E27FC236}">
                  <a16:creationId xmlns:a16="http://schemas.microsoft.com/office/drawing/2014/main" id="{41352157-6A9D-F028-2F9E-EDF85FFF0043}"/>
                </a:ext>
              </a:extLst>
            </p:cNvPr>
            <p:cNvSpPr/>
            <p:nvPr/>
          </p:nvSpPr>
          <p:spPr>
            <a:xfrm>
              <a:off x="8454722" y="-30480"/>
              <a:ext cx="3392966" cy="6858000"/>
            </a:xfrm>
            <a:prstGeom prst="roundRect">
              <a:avLst>
                <a:gd name="adj" fmla="val 0"/>
              </a:avLst>
            </a:prstGeom>
            <a:solidFill>
              <a:schemeClr val="tx1"/>
            </a:solidFill>
            <a:ln w="19050">
              <a:noFill/>
            </a:ln>
            <a:effectLst>
              <a:outerShdw blurRad="317500" dist="152400" dir="8100000" algn="tr" rotWithShape="0">
                <a:prstClr val="black">
                  <a:alpha val="8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8" name="Groupe 17">
              <a:extLst>
                <a:ext uri="{FF2B5EF4-FFF2-40B4-BE49-F238E27FC236}">
                  <a16:creationId xmlns:a16="http://schemas.microsoft.com/office/drawing/2014/main" id="{1CD613A3-B1C9-40C1-BB56-77D7AF237384}"/>
                </a:ext>
              </a:extLst>
            </p:cNvPr>
            <p:cNvGrpSpPr/>
            <p:nvPr/>
          </p:nvGrpSpPr>
          <p:grpSpPr>
            <a:xfrm>
              <a:off x="8540953" y="-4276826"/>
              <a:ext cx="3076246" cy="15609400"/>
              <a:chOff x="7676360" y="1970796"/>
              <a:chExt cx="3076246" cy="15609400"/>
            </a:xfrm>
          </p:grpSpPr>
          <p:pic>
            <p:nvPicPr>
              <p:cNvPr id="43" name="Image 42">
                <a:extLst>
                  <a:ext uri="{FF2B5EF4-FFF2-40B4-BE49-F238E27FC236}">
                    <a16:creationId xmlns:a16="http://schemas.microsoft.com/office/drawing/2014/main" id="{34E43729-8035-4C9C-B5D2-241E0475E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728" y="13778502"/>
                <a:ext cx="2873878" cy="3801694"/>
              </a:xfrm>
              <a:prstGeom prst="rect">
                <a:avLst/>
              </a:prstGeom>
            </p:spPr>
          </p:pic>
          <p:pic>
            <p:nvPicPr>
              <p:cNvPr id="15" name="Image 14">
                <a:extLst>
                  <a:ext uri="{FF2B5EF4-FFF2-40B4-BE49-F238E27FC236}">
                    <a16:creationId xmlns:a16="http://schemas.microsoft.com/office/drawing/2014/main" id="{0C1C9B86-A787-4827-9C25-9DA306E40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6360" y="7477671"/>
                <a:ext cx="3076246" cy="3967480"/>
              </a:xfrm>
              <a:prstGeom prst="rect">
                <a:avLst/>
              </a:prstGeom>
            </p:spPr>
          </p:pic>
          <p:pic>
            <p:nvPicPr>
              <p:cNvPr id="40" name="Image 39">
                <a:extLst>
                  <a:ext uri="{FF2B5EF4-FFF2-40B4-BE49-F238E27FC236}">
                    <a16:creationId xmlns:a16="http://schemas.microsoft.com/office/drawing/2014/main" id="{30AC86E1-DAB0-477B-9A48-CD80DAB713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3750" y="1970796"/>
                <a:ext cx="2844249" cy="3744203"/>
              </a:xfrm>
              <a:prstGeom prst="rect">
                <a:avLst/>
              </a:prstGeom>
            </p:spPr>
          </p:pic>
        </p:grpSp>
      </p:grpSp>
      <p:sp>
        <p:nvSpPr>
          <p:cNvPr id="2" name="TextBox 1">
            <a:extLst>
              <a:ext uri="{FF2B5EF4-FFF2-40B4-BE49-F238E27FC236}">
                <a16:creationId xmlns:a16="http://schemas.microsoft.com/office/drawing/2014/main" id="{EB58566D-D255-859E-2224-359C1727C24E}"/>
              </a:ext>
            </a:extLst>
          </p:cNvPr>
          <p:cNvSpPr txBox="1"/>
          <p:nvPr/>
        </p:nvSpPr>
        <p:spPr>
          <a:xfrm>
            <a:off x="3514260" y="1132193"/>
            <a:ext cx="1770756" cy="251607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buClrTx/>
            </a:pPr>
            <a:r>
              <a:rPr lang="fr-FR" sz="1200" kern="1200" dirty="0">
                <a:solidFill>
                  <a:srgbClr val="E7E6E6"/>
                </a:solidFill>
                <a:latin typeface="Montserrat Medium" panose="00000600000000000000" pitchFamily="2" charset="0"/>
                <a:ea typeface="+mn-ea"/>
                <a:cs typeface="+mn-cs"/>
              </a:rPr>
              <a:t>une croissance générale du nombre d'études, avec un sommet notable pour l'approche individuelle en 2020 et une popularité croissante des approches explicables avancées et hybrides à partir de 2024.</a:t>
            </a:r>
          </a:p>
          <a:p>
            <a:pPr defTabSz="685800">
              <a:buClrTx/>
            </a:pPr>
            <a:endParaRPr lang="en-US" sz="1500" kern="1200" dirty="0">
              <a:solidFill>
                <a:prstClr val="white"/>
              </a:solidFill>
              <a:latin typeface="Berlin Sans FB Demi" panose="020E0802020502020306" pitchFamily="34" charset="0"/>
              <a:ea typeface="+mn-ea"/>
              <a:cs typeface="Times New Roman"/>
            </a:endParaRPr>
          </a:p>
        </p:txBody>
      </p:sp>
      <p:grpSp>
        <p:nvGrpSpPr>
          <p:cNvPr id="137" name="Groupe 136">
            <a:extLst>
              <a:ext uri="{FF2B5EF4-FFF2-40B4-BE49-F238E27FC236}">
                <a16:creationId xmlns:a16="http://schemas.microsoft.com/office/drawing/2014/main" id="{87C7B2F3-F13C-4C44-BF9C-F5E784FE28FA}"/>
              </a:ext>
            </a:extLst>
          </p:cNvPr>
          <p:cNvGrpSpPr/>
          <p:nvPr/>
        </p:nvGrpSpPr>
        <p:grpSpPr>
          <a:xfrm rot="14952771">
            <a:off x="292595" y="874316"/>
            <a:ext cx="3131021" cy="3201243"/>
            <a:chOff x="988758" y="1310068"/>
            <a:chExt cx="4174694" cy="4268324"/>
          </a:xfrm>
        </p:grpSpPr>
        <p:grpSp>
          <p:nvGrpSpPr>
            <p:cNvPr id="138" name="Group 52">
              <a:extLst>
                <a:ext uri="{FF2B5EF4-FFF2-40B4-BE49-F238E27FC236}">
                  <a16:creationId xmlns:a16="http://schemas.microsoft.com/office/drawing/2014/main" id="{F8014AE8-6B02-470D-928A-0086B077F2B6}"/>
                </a:ext>
              </a:extLst>
            </p:cNvPr>
            <p:cNvGrpSpPr/>
            <p:nvPr/>
          </p:nvGrpSpPr>
          <p:grpSpPr>
            <a:xfrm rot="1800000">
              <a:off x="1705553" y="1310068"/>
              <a:ext cx="3457899" cy="2327013"/>
              <a:chOff x="3549211" y="685800"/>
              <a:chExt cx="4881739" cy="3285195"/>
            </a:xfrm>
            <a:solidFill>
              <a:schemeClr val="accent3">
                <a:lumMod val="20000"/>
                <a:lumOff val="80000"/>
              </a:schemeClr>
            </a:solidFill>
          </p:grpSpPr>
          <p:sp>
            <p:nvSpPr>
              <p:cNvPr id="166" name="Freeform: Shape 34">
                <a:extLst>
                  <a:ext uri="{FF2B5EF4-FFF2-40B4-BE49-F238E27FC236}">
                    <a16:creationId xmlns:a16="http://schemas.microsoft.com/office/drawing/2014/main" id="{DCBC5971-C3DA-418C-A3D6-C71A0AF8437C}"/>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67" name="Freeform: Shape 45">
                <a:extLst>
                  <a:ext uri="{FF2B5EF4-FFF2-40B4-BE49-F238E27FC236}">
                    <a16:creationId xmlns:a16="http://schemas.microsoft.com/office/drawing/2014/main" id="{6F7F9C8A-E5F7-41D3-99FB-68EE981C32C2}"/>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grpSp>
        <p:grpSp>
          <p:nvGrpSpPr>
            <p:cNvPr id="139" name="Groupe 138">
              <a:extLst>
                <a:ext uri="{FF2B5EF4-FFF2-40B4-BE49-F238E27FC236}">
                  <a16:creationId xmlns:a16="http://schemas.microsoft.com/office/drawing/2014/main" id="{BA1B12A9-C5CC-4E7C-AE99-6CDF5F94CCAC}"/>
                </a:ext>
              </a:extLst>
            </p:cNvPr>
            <p:cNvGrpSpPr/>
            <p:nvPr/>
          </p:nvGrpSpPr>
          <p:grpSpPr>
            <a:xfrm>
              <a:off x="988758" y="1465499"/>
              <a:ext cx="4081271" cy="4112893"/>
              <a:chOff x="988758" y="1465499"/>
              <a:chExt cx="4081271" cy="4112893"/>
            </a:xfrm>
          </p:grpSpPr>
          <p:grpSp>
            <p:nvGrpSpPr>
              <p:cNvPr id="140" name="Group 51">
                <a:extLst>
                  <a:ext uri="{FF2B5EF4-FFF2-40B4-BE49-F238E27FC236}">
                    <a16:creationId xmlns:a16="http://schemas.microsoft.com/office/drawing/2014/main" id="{C36710E5-922B-4523-BCD3-319BAECD873E}"/>
                  </a:ext>
                </a:extLst>
              </p:cNvPr>
              <p:cNvGrpSpPr/>
              <p:nvPr/>
            </p:nvGrpSpPr>
            <p:grpSpPr>
              <a:xfrm rot="1800000">
                <a:off x="2859889" y="2180034"/>
                <a:ext cx="1943099" cy="3398358"/>
                <a:chOff x="6096002" y="1367934"/>
                <a:chExt cx="2743199" cy="4797682"/>
              </a:xfrm>
              <a:solidFill>
                <a:schemeClr val="accent3">
                  <a:lumMod val="20000"/>
                  <a:lumOff val="80000"/>
                </a:schemeClr>
              </a:solidFill>
            </p:grpSpPr>
            <p:sp>
              <p:nvSpPr>
                <p:cNvPr id="164" name="Freeform: Shape 35">
                  <a:extLst>
                    <a:ext uri="{FF2B5EF4-FFF2-40B4-BE49-F238E27FC236}">
                      <a16:creationId xmlns:a16="http://schemas.microsoft.com/office/drawing/2014/main" id="{2329B86A-45DB-4153-A4B5-C8B820229DAC}"/>
                    </a:ext>
                  </a:extLst>
                </p:cNvPr>
                <p:cNvSpPr/>
                <p:nvPr/>
              </p:nvSpPr>
              <p:spPr>
                <a:xfrm>
                  <a:off x="6096002" y="1419393"/>
                  <a:ext cx="2743198" cy="474622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outerShdw blurRad="317500" dist="1524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65" name="Freeform: Shape 50">
                  <a:extLst>
                    <a:ext uri="{FF2B5EF4-FFF2-40B4-BE49-F238E27FC236}">
                      <a16:creationId xmlns:a16="http://schemas.microsoft.com/office/drawing/2014/main" id="{838F87A8-76B6-4501-B316-632C43A129C9}"/>
                    </a:ext>
                  </a:extLst>
                </p:cNvPr>
                <p:cNvSpPr/>
                <p:nvPr/>
              </p:nvSpPr>
              <p:spPr>
                <a:xfrm>
                  <a:off x="6096003" y="1367934"/>
                  <a:ext cx="2743198" cy="479768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41" name="Groupe 140">
                <a:extLst>
                  <a:ext uri="{FF2B5EF4-FFF2-40B4-BE49-F238E27FC236}">
                    <a16:creationId xmlns:a16="http://schemas.microsoft.com/office/drawing/2014/main" id="{08E8E91A-A1F9-464B-AE67-2C78BD097045}"/>
                  </a:ext>
                </a:extLst>
              </p:cNvPr>
              <p:cNvGrpSpPr/>
              <p:nvPr/>
            </p:nvGrpSpPr>
            <p:grpSpPr>
              <a:xfrm>
                <a:off x="988758" y="1465499"/>
                <a:ext cx="4081271" cy="3337640"/>
                <a:chOff x="988758" y="1465499"/>
                <a:chExt cx="4081271" cy="3337640"/>
              </a:xfrm>
            </p:grpSpPr>
            <p:grpSp>
              <p:nvGrpSpPr>
                <p:cNvPr id="142" name="Groupe 141">
                  <a:extLst>
                    <a:ext uri="{FF2B5EF4-FFF2-40B4-BE49-F238E27FC236}">
                      <a16:creationId xmlns:a16="http://schemas.microsoft.com/office/drawing/2014/main" id="{9E6E9451-9C45-4403-BC89-ACA94F04EE59}"/>
                    </a:ext>
                  </a:extLst>
                </p:cNvPr>
                <p:cNvGrpSpPr/>
                <p:nvPr/>
              </p:nvGrpSpPr>
              <p:grpSpPr>
                <a:xfrm>
                  <a:off x="988758" y="1906770"/>
                  <a:ext cx="2846642" cy="2896369"/>
                  <a:chOff x="988758" y="1906770"/>
                  <a:chExt cx="2846642" cy="2896369"/>
                </a:xfrm>
              </p:grpSpPr>
              <p:sp>
                <p:nvSpPr>
                  <p:cNvPr id="162" name="Freeform: Shape 27">
                    <a:extLst>
                      <a:ext uri="{FF2B5EF4-FFF2-40B4-BE49-F238E27FC236}">
                        <a16:creationId xmlns:a16="http://schemas.microsoft.com/office/drawing/2014/main" id="{A104CBE2-6E91-4822-BAFC-88A1AA8D5277}"/>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outerShdw blurRad="317500" dist="1524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63" name="Freeform: Shape 53">
                    <a:extLst>
                      <a:ext uri="{FF2B5EF4-FFF2-40B4-BE49-F238E27FC236}">
                        <a16:creationId xmlns:a16="http://schemas.microsoft.com/office/drawing/2014/main" id="{6E05F131-BF8C-4966-AE02-6DD29CCDEFBE}"/>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43" name="Groupe 142">
                  <a:extLst>
                    <a:ext uri="{FF2B5EF4-FFF2-40B4-BE49-F238E27FC236}">
                      <a16:creationId xmlns:a16="http://schemas.microsoft.com/office/drawing/2014/main" id="{15EBF435-B5DD-40B5-BD04-BD06D445F383}"/>
                    </a:ext>
                  </a:extLst>
                </p:cNvPr>
                <p:cNvGrpSpPr/>
                <p:nvPr/>
              </p:nvGrpSpPr>
              <p:grpSpPr>
                <a:xfrm>
                  <a:off x="2112195" y="1465499"/>
                  <a:ext cx="2957834" cy="2865850"/>
                  <a:chOff x="2112195" y="1465499"/>
                  <a:chExt cx="2957834" cy="2865850"/>
                </a:xfrm>
              </p:grpSpPr>
              <p:sp>
                <p:nvSpPr>
                  <p:cNvPr id="144" name="Freeform: Shape 22">
                    <a:extLst>
                      <a:ext uri="{FF2B5EF4-FFF2-40B4-BE49-F238E27FC236}">
                        <a16:creationId xmlns:a16="http://schemas.microsoft.com/office/drawing/2014/main" id="{C4CD0B39-AF7A-4AE2-8A50-89B56AC0EC81}"/>
                      </a:ext>
                    </a:extLst>
                  </p:cNvPr>
                  <p:cNvSpPr/>
                  <p:nvPr/>
                </p:nvSpPr>
                <p:spPr>
                  <a:xfrm rot="1800000">
                    <a:off x="5031815" y="3138515"/>
                    <a:ext cx="38214" cy="62901"/>
                  </a:xfrm>
                  <a:custGeom>
                    <a:avLst/>
                    <a:gdLst>
                      <a:gd name="connsiteX0" fmla="*/ 0 w 53949"/>
                      <a:gd name="connsiteY0" fmla="*/ 0 h 88801"/>
                      <a:gd name="connsiteX1" fmla="*/ 40731 w 53949"/>
                      <a:gd name="connsiteY1" fmla="*/ 62982 h 88801"/>
                      <a:gd name="connsiteX2" fmla="*/ 53949 w 53949"/>
                      <a:gd name="connsiteY2" fmla="*/ 88801 h 88801"/>
                      <a:gd name="connsiteX3" fmla="*/ 0 w 53949"/>
                      <a:gd name="connsiteY3" fmla="*/ 0 h 88801"/>
                    </a:gdLst>
                    <a:ahLst/>
                    <a:cxnLst>
                      <a:cxn ang="0">
                        <a:pos x="connsiteX0" y="connsiteY0"/>
                      </a:cxn>
                      <a:cxn ang="0">
                        <a:pos x="connsiteX1" y="connsiteY1"/>
                      </a:cxn>
                      <a:cxn ang="0">
                        <a:pos x="connsiteX2" y="connsiteY2"/>
                      </a:cxn>
                      <a:cxn ang="0">
                        <a:pos x="connsiteX3" y="connsiteY3"/>
                      </a:cxn>
                    </a:cxnLst>
                    <a:rect l="l" t="t" r="r" b="b"/>
                    <a:pathLst>
                      <a:path w="53949" h="88801">
                        <a:moveTo>
                          <a:pt x="0" y="0"/>
                        </a:moveTo>
                        <a:lnTo>
                          <a:pt x="40731" y="62982"/>
                        </a:lnTo>
                        <a:lnTo>
                          <a:pt x="53949" y="88801"/>
                        </a:lnTo>
                        <a:lnTo>
                          <a:pt x="0"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5" name="Freeform: Shape 21">
                    <a:extLst>
                      <a:ext uri="{FF2B5EF4-FFF2-40B4-BE49-F238E27FC236}">
                        <a16:creationId xmlns:a16="http://schemas.microsoft.com/office/drawing/2014/main" id="{263F018D-7D5C-4876-80D2-23AF5000CFA8}"/>
                      </a:ext>
                    </a:extLst>
                  </p:cNvPr>
                  <p:cNvSpPr/>
                  <p:nvPr/>
                </p:nvSpPr>
                <p:spPr>
                  <a:xfrm rot="1800000">
                    <a:off x="2134044" y="1465499"/>
                    <a:ext cx="38198" cy="62876"/>
                  </a:xfrm>
                  <a:custGeom>
                    <a:avLst/>
                    <a:gdLst>
                      <a:gd name="connsiteX0" fmla="*/ 53926 w 53926"/>
                      <a:gd name="connsiteY0" fmla="*/ 0 h 88766"/>
                      <a:gd name="connsiteX1" fmla="*/ 0 w 53926"/>
                      <a:gd name="connsiteY1" fmla="*/ 88766 h 88766"/>
                      <a:gd name="connsiteX2" fmla="*/ 13212 w 53926"/>
                      <a:gd name="connsiteY2" fmla="*/ 62957 h 88766"/>
                      <a:gd name="connsiteX3" fmla="*/ 53926 w 53926"/>
                      <a:gd name="connsiteY3" fmla="*/ 0 h 88766"/>
                    </a:gdLst>
                    <a:ahLst/>
                    <a:cxnLst>
                      <a:cxn ang="0">
                        <a:pos x="connsiteX0" y="connsiteY0"/>
                      </a:cxn>
                      <a:cxn ang="0">
                        <a:pos x="connsiteX1" y="connsiteY1"/>
                      </a:cxn>
                      <a:cxn ang="0">
                        <a:pos x="connsiteX2" y="connsiteY2"/>
                      </a:cxn>
                      <a:cxn ang="0">
                        <a:pos x="connsiteX3" y="connsiteY3"/>
                      </a:cxn>
                    </a:cxnLst>
                    <a:rect l="l" t="t" r="r" b="b"/>
                    <a:pathLst>
                      <a:path w="53926" h="88766">
                        <a:moveTo>
                          <a:pt x="53926" y="0"/>
                        </a:moveTo>
                        <a:lnTo>
                          <a:pt x="0" y="88766"/>
                        </a:lnTo>
                        <a:lnTo>
                          <a:pt x="13212" y="62957"/>
                        </a:lnTo>
                        <a:lnTo>
                          <a:pt x="53926"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6" name="Freeform: Shape 18">
                    <a:extLst>
                      <a:ext uri="{FF2B5EF4-FFF2-40B4-BE49-F238E27FC236}">
                        <a16:creationId xmlns:a16="http://schemas.microsoft.com/office/drawing/2014/main" id="{0F0785AA-5E26-466F-84A3-18E3678FF4C6}"/>
                      </a:ext>
                    </a:extLst>
                  </p:cNvPr>
                  <p:cNvSpPr/>
                  <p:nvPr/>
                </p:nvSpPr>
                <p:spPr>
                  <a:xfrm rot="1800000">
                    <a:off x="3367875" y="2663939"/>
                    <a:ext cx="6817" cy="138369"/>
                  </a:xfrm>
                  <a:custGeom>
                    <a:avLst/>
                    <a:gdLst>
                      <a:gd name="connsiteX0" fmla="*/ 4813 w 9624"/>
                      <a:gd name="connsiteY0" fmla="*/ 0 h 195345"/>
                      <a:gd name="connsiteX1" fmla="*/ 6448 w 9624"/>
                      <a:gd name="connsiteY1" fmla="*/ 13739 h 195345"/>
                      <a:gd name="connsiteX2" fmla="*/ 9195 w 9624"/>
                      <a:gd name="connsiteY2" fmla="*/ 136768 h 195345"/>
                      <a:gd name="connsiteX3" fmla="*/ 4813 w 9624"/>
                      <a:gd name="connsiteY3" fmla="*/ 195345 h 195345"/>
                      <a:gd name="connsiteX4" fmla="*/ 430 w 9624"/>
                      <a:gd name="connsiteY4" fmla="*/ 136768 h 195345"/>
                      <a:gd name="connsiteX5" fmla="*/ 3177 w 9624"/>
                      <a:gd name="connsiteY5" fmla="*/ 13739 h 195345"/>
                      <a:gd name="connsiteX6" fmla="*/ 4813 w 9624"/>
                      <a:gd name="connsiteY6" fmla="*/ 0 h 19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4" h="195345">
                        <a:moveTo>
                          <a:pt x="4813" y="0"/>
                        </a:moveTo>
                        <a:lnTo>
                          <a:pt x="6448" y="13739"/>
                        </a:lnTo>
                        <a:cubicBezTo>
                          <a:pt x="9335" y="54586"/>
                          <a:pt x="10264" y="95644"/>
                          <a:pt x="9195" y="136768"/>
                        </a:cubicBezTo>
                        <a:lnTo>
                          <a:pt x="4813" y="195345"/>
                        </a:lnTo>
                        <a:lnTo>
                          <a:pt x="430" y="136768"/>
                        </a:lnTo>
                        <a:cubicBezTo>
                          <a:pt x="-638" y="95644"/>
                          <a:pt x="291" y="54586"/>
                          <a:pt x="3177" y="13739"/>
                        </a:cubicBezTo>
                        <a:lnTo>
                          <a:pt x="4813"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7" name="Freeform: Shape 16">
                    <a:extLst>
                      <a:ext uri="{FF2B5EF4-FFF2-40B4-BE49-F238E27FC236}">
                        <a16:creationId xmlns:a16="http://schemas.microsoft.com/office/drawing/2014/main" id="{A4613254-E41E-4D31-B553-70892291AE3C}"/>
                      </a:ext>
                    </a:extLst>
                  </p:cNvPr>
                  <p:cNvSpPr/>
                  <p:nvPr/>
                </p:nvSpPr>
                <p:spPr>
                  <a:xfrm rot="1800000">
                    <a:off x="2526556" y="3151643"/>
                    <a:ext cx="119834" cy="69186"/>
                  </a:xfrm>
                  <a:custGeom>
                    <a:avLst/>
                    <a:gdLst>
                      <a:gd name="connsiteX0" fmla="*/ 169177 w 169177"/>
                      <a:gd name="connsiteY0" fmla="*/ 0 h 97674"/>
                      <a:gd name="connsiteX1" fmla="*/ 120636 w 169177"/>
                      <a:gd name="connsiteY1" fmla="*/ 33086 h 97674"/>
                      <a:gd name="connsiteX2" fmla="*/ 12716 w 169177"/>
                      <a:gd name="connsiteY2" fmla="*/ 92221 h 97674"/>
                      <a:gd name="connsiteX3" fmla="*/ 0 w 169177"/>
                      <a:gd name="connsiteY3" fmla="*/ 97674 h 97674"/>
                      <a:gd name="connsiteX4" fmla="*/ 11081 w 169177"/>
                      <a:gd name="connsiteY4" fmla="*/ 89388 h 97674"/>
                      <a:gd name="connsiteX5" fmla="*/ 116253 w 169177"/>
                      <a:gd name="connsiteY5" fmla="*/ 25495 h 97674"/>
                      <a:gd name="connsiteX6" fmla="*/ 169177 w 169177"/>
                      <a:gd name="connsiteY6" fmla="*/ 0 h 9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7" h="97674">
                        <a:moveTo>
                          <a:pt x="169177" y="0"/>
                        </a:moveTo>
                        <a:lnTo>
                          <a:pt x="120636" y="33086"/>
                        </a:lnTo>
                        <a:cubicBezTo>
                          <a:pt x="85556" y="54573"/>
                          <a:pt x="49534" y="74298"/>
                          <a:pt x="12716" y="92221"/>
                        </a:cubicBezTo>
                        <a:lnTo>
                          <a:pt x="0" y="97674"/>
                        </a:lnTo>
                        <a:lnTo>
                          <a:pt x="11081" y="89388"/>
                        </a:lnTo>
                        <a:cubicBezTo>
                          <a:pt x="45012" y="66465"/>
                          <a:pt x="80105" y="45132"/>
                          <a:pt x="116253" y="25495"/>
                        </a:cubicBezTo>
                        <a:lnTo>
                          <a:pt x="169177"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8" name="Freeform: Shape 15">
                    <a:extLst>
                      <a:ext uri="{FF2B5EF4-FFF2-40B4-BE49-F238E27FC236}">
                        <a16:creationId xmlns:a16="http://schemas.microsoft.com/office/drawing/2014/main" id="{7B3CE31B-024C-4877-A425-8110AD05F89F}"/>
                      </a:ext>
                    </a:extLst>
                  </p:cNvPr>
                  <p:cNvSpPr/>
                  <p:nvPr/>
                </p:nvSpPr>
                <p:spPr>
                  <a:xfrm rot="1800000">
                    <a:off x="3311368" y="3604754"/>
                    <a:ext cx="119831" cy="69184"/>
                  </a:xfrm>
                  <a:custGeom>
                    <a:avLst/>
                    <a:gdLst>
                      <a:gd name="connsiteX0" fmla="*/ 0 w 169173"/>
                      <a:gd name="connsiteY0" fmla="*/ 0 h 97672"/>
                      <a:gd name="connsiteX1" fmla="*/ 52921 w 169173"/>
                      <a:gd name="connsiteY1" fmla="*/ 25494 h 97672"/>
                      <a:gd name="connsiteX2" fmla="*/ 158093 w 169173"/>
                      <a:gd name="connsiteY2" fmla="*/ 89387 h 97672"/>
                      <a:gd name="connsiteX3" fmla="*/ 169173 w 169173"/>
                      <a:gd name="connsiteY3" fmla="*/ 97672 h 97672"/>
                      <a:gd name="connsiteX4" fmla="*/ 156459 w 169173"/>
                      <a:gd name="connsiteY4" fmla="*/ 92220 h 97672"/>
                      <a:gd name="connsiteX5" fmla="*/ 48539 w 169173"/>
                      <a:gd name="connsiteY5" fmla="*/ 33085 h 97672"/>
                      <a:gd name="connsiteX6" fmla="*/ 0 w 169173"/>
                      <a:gd name="connsiteY6" fmla="*/ 0 h 9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3" h="97672">
                        <a:moveTo>
                          <a:pt x="0" y="0"/>
                        </a:moveTo>
                        <a:lnTo>
                          <a:pt x="52921" y="25494"/>
                        </a:lnTo>
                        <a:cubicBezTo>
                          <a:pt x="89070" y="45131"/>
                          <a:pt x="124163" y="66464"/>
                          <a:pt x="158093" y="89387"/>
                        </a:cubicBezTo>
                        <a:lnTo>
                          <a:pt x="169173" y="97672"/>
                        </a:lnTo>
                        <a:lnTo>
                          <a:pt x="156459" y="92220"/>
                        </a:lnTo>
                        <a:cubicBezTo>
                          <a:pt x="119641" y="74297"/>
                          <a:pt x="83619" y="54572"/>
                          <a:pt x="48539" y="33085"/>
                        </a:cubicBezTo>
                        <a:lnTo>
                          <a:pt x="0"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9" name="Google Shape;8107;p61">
                    <a:extLst>
                      <a:ext uri="{FF2B5EF4-FFF2-40B4-BE49-F238E27FC236}">
                        <a16:creationId xmlns:a16="http://schemas.microsoft.com/office/drawing/2014/main" id="{57290C1A-6AA8-42C7-AC9E-3C9F9E98F7B6}"/>
                      </a:ext>
                    </a:extLst>
                  </p:cNvPr>
                  <p:cNvSpPr/>
                  <p:nvPr/>
                </p:nvSpPr>
                <p:spPr>
                  <a:xfrm rot="14069179">
                    <a:off x="2073139" y="2038472"/>
                    <a:ext cx="580692" cy="502580"/>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tx1"/>
                  </a:solid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nvGrpSpPr>
                  <p:cNvPr id="150" name="Google Shape;11709;p67">
                    <a:extLst>
                      <a:ext uri="{FF2B5EF4-FFF2-40B4-BE49-F238E27FC236}">
                        <a16:creationId xmlns:a16="http://schemas.microsoft.com/office/drawing/2014/main" id="{C9CD558A-82F0-4CE7-9034-5BBDA05A44EF}"/>
                      </a:ext>
                    </a:extLst>
                  </p:cNvPr>
                  <p:cNvGrpSpPr/>
                  <p:nvPr/>
                </p:nvGrpSpPr>
                <p:grpSpPr>
                  <a:xfrm>
                    <a:off x="3930601" y="2946324"/>
                    <a:ext cx="475296" cy="620693"/>
                    <a:chOff x="1817317" y="2480330"/>
                    <a:chExt cx="350958" cy="263043"/>
                  </a:xfrm>
                  <a:solidFill>
                    <a:schemeClr val="tx1"/>
                  </a:solidFill>
                </p:grpSpPr>
                <p:sp>
                  <p:nvSpPr>
                    <p:cNvPr id="157" name="Google Shape;11710;p67">
                      <a:extLst>
                        <a:ext uri="{FF2B5EF4-FFF2-40B4-BE49-F238E27FC236}">
                          <a16:creationId xmlns:a16="http://schemas.microsoft.com/office/drawing/2014/main" id="{C4CC811B-6236-4072-9462-01F16B7674CF}"/>
                        </a:ext>
                      </a:extLst>
                    </p:cNvPr>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8" name="Google Shape;11711;p67">
                      <a:extLst>
                        <a:ext uri="{FF2B5EF4-FFF2-40B4-BE49-F238E27FC236}">
                          <a16:creationId xmlns:a16="http://schemas.microsoft.com/office/drawing/2014/main" id="{36437BBE-4FE1-4876-BDD2-8FEFF59938AD}"/>
                        </a:ext>
                      </a:extLst>
                    </p:cNvPr>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9" name="Google Shape;11712;p67">
                      <a:extLst>
                        <a:ext uri="{FF2B5EF4-FFF2-40B4-BE49-F238E27FC236}">
                          <a16:creationId xmlns:a16="http://schemas.microsoft.com/office/drawing/2014/main" id="{D3E8C3E3-1601-40B2-86F1-E46B51C3C01D}"/>
                        </a:ext>
                      </a:extLst>
                    </p:cNvPr>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60" name="Google Shape;11713;p67">
                      <a:extLst>
                        <a:ext uri="{FF2B5EF4-FFF2-40B4-BE49-F238E27FC236}">
                          <a16:creationId xmlns:a16="http://schemas.microsoft.com/office/drawing/2014/main" id="{8908AC1F-801D-4ED3-ABBC-211126A82951}"/>
                        </a:ext>
                      </a:extLst>
                    </p:cNvPr>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61" name="Google Shape;11714;p67">
                      <a:extLst>
                        <a:ext uri="{FF2B5EF4-FFF2-40B4-BE49-F238E27FC236}">
                          <a16:creationId xmlns:a16="http://schemas.microsoft.com/office/drawing/2014/main" id="{0B5019BF-DA49-4E11-90CD-C0DB1DFF93A8}"/>
                        </a:ext>
                      </a:extLst>
                    </p:cNvPr>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nvGrpSpPr>
                  <p:cNvPr id="151" name="Google Shape;11506;p67">
                    <a:extLst>
                      <a:ext uri="{FF2B5EF4-FFF2-40B4-BE49-F238E27FC236}">
                        <a16:creationId xmlns:a16="http://schemas.microsoft.com/office/drawing/2014/main" id="{E4FAA577-F1C5-4AA9-B70E-124D3318DC8E}"/>
                      </a:ext>
                    </a:extLst>
                  </p:cNvPr>
                  <p:cNvGrpSpPr/>
                  <p:nvPr/>
                </p:nvGrpSpPr>
                <p:grpSpPr>
                  <a:xfrm rot="6148272">
                    <a:off x="2112236" y="3862168"/>
                    <a:ext cx="561237" cy="377126"/>
                    <a:chOff x="859265" y="3348175"/>
                    <a:chExt cx="312316" cy="368400"/>
                  </a:xfrm>
                  <a:solidFill>
                    <a:schemeClr val="tx1"/>
                  </a:solidFill>
                </p:grpSpPr>
                <p:sp>
                  <p:nvSpPr>
                    <p:cNvPr id="152" name="Google Shape;11507;p67">
                      <a:extLst>
                        <a:ext uri="{FF2B5EF4-FFF2-40B4-BE49-F238E27FC236}">
                          <a16:creationId xmlns:a16="http://schemas.microsoft.com/office/drawing/2014/main" id="{8CCEB5B5-591F-4742-A511-3A812E7AD6F3}"/>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3" name="Google Shape;11508;p67">
                      <a:extLst>
                        <a:ext uri="{FF2B5EF4-FFF2-40B4-BE49-F238E27FC236}">
                          <a16:creationId xmlns:a16="http://schemas.microsoft.com/office/drawing/2014/main" id="{85AE383F-ECA1-4BAC-81A7-76320C7DA1E1}"/>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4" name="Google Shape;11509;p67">
                      <a:extLst>
                        <a:ext uri="{FF2B5EF4-FFF2-40B4-BE49-F238E27FC236}">
                          <a16:creationId xmlns:a16="http://schemas.microsoft.com/office/drawing/2014/main" id="{58194DDE-5ABD-46CA-A0DC-58ED464825FC}"/>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5" name="Google Shape;11510;p67">
                      <a:extLst>
                        <a:ext uri="{FF2B5EF4-FFF2-40B4-BE49-F238E27FC236}">
                          <a16:creationId xmlns:a16="http://schemas.microsoft.com/office/drawing/2014/main" id="{2DF67181-9094-4DE8-A7E4-EDA3A08ADD0F}"/>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6" name="Google Shape;11511;p67">
                      <a:extLst>
                        <a:ext uri="{FF2B5EF4-FFF2-40B4-BE49-F238E27FC236}">
                          <a16:creationId xmlns:a16="http://schemas.microsoft.com/office/drawing/2014/main" id="{7D6F7EFA-E4F6-4183-8452-AABBED5DB398}"/>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grpSp>
        </p:grpSp>
      </p:grpSp>
      <p:sp>
        <p:nvSpPr>
          <p:cNvPr id="169" name="TextBox 168"/>
          <p:cNvSpPr txBox="1"/>
          <p:nvPr/>
        </p:nvSpPr>
        <p:spPr>
          <a:xfrm>
            <a:off x="254000" y="4889500"/>
            <a:ext cx="974947" cy="400110"/>
          </a:xfrm>
          <a:prstGeom prst="rect">
            <a:avLst/>
          </a:prstGeom>
          <a:noFill/>
        </p:spPr>
        <p:txBody>
          <a:bodyPr wrap="none">
            <a:spAutoFit/>
          </a:bodyPr>
          <a:lstStyle/>
          <a:p>
            <a:r>
              <a:rPr sz="1000" dirty="0">
                <a:solidFill>
                  <a:srgbClr val="FFFFFF"/>
                </a:solidFill>
                <a:latin typeface="Arial"/>
              </a:rPr>
              <a:t>29  |</a:t>
            </a:r>
            <a:r>
              <a:rPr lang="fr-FR" sz="1000" dirty="0">
                <a:solidFill>
                  <a:srgbClr val="FFFFFF"/>
                </a:solidFill>
                <a:latin typeface="Arial"/>
              </a:rPr>
              <a:t> </a:t>
            </a:r>
            <a:r>
              <a:rPr lang="fr-FR" sz="1000" dirty="0">
                <a:solidFill>
                  <a:srgbClr val="FFFFFF"/>
                </a:solidFill>
              </a:rPr>
              <a:t>Etat d’art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000346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20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68"/>
                                            </p:tgtEl>
                                            <p:attrNameLst>
                                              <p:attrName>style.visibility</p:attrName>
                                            </p:attrNameLst>
                                          </p:cBhvr>
                                          <p:to>
                                            <p:strVal val="visible"/>
                                          </p:to>
                                        </p:set>
                                        <p:anim calcmode="lin" valueType="num" p14:bounceEnd="50000">
                                          <p:cBhvr additive="base">
                                            <p:cTn id="11" dur="2000" fill="hold"/>
                                            <p:tgtEl>
                                              <p:spTgt spid="168"/>
                                            </p:tgtEl>
                                            <p:attrNameLst>
                                              <p:attrName>ppt_x</p:attrName>
                                            </p:attrNameLst>
                                          </p:cBhvr>
                                          <p:tavLst>
                                            <p:tav tm="0">
                                              <p:val>
                                                <p:strVal val="#ppt_x"/>
                                              </p:val>
                                            </p:tav>
                                            <p:tav tm="100000">
                                              <p:val>
                                                <p:strVal val="#ppt_x"/>
                                              </p:val>
                                            </p:tav>
                                          </p:tavLst>
                                        </p:anim>
                                        <p:anim calcmode="lin" valueType="num" p14:bounceEnd="50000">
                                          <p:cBhvr additive="base">
                                            <p:cTn id="12" dur="2000" fill="hold"/>
                                            <p:tgtEl>
                                              <p:spTgt spid="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ppt_x"/>
                                              </p:val>
                                            </p:tav>
                                            <p:tav tm="100000">
                                              <p:val>
                                                <p:strVal val="#ppt_x"/>
                                              </p:val>
                                            </p:tav>
                                          </p:tavLst>
                                        </p:anim>
                                        <p:anim calcmode="lin" valueType="num">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8"/>
                                            </p:tgtEl>
                                            <p:attrNameLst>
                                              <p:attrName>style.visibility</p:attrName>
                                            </p:attrNameLst>
                                          </p:cBhvr>
                                          <p:to>
                                            <p:strVal val="visible"/>
                                          </p:to>
                                        </p:set>
                                        <p:anim calcmode="lin" valueType="num">
                                          <p:cBhvr additive="base">
                                            <p:cTn id="11" dur="2000" fill="hold"/>
                                            <p:tgtEl>
                                              <p:spTgt spid="168"/>
                                            </p:tgtEl>
                                            <p:attrNameLst>
                                              <p:attrName>ppt_x</p:attrName>
                                            </p:attrNameLst>
                                          </p:cBhvr>
                                          <p:tavLst>
                                            <p:tav tm="0">
                                              <p:val>
                                                <p:strVal val="#ppt_x"/>
                                              </p:val>
                                            </p:tav>
                                            <p:tav tm="100000">
                                              <p:val>
                                                <p:strVal val="#ppt_x"/>
                                              </p:val>
                                            </p:tav>
                                          </p:tavLst>
                                        </p:anim>
                                        <p:anim calcmode="lin" valueType="num">
                                          <p:cBhvr additive="base">
                                            <p:cTn id="12" dur="2000" fill="hold"/>
                                            <p:tgtEl>
                                              <p:spTgt spid="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5" grpId="0" animBg="1"/>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Rounded Corners 68">
            <a:extLst>
              <a:ext uri="{FF2B5EF4-FFF2-40B4-BE49-F238E27FC236}">
                <a16:creationId xmlns:a16="http://schemas.microsoft.com/office/drawing/2014/main" id="{51ADC049-0941-497B-A133-2FCDD0A1CFF0}"/>
              </a:ext>
            </a:extLst>
          </p:cNvPr>
          <p:cNvSpPr/>
          <p:nvPr/>
        </p:nvSpPr>
        <p:spPr>
          <a:xfrm>
            <a:off x="112662" y="857250"/>
            <a:ext cx="7955775" cy="3444240"/>
          </a:xfrm>
          <a:prstGeom prst="roundRect">
            <a:avLst/>
          </a:prstGeom>
          <a:solidFill>
            <a:schemeClr val="accent1">
              <a:lumMod val="75000"/>
            </a:schemeClr>
          </a:solidFill>
          <a:ln>
            <a:noFill/>
          </a:ln>
          <a:effectLst>
            <a:outerShdw blurRad="762000" dist="1524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5" name="Rectangle: Rounded Corners 4">
            <a:extLst>
              <a:ext uri="{FF2B5EF4-FFF2-40B4-BE49-F238E27FC236}">
                <a16:creationId xmlns:a16="http://schemas.microsoft.com/office/drawing/2014/main" id="{656FC992-F851-E597-401E-6742AC55CAA6}"/>
              </a:ext>
            </a:extLst>
          </p:cNvPr>
          <p:cNvSpPr/>
          <p:nvPr/>
        </p:nvSpPr>
        <p:spPr>
          <a:xfrm>
            <a:off x="3224926" y="1247148"/>
            <a:ext cx="3330563" cy="2533650"/>
          </a:xfrm>
          <a:prstGeom prst="round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06" name="Groupe 105">
            <a:extLst>
              <a:ext uri="{FF2B5EF4-FFF2-40B4-BE49-F238E27FC236}">
                <a16:creationId xmlns:a16="http://schemas.microsoft.com/office/drawing/2014/main" id="{52A736C3-EA4F-43EA-97F8-79A778549E7C}"/>
              </a:ext>
            </a:extLst>
          </p:cNvPr>
          <p:cNvGrpSpPr/>
          <p:nvPr/>
        </p:nvGrpSpPr>
        <p:grpSpPr>
          <a:xfrm>
            <a:off x="4969015" y="-7648600"/>
            <a:ext cx="3631181" cy="12792100"/>
            <a:chOff x="8403922" y="-10199200"/>
            <a:chExt cx="3392966" cy="17006400"/>
          </a:xfrm>
        </p:grpSpPr>
        <p:sp>
          <p:nvSpPr>
            <p:cNvPr id="71" name="Rectangle: Rounded Corners 70">
              <a:extLst>
                <a:ext uri="{FF2B5EF4-FFF2-40B4-BE49-F238E27FC236}">
                  <a16:creationId xmlns:a16="http://schemas.microsoft.com/office/drawing/2014/main" id="{41352157-6A9D-F028-2F9E-EDF85FFF0043}"/>
                </a:ext>
              </a:extLst>
            </p:cNvPr>
            <p:cNvSpPr/>
            <p:nvPr/>
          </p:nvSpPr>
          <p:spPr>
            <a:xfrm>
              <a:off x="8403922" y="-50800"/>
              <a:ext cx="3392966" cy="6858000"/>
            </a:xfrm>
            <a:prstGeom prst="roundRect">
              <a:avLst>
                <a:gd name="adj" fmla="val 0"/>
              </a:avLst>
            </a:prstGeom>
            <a:solidFill>
              <a:schemeClr val="tx1"/>
            </a:solidFill>
            <a:ln w="19050">
              <a:noFill/>
            </a:ln>
            <a:effectLst>
              <a:outerShdw blurRad="317500" dist="152400" dir="8100000" algn="tr" rotWithShape="0">
                <a:prstClr val="black">
                  <a:alpha val="8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8" name="Groupe 17">
              <a:extLst>
                <a:ext uri="{FF2B5EF4-FFF2-40B4-BE49-F238E27FC236}">
                  <a16:creationId xmlns:a16="http://schemas.microsoft.com/office/drawing/2014/main" id="{1CD613A3-B1C9-40C1-BB56-77D7AF237384}"/>
                </a:ext>
              </a:extLst>
            </p:cNvPr>
            <p:cNvGrpSpPr/>
            <p:nvPr/>
          </p:nvGrpSpPr>
          <p:grpSpPr>
            <a:xfrm>
              <a:off x="8542391" y="-10199200"/>
              <a:ext cx="3020665" cy="15239197"/>
              <a:chOff x="7731941" y="1970796"/>
              <a:chExt cx="3020665" cy="15239197"/>
            </a:xfrm>
          </p:grpSpPr>
          <p:pic>
            <p:nvPicPr>
              <p:cNvPr id="43" name="Image 42">
                <a:extLst>
                  <a:ext uri="{FF2B5EF4-FFF2-40B4-BE49-F238E27FC236}">
                    <a16:creationId xmlns:a16="http://schemas.microsoft.com/office/drawing/2014/main" id="{34E43729-8035-4C9C-B5D2-241E0475E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1941" y="13831793"/>
                <a:ext cx="3020665" cy="3378200"/>
              </a:xfrm>
              <a:prstGeom prst="rect">
                <a:avLst/>
              </a:prstGeom>
            </p:spPr>
          </p:pic>
          <p:pic>
            <p:nvPicPr>
              <p:cNvPr id="15" name="Image 14">
                <a:extLst>
                  <a:ext uri="{FF2B5EF4-FFF2-40B4-BE49-F238E27FC236}">
                    <a16:creationId xmlns:a16="http://schemas.microsoft.com/office/drawing/2014/main" id="{0C1C9B86-A787-4827-9C25-9DA306E40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750" y="7861847"/>
                <a:ext cx="2928856" cy="3900104"/>
              </a:xfrm>
              <a:prstGeom prst="rect">
                <a:avLst/>
              </a:prstGeom>
            </p:spPr>
          </p:pic>
          <p:pic>
            <p:nvPicPr>
              <p:cNvPr id="40" name="Image 39">
                <a:extLst>
                  <a:ext uri="{FF2B5EF4-FFF2-40B4-BE49-F238E27FC236}">
                    <a16:creationId xmlns:a16="http://schemas.microsoft.com/office/drawing/2014/main" id="{30AC86E1-DAB0-477B-9A48-CD80DAB713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3750" y="1970796"/>
                <a:ext cx="2844249" cy="3744203"/>
              </a:xfrm>
              <a:prstGeom prst="rect">
                <a:avLst/>
              </a:prstGeom>
            </p:spPr>
          </p:pic>
        </p:grpSp>
      </p:grpSp>
      <p:sp>
        <p:nvSpPr>
          <p:cNvPr id="2" name="TextBox 1">
            <a:extLst>
              <a:ext uri="{FF2B5EF4-FFF2-40B4-BE49-F238E27FC236}">
                <a16:creationId xmlns:a16="http://schemas.microsoft.com/office/drawing/2014/main" id="{1C278E95-67E0-E4FD-E318-2591A531084B}"/>
              </a:ext>
            </a:extLst>
          </p:cNvPr>
          <p:cNvSpPr txBox="1"/>
          <p:nvPr/>
        </p:nvSpPr>
        <p:spPr>
          <a:xfrm>
            <a:off x="3489991" y="1337573"/>
            <a:ext cx="1479024" cy="2492990"/>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buClrTx/>
            </a:pPr>
            <a:r>
              <a:rPr lang="fr-FR" sz="1050" kern="1200" dirty="0">
                <a:solidFill>
                  <a:prstClr val="black"/>
                </a:solidFill>
                <a:latin typeface="Montserrat Medium" panose="00000600000000000000" pitchFamily="2" charset="0"/>
                <a:ea typeface="+mn-ea"/>
                <a:cs typeface="+mn-cs"/>
              </a:rPr>
              <a:t> </a:t>
            </a:r>
            <a:r>
              <a:rPr lang="fr-FR" sz="1050" kern="1200" dirty="0">
                <a:solidFill>
                  <a:srgbClr val="E7E6E6"/>
                </a:solidFill>
                <a:latin typeface="Montserrat Medium" panose="00000600000000000000" pitchFamily="2" charset="0"/>
                <a:ea typeface="+mn-ea"/>
                <a:cs typeface="+mn-cs"/>
              </a:rPr>
              <a:t> RF et KNN ont une place significative, ce qui illustre leur renommée dans les études de recherche. En </a:t>
            </a:r>
            <a:r>
              <a:rPr lang="fr-FR" sz="1050" kern="1200" dirty="0" err="1">
                <a:solidFill>
                  <a:srgbClr val="E7E6E6"/>
                </a:solidFill>
                <a:latin typeface="Montserrat Medium" panose="00000600000000000000" pitchFamily="2" charset="0"/>
                <a:ea typeface="+mn-ea"/>
                <a:cs typeface="+mn-cs"/>
              </a:rPr>
              <a:t>revanchele</a:t>
            </a:r>
            <a:r>
              <a:rPr lang="fr-FR" sz="1050" kern="1200" dirty="0">
                <a:solidFill>
                  <a:srgbClr val="E7E6E6"/>
                </a:solidFill>
                <a:latin typeface="Montserrat Medium" panose="00000600000000000000" pitchFamily="2" charset="0"/>
                <a:ea typeface="+mn-ea"/>
                <a:cs typeface="+mn-cs"/>
              </a:rPr>
              <a:t> Perceptron ou l'</a:t>
            </a:r>
            <a:r>
              <a:rPr lang="fr-FR" sz="1050" kern="1200" dirty="0" err="1">
                <a:solidFill>
                  <a:srgbClr val="E7E6E6"/>
                </a:solidFill>
                <a:latin typeface="Montserrat Medium" panose="00000600000000000000" pitchFamily="2" charset="0"/>
                <a:ea typeface="+mn-ea"/>
                <a:cs typeface="+mn-cs"/>
              </a:rPr>
              <a:t>AdaBoost</a:t>
            </a:r>
            <a:r>
              <a:rPr lang="fr-FR" sz="1050" kern="1200" dirty="0">
                <a:solidFill>
                  <a:srgbClr val="E7E6E6"/>
                </a:solidFill>
                <a:latin typeface="Montserrat Medium" panose="00000600000000000000" pitchFamily="2" charset="0"/>
                <a:ea typeface="+mn-ea"/>
                <a:cs typeface="+mn-cs"/>
              </a:rPr>
              <a:t> semblent moins courantes, démontrant leur utilisation plus restreinte dans cette situation</a:t>
            </a:r>
            <a:endParaRPr lang="en-US" sz="1050" kern="1200" dirty="0">
              <a:solidFill>
                <a:srgbClr val="E7E6E6"/>
              </a:solidFill>
              <a:latin typeface="Montserrat Medium" panose="00000600000000000000" pitchFamily="2" charset="0"/>
              <a:ea typeface="+mn-ea"/>
              <a:cs typeface="Times New Roman"/>
            </a:endParaRPr>
          </a:p>
        </p:txBody>
      </p:sp>
      <p:grpSp>
        <p:nvGrpSpPr>
          <p:cNvPr id="108" name="Groupe 107">
            <a:extLst>
              <a:ext uri="{FF2B5EF4-FFF2-40B4-BE49-F238E27FC236}">
                <a16:creationId xmlns:a16="http://schemas.microsoft.com/office/drawing/2014/main" id="{38A2DCFD-FCBA-4801-9481-0B58C9C8CB1D}"/>
              </a:ext>
            </a:extLst>
          </p:cNvPr>
          <p:cNvGrpSpPr/>
          <p:nvPr/>
        </p:nvGrpSpPr>
        <p:grpSpPr>
          <a:xfrm rot="7447004">
            <a:off x="-6044" y="790629"/>
            <a:ext cx="3131021" cy="3201243"/>
            <a:chOff x="988758" y="1310068"/>
            <a:chExt cx="4174694" cy="4268324"/>
          </a:xfrm>
        </p:grpSpPr>
        <p:grpSp>
          <p:nvGrpSpPr>
            <p:cNvPr id="109" name="Group 52">
              <a:extLst>
                <a:ext uri="{FF2B5EF4-FFF2-40B4-BE49-F238E27FC236}">
                  <a16:creationId xmlns:a16="http://schemas.microsoft.com/office/drawing/2014/main" id="{A814ACC2-09D7-446A-BC00-BA94563624CF}"/>
                </a:ext>
              </a:extLst>
            </p:cNvPr>
            <p:cNvGrpSpPr/>
            <p:nvPr/>
          </p:nvGrpSpPr>
          <p:grpSpPr>
            <a:xfrm rot="1800000">
              <a:off x="1705553" y="1310068"/>
              <a:ext cx="3457899" cy="2327013"/>
              <a:chOff x="3549211" y="685800"/>
              <a:chExt cx="4881739" cy="3285195"/>
            </a:xfrm>
            <a:solidFill>
              <a:schemeClr val="accent3">
                <a:lumMod val="20000"/>
                <a:lumOff val="80000"/>
              </a:schemeClr>
            </a:solidFill>
          </p:grpSpPr>
          <p:sp>
            <p:nvSpPr>
              <p:cNvPr id="137" name="Freeform: Shape 34">
                <a:extLst>
                  <a:ext uri="{FF2B5EF4-FFF2-40B4-BE49-F238E27FC236}">
                    <a16:creationId xmlns:a16="http://schemas.microsoft.com/office/drawing/2014/main" id="{FB683E5A-9DE9-4402-8304-1B20166CB297}"/>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8" name="Freeform: Shape 45">
                <a:extLst>
                  <a:ext uri="{FF2B5EF4-FFF2-40B4-BE49-F238E27FC236}">
                    <a16:creationId xmlns:a16="http://schemas.microsoft.com/office/drawing/2014/main" id="{57D47AAA-C9AD-4E42-B636-11ABF17CBF4C}"/>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grpSp>
        <p:grpSp>
          <p:nvGrpSpPr>
            <p:cNvPr id="110" name="Groupe 109">
              <a:extLst>
                <a:ext uri="{FF2B5EF4-FFF2-40B4-BE49-F238E27FC236}">
                  <a16:creationId xmlns:a16="http://schemas.microsoft.com/office/drawing/2014/main" id="{F1CA3270-633F-481E-9616-9988B512E208}"/>
                </a:ext>
              </a:extLst>
            </p:cNvPr>
            <p:cNvGrpSpPr/>
            <p:nvPr/>
          </p:nvGrpSpPr>
          <p:grpSpPr>
            <a:xfrm>
              <a:off x="988758" y="1465499"/>
              <a:ext cx="4081271" cy="4112893"/>
              <a:chOff x="988758" y="1465499"/>
              <a:chExt cx="4081271" cy="4112893"/>
            </a:xfrm>
          </p:grpSpPr>
          <p:grpSp>
            <p:nvGrpSpPr>
              <p:cNvPr id="111" name="Group 51">
                <a:extLst>
                  <a:ext uri="{FF2B5EF4-FFF2-40B4-BE49-F238E27FC236}">
                    <a16:creationId xmlns:a16="http://schemas.microsoft.com/office/drawing/2014/main" id="{096D7F4C-E19F-4CD2-A509-E0F31F70135C}"/>
                  </a:ext>
                </a:extLst>
              </p:cNvPr>
              <p:cNvGrpSpPr/>
              <p:nvPr/>
            </p:nvGrpSpPr>
            <p:grpSpPr>
              <a:xfrm rot="1800000">
                <a:off x="2859889" y="2180034"/>
                <a:ext cx="1943099" cy="3398358"/>
                <a:chOff x="6096002" y="1367934"/>
                <a:chExt cx="2743199" cy="4797682"/>
              </a:xfrm>
              <a:solidFill>
                <a:schemeClr val="accent3">
                  <a:lumMod val="20000"/>
                  <a:lumOff val="80000"/>
                </a:schemeClr>
              </a:solidFill>
            </p:grpSpPr>
            <p:sp>
              <p:nvSpPr>
                <p:cNvPr id="135" name="Freeform: Shape 35">
                  <a:extLst>
                    <a:ext uri="{FF2B5EF4-FFF2-40B4-BE49-F238E27FC236}">
                      <a16:creationId xmlns:a16="http://schemas.microsoft.com/office/drawing/2014/main" id="{AFD87DAE-D897-476E-B448-9418F841D27C}"/>
                    </a:ext>
                  </a:extLst>
                </p:cNvPr>
                <p:cNvSpPr/>
                <p:nvPr/>
              </p:nvSpPr>
              <p:spPr>
                <a:xfrm>
                  <a:off x="6096002" y="1419393"/>
                  <a:ext cx="2743198" cy="474622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outerShdw blurRad="317500" dist="1524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6" name="Freeform: Shape 50">
                  <a:extLst>
                    <a:ext uri="{FF2B5EF4-FFF2-40B4-BE49-F238E27FC236}">
                      <a16:creationId xmlns:a16="http://schemas.microsoft.com/office/drawing/2014/main" id="{E13DE6C4-06AE-4233-9845-1FFD682EDA30}"/>
                    </a:ext>
                  </a:extLst>
                </p:cNvPr>
                <p:cNvSpPr/>
                <p:nvPr/>
              </p:nvSpPr>
              <p:spPr>
                <a:xfrm>
                  <a:off x="6096003" y="1367934"/>
                  <a:ext cx="2743198" cy="479768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2" name="Groupe 111">
                <a:extLst>
                  <a:ext uri="{FF2B5EF4-FFF2-40B4-BE49-F238E27FC236}">
                    <a16:creationId xmlns:a16="http://schemas.microsoft.com/office/drawing/2014/main" id="{FA941251-8F67-48D5-8931-BC0A272435FB}"/>
                  </a:ext>
                </a:extLst>
              </p:cNvPr>
              <p:cNvGrpSpPr/>
              <p:nvPr/>
            </p:nvGrpSpPr>
            <p:grpSpPr>
              <a:xfrm>
                <a:off x="988758" y="1465499"/>
                <a:ext cx="4081271" cy="3337640"/>
                <a:chOff x="988758" y="1465499"/>
                <a:chExt cx="4081271" cy="3337640"/>
              </a:xfrm>
            </p:grpSpPr>
            <p:grpSp>
              <p:nvGrpSpPr>
                <p:cNvPr id="113" name="Groupe 112">
                  <a:extLst>
                    <a:ext uri="{FF2B5EF4-FFF2-40B4-BE49-F238E27FC236}">
                      <a16:creationId xmlns:a16="http://schemas.microsoft.com/office/drawing/2014/main" id="{200430FC-9BAC-449F-A69F-B4383FA4B6BE}"/>
                    </a:ext>
                  </a:extLst>
                </p:cNvPr>
                <p:cNvGrpSpPr/>
                <p:nvPr/>
              </p:nvGrpSpPr>
              <p:grpSpPr>
                <a:xfrm>
                  <a:off x="988758" y="1906770"/>
                  <a:ext cx="2846642" cy="2896369"/>
                  <a:chOff x="988758" y="1906770"/>
                  <a:chExt cx="2846642" cy="2896369"/>
                </a:xfrm>
              </p:grpSpPr>
              <p:sp>
                <p:nvSpPr>
                  <p:cNvPr id="133" name="Freeform: Shape 27">
                    <a:extLst>
                      <a:ext uri="{FF2B5EF4-FFF2-40B4-BE49-F238E27FC236}">
                        <a16:creationId xmlns:a16="http://schemas.microsoft.com/office/drawing/2014/main" id="{363D3226-37A4-4DF2-9304-DD5A2423A5A2}"/>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outerShdw blurRad="317500" dist="1524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4" name="Freeform: Shape 53">
                    <a:extLst>
                      <a:ext uri="{FF2B5EF4-FFF2-40B4-BE49-F238E27FC236}">
                        <a16:creationId xmlns:a16="http://schemas.microsoft.com/office/drawing/2014/main" id="{61BC2D89-7AED-4C1A-82E4-F72205A9B177}"/>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4" name="Groupe 113">
                  <a:extLst>
                    <a:ext uri="{FF2B5EF4-FFF2-40B4-BE49-F238E27FC236}">
                      <a16:creationId xmlns:a16="http://schemas.microsoft.com/office/drawing/2014/main" id="{B454F2C7-FAFA-49F0-9CD6-584046737CD5}"/>
                    </a:ext>
                  </a:extLst>
                </p:cNvPr>
                <p:cNvGrpSpPr/>
                <p:nvPr/>
              </p:nvGrpSpPr>
              <p:grpSpPr>
                <a:xfrm>
                  <a:off x="2112195" y="1465499"/>
                  <a:ext cx="2957834" cy="2865850"/>
                  <a:chOff x="2112195" y="1465499"/>
                  <a:chExt cx="2957834" cy="2865850"/>
                </a:xfrm>
              </p:grpSpPr>
              <p:sp>
                <p:nvSpPr>
                  <p:cNvPr id="115" name="Freeform: Shape 22">
                    <a:extLst>
                      <a:ext uri="{FF2B5EF4-FFF2-40B4-BE49-F238E27FC236}">
                        <a16:creationId xmlns:a16="http://schemas.microsoft.com/office/drawing/2014/main" id="{BDD14598-2123-487F-B57B-20071316D7E3}"/>
                      </a:ext>
                    </a:extLst>
                  </p:cNvPr>
                  <p:cNvSpPr/>
                  <p:nvPr/>
                </p:nvSpPr>
                <p:spPr>
                  <a:xfrm rot="1800000">
                    <a:off x="5031815" y="3138515"/>
                    <a:ext cx="38214" cy="62901"/>
                  </a:xfrm>
                  <a:custGeom>
                    <a:avLst/>
                    <a:gdLst>
                      <a:gd name="connsiteX0" fmla="*/ 0 w 53949"/>
                      <a:gd name="connsiteY0" fmla="*/ 0 h 88801"/>
                      <a:gd name="connsiteX1" fmla="*/ 40731 w 53949"/>
                      <a:gd name="connsiteY1" fmla="*/ 62982 h 88801"/>
                      <a:gd name="connsiteX2" fmla="*/ 53949 w 53949"/>
                      <a:gd name="connsiteY2" fmla="*/ 88801 h 88801"/>
                      <a:gd name="connsiteX3" fmla="*/ 0 w 53949"/>
                      <a:gd name="connsiteY3" fmla="*/ 0 h 88801"/>
                    </a:gdLst>
                    <a:ahLst/>
                    <a:cxnLst>
                      <a:cxn ang="0">
                        <a:pos x="connsiteX0" y="connsiteY0"/>
                      </a:cxn>
                      <a:cxn ang="0">
                        <a:pos x="connsiteX1" y="connsiteY1"/>
                      </a:cxn>
                      <a:cxn ang="0">
                        <a:pos x="connsiteX2" y="connsiteY2"/>
                      </a:cxn>
                      <a:cxn ang="0">
                        <a:pos x="connsiteX3" y="connsiteY3"/>
                      </a:cxn>
                    </a:cxnLst>
                    <a:rect l="l" t="t" r="r" b="b"/>
                    <a:pathLst>
                      <a:path w="53949" h="88801">
                        <a:moveTo>
                          <a:pt x="0" y="0"/>
                        </a:moveTo>
                        <a:lnTo>
                          <a:pt x="40731" y="62982"/>
                        </a:lnTo>
                        <a:lnTo>
                          <a:pt x="53949" y="88801"/>
                        </a:lnTo>
                        <a:lnTo>
                          <a:pt x="0"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6" name="Freeform: Shape 21">
                    <a:extLst>
                      <a:ext uri="{FF2B5EF4-FFF2-40B4-BE49-F238E27FC236}">
                        <a16:creationId xmlns:a16="http://schemas.microsoft.com/office/drawing/2014/main" id="{2DB3E455-B2A0-4738-8D97-667C23366100}"/>
                      </a:ext>
                    </a:extLst>
                  </p:cNvPr>
                  <p:cNvSpPr/>
                  <p:nvPr/>
                </p:nvSpPr>
                <p:spPr>
                  <a:xfrm rot="1800000">
                    <a:off x="2134044" y="1465499"/>
                    <a:ext cx="38198" cy="62876"/>
                  </a:xfrm>
                  <a:custGeom>
                    <a:avLst/>
                    <a:gdLst>
                      <a:gd name="connsiteX0" fmla="*/ 53926 w 53926"/>
                      <a:gd name="connsiteY0" fmla="*/ 0 h 88766"/>
                      <a:gd name="connsiteX1" fmla="*/ 0 w 53926"/>
                      <a:gd name="connsiteY1" fmla="*/ 88766 h 88766"/>
                      <a:gd name="connsiteX2" fmla="*/ 13212 w 53926"/>
                      <a:gd name="connsiteY2" fmla="*/ 62957 h 88766"/>
                      <a:gd name="connsiteX3" fmla="*/ 53926 w 53926"/>
                      <a:gd name="connsiteY3" fmla="*/ 0 h 88766"/>
                    </a:gdLst>
                    <a:ahLst/>
                    <a:cxnLst>
                      <a:cxn ang="0">
                        <a:pos x="connsiteX0" y="connsiteY0"/>
                      </a:cxn>
                      <a:cxn ang="0">
                        <a:pos x="connsiteX1" y="connsiteY1"/>
                      </a:cxn>
                      <a:cxn ang="0">
                        <a:pos x="connsiteX2" y="connsiteY2"/>
                      </a:cxn>
                      <a:cxn ang="0">
                        <a:pos x="connsiteX3" y="connsiteY3"/>
                      </a:cxn>
                    </a:cxnLst>
                    <a:rect l="l" t="t" r="r" b="b"/>
                    <a:pathLst>
                      <a:path w="53926" h="88766">
                        <a:moveTo>
                          <a:pt x="53926" y="0"/>
                        </a:moveTo>
                        <a:lnTo>
                          <a:pt x="0" y="88766"/>
                        </a:lnTo>
                        <a:lnTo>
                          <a:pt x="13212" y="62957"/>
                        </a:lnTo>
                        <a:lnTo>
                          <a:pt x="53926"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7" name="Freeform: Shape 18">
                    <a:extLst>
                      <a:ext uri="{FF2B5EF4-FFF2-40B4-BE49-F238E27FC236}">
                        <a16:creationId xmlns:a16="http://schemas.microsoft.com/office/drawing/2014/main" id="{8258ACA7-6EDD-4144-8AC6-9719B018041D}"/>
                      </a:ext>
                    </a:extLst>
                  </p:cNvPr>
                  <p:cNvSpPr/>
                  <p:nvPr/>
                </p:nvSpPr>
                <p:spPr>
                  <a:xfrm rot="1800000">
                    <a:off x="3367875" y="2663939"/>
                    <a:ext cx="6817" cy="138369"/>
                  </a:xfrm>
                  <a:custGeom>
                    <a:avLst/>
                    <a:gdLst>
                      <a:gd name="connsiteX0" fmla="*/ 4813 w 9624"/>
                      <a:gd name="connsiteY0" fmla="*/ 0 h 195345"/>
                      <a:gd name="connsiteX1" fmla="*/ 6448 w 9624"/>
                      <a:gd name="connsiteY1" fmla="*/ 13739 h 195345"/>
                      <a:gd name="connsiteX2" fmla="*/ 9195 w 9624"/>
                      <a:gd name="connsiteY2" fmla="*/ 136768 h 195345"/>
                      <a:gd name="connsiteX3" fmla="*/ 4813 w 9624"/>
                      <a:gd name="connsiteY3" fmla="*/ 195345 h 195345"/>
                      <a:gd name="connsiteX4" fmla="*/ 430 w 9624"/>
                      <a:gd name="connsiteY4" fmla="*/ 136768 h 195345"/>
                      <a:gd name="connsiteX5" fmla="*/ 3177 w 9624"/>
                      <a:gd name="connsiteY5" fmla="*/ 13739 h 195345"/>
                      <a:gd name="connsiteX6" fmla="*/ 4813 w 9624"/>
                      <a:gd name="connsiteY6" fmla="*/ 0 h 19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4" h="195345">
                        <a:moveTo>
                          <a:pt x="4813" y="0"/>
                        </a:moveTo>
                        <a:lnTo>
                          <a:pt x="6448" y="13739"/>
                        </a:lnTo>
                        <a:cubicBezTo>
                          <a:pt x="9335" y="54586"/>
                          <a:pt x="10264" y="95644"/>
                          <a:pt x="9195" y="136768"/>
                        </a:cubicBezTo>
                        <a:lnTo>
                          <a:pt x="4813" y="195345"/>
                        </a:lnTo>
                        <a:lnTo>
                          <a:pt x="430" y="136768"/>
                        </a:lnTo>
                        <a:cubicBezTo>
                          <a:pt x="-638" y="95644"/>
                          <a:pt x="291" y="54586"/>
                          <a:pt x="3177" y="13739"/>
                        </a:cubicBezTo>
                        <a:lnTo>
                          <a:pt x="4813"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8" name="Freeform: Shape 16">
                    <a:extLst>
                      <a:ext uri="{FF2B5EF4-FFF2-40B4-BE49-F238E27FC236}">
                        <a16:creationId xmlns:a16="http://schemas.microsoft.com/office/drawing/2014/main" id="{AA9E83BA-026B-44AF-9849-5F69BB8AF6CA}"/>
                      </a:ext>
                    </a:extLst>
                  </p:cNvPr>
                  <p:cNvSpPr/>
                  <p:nvPr/>
                </p:nvSpPr>
                <p:spPr>
                  <a:xfrm rot="1800000">
                    <a:off x="2526556" y="3151643"/>
                    <a:ext cx="119834" cy="69186"/>
                  </a:xfrm>
                  <a:custGeom>
                    <a:avLst/>
                    <a:gdLst>
                      <a:gd name="connsiteX0" fmla="*/ 169177 w 169177"/>
                      <a:gd name="connsiteY0" fmla="*/ 0 h 97674"/>
                      <a:gd name="connsiteX1" fmla="*/ 120636 w 169177"/>
                      <a:gd name="connsiteY1" fmla="*/ 33086 h 97674"/>
                      <a:gd name="connsiteX2" fmla="*/ 12716 w 169177"/>
                      <a:gd name="connsiteY2" fmla="*/ 92221 h 97674"/>
                      <a:gd name="connsiteX3" fmla="*/ 0 w 169177"/>
                      <a:gd name="connsiteY3" fmla="*/ 97674 h 97674"/>
                      <a:gd name="connsiteX4" fmla="*/ 11081 w 169177"/>
                      <a:gd name="connsiteY4" fmla="*/ 89388 h 97674"/>
                      <a:gd name="connsiteX5" fmla="*/ 116253 w 169177"/>
                      <a:gd name="connsiteY5" fmla="*/ 25495 h 97674"/>
                      <a:gd name="connsiteX6" fmla="*/ 169177 w 169177"/>
                      <a:gd name="connsiteY6" fmla="*/ 0 h 9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7" h="97674">
                        <a:moveTo>
                          <a:pt x="169177" y="0"/>
                        </a:moveTo>
                        <a:lnTo>
                          <a:pt x="120636" y="33086"/>
                        </a:lnTo>
                        <a:cubicBezTo>
                          <a:pt x="85556" y="54573"/>
                          <a:pt x="49534" y="74298"/>
                          <a:pt x="12716" y="92221"/>
                        </a:cubicBezTo>
                        <a:lnTo>
                          <a:pt x="0" y="97674"/>
                        </a:lnTo>
                        <a:lnTo>
                          <a:pt x="11081" y="89388"/>
                        </a:lnTo>
                        <a:cubicBezTo>
                          <a:pt x="45012" y="66465"/>
                          <a:pt x="80105" y="45132"/>
                          <a:pt x="116253" y="25495"/>
                        </a:cubicBezTo>
                        <a:lnTo>
                          <a:pt x="169177"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9" name="Freeform: Shape 15">
                    <a:extLst>
                      <a:ext uri="{FF2B5EF4-FFF2-40B4-BE49-F238E27FC236}">
                        <a16:creationId xmlns:a16="http://schemas.microsoft.com/office/drawing/2014/main" id="{1A60A607-4FFD-40F1-AE09-5C34F147232F}"/>
                      </a:ext>
                    </a:extLst>
                  </p:cNvPr>
                  <p:cNvSpPr/>
                  <p:nvPr/>
                </p:nvSpPr>
                <p:spPr>
                  <a:xfrm rot="1800000">
                    <a:off x="3311368" y="3604754"/>
                    <a:ext cx="119831" cy="69184"/>
                  </a:xfrm>
                  <a:custGeom>
                    <a:avLst/>
                    <a:gdLst>
                      <a:gd name="connsiteX0" fmla="*/ 0 w 169173"/>
                      <a:gd name="connsiteY0" fmla="*/ 0 h 97672"/>
                      <a:gd name="connsiteX1" fmla="*/ 52921 w 169173"/>
                      <a:gd name="connsiteY1" fmla="*/ 25494 h 97672"/>
                      <a:gd name="connsiteX2" fmla="*/ 158093 w 169173"/>
                      <a:gd name="connsiteY2" fmla="*/ 89387 h 97672"/>
                      <a:gd name="connsiteX3" fmla="*/ 169173 w 169173"/>
                      <a:gd name="connsiteY3" fmla="*/ 97672 h 97672"/>
                      <a:gd name="connsiteX4" fmla="*/ 156459 w 169173"/>
                      <a:gd name="connsiteY4" fmla="*/ 92220 h 97672"/>
                      <a:gd name="connsiteX5" fmla="*/ 48539 w 169173"/>
                      <a:gd name="connsiteY5" fmla="*/ 33085 h 97672"/>
                      <a:gd name="connsiteX6" fmla="*/ 0 w 169173"/>
                      <a:gd name="connsiteY6" fmla="*/ 0 h 9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3" h="97672">
                        <a:moveTo>
                          <a:pt x="0" y="0"/>
                        </a:moveTo>
                        <a:lnTo>
                          <a:pt x="52921" y="25494"/>
                        </a:lnTo>
                        <a:cubicBezTo>
                          <a:pt x="89070" y="45131"/>
                          <a:pt x="124163" y="66464"/>
                          <a:pt x="158093" y="89387"/>
                        </a:cubicBezTo>
                        <a:lnTo>
                          <a:pt x="169173" y="97672"/>
                        </a:lnTo>
                        <a:lnTo>
                          <a:pt x="156459" y="92220"/>
                        </a:lnTo>
                        <a:cubicBezTo>
                          <a:pt x="119641" y="74297"/>
                          <a:pt x="83619" y="54572"/>
                          <a:pt x="48539" y="33085"/>
                        </a:cubicBezTo>
                        <a:lnTo>
                          <a:pt x="0"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20" name="Google Shape;8107;p61">
                    <a:extLst>
                      <a:ext uri="{FF2B5EF4-FFF2-40B4-BE49-F238E27FC236}">
                        <a16:creationId xmlns:a16="http://schemas.microsoft.com/office/drawing/2014/main" id="{6CFE7999-FDB5-4AF1-BEF0-389AC722EE0C}"/>
                      </a:ext>
                    </a:extLst>
                  </p:cNvPr>
                  <p:cNvSpPr/>
                  <p:nvPr/>
                </p:nvSpPr>
                <p:spPr>
                  <a:xfrm rot="14069179">
                    <a:off x="2073139" y="2038472"/>
                    <a:ext cx="580692" cy="502580"/>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tx1"/>
                  </a:solid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nvGrpSpPr>
                  <p:cNvPr id="121" name="Google Shape;11709;p67">
                    <a:extLst>
                      <a:ext uri="{FF2B5EF4-FFF2-40B4-BE49-F238E27FC236}">
                        <a16:creationId xmlns:a16="http://schemas.microsoft.com/office/drawing/2014/main" id="{007ACC2F-8EBB-46AE-9109-0AA9157DB19C}"/>
                      </a:ext>
                    </a:extLst>
                  </p:cNvPr>
                  <p:cNvGrpSpPr/>
                  <p:nvPr/>
                </p:nvGrpSpPr>
                <p:grpSpPr>
                  <a:xfrm>
                    <a:off x="3930601" y="2946324"/>
                    <a:ext cx="475296" cy="620693"/>
                    <a:chOff x="1817317" y="2480330"/>
                    <a:chExt cx="350958" cy="263043"/>
                  </a:xfrm>
                  <a:solidFill>
                    <a:schemeClr val="tx1"/>
                  </a:solidFill>
                </p:grpSpPr>
                <p:sp>
                  <p:nvSpPr>
                    <p:cNvPr id="128" name="Google Shape;11710;p67">
                      <a:extLst>
                        <a:ext uri="{FF2B5EF4-FFF2-40B4-BE49-F238E27FC236}">
                          <a16:creationId xmlns:a16="http://schemas.microsoft.com/office/drawing/2014/main" id="{CFE2E4DD-68E5-43BB-BF11-C9CC7A6B0B71}"/>
                        </a:ext>
                      </a:extLst>
                    </p:cNvPr>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9" name="Google Shape;11711;p67">
                      <a:extLst>
                        <a:ext uri="{FF2B5EF4-FFF2-40B4-BE49-F238E27FC236}">
                          <a16:creationId xmlns:a16="http://schemas.microsoft.com/office/drawing/2014/main" id="{8E5E2EC4-7796-4527-9EAF-CCCE4E6506FD}"/>
                        </a:ext>
                      </a:extLst>
                    </p:cNvPr>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0" name="Google Shape;11712;p67">
                      <a:extLst>
                        <a:ext uri="{FF2B5EF4-FFF2-40B4-BE49-F238E27FC236}">
                          <a16:creationId xmlns:a16="http://schemas.microsoft.com/office/drawing/2014/main" id="{9F1736A4-6188-413B-8B50-843E1D797DC0}"/>
                        </a:ext>
                      </a:extLst>
                    </p:cNvPr>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1" name="Google Shape;11713;p67">
                      <a:extLst>
                        <a:ext uri="{FF2B5EF4-FFF2-40B4-BE49-F238E27FC236}">
                          <a16:creationId xmlns:a16="http://schemas.microsoft.com/office/drawing/2014/main" id="{06B59586-C599-41B0-8416-08B8C69BBA92}"/>
                        </a:ext>
                      </a:extLst>
                    </p:cNvPr>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2" name="Google Shape;11714;p67">
                      <a:extLst>
                        <a:ext uri="{FF2B5EF4-FFF2-40B4-BE49-F238E27FC236}">
                          <a16:creationId xmlns:a16="http://schemas.microsoft.com/office/drawing/2014/main" id="{393020F8-1AA1-4A10-9190-0C82B90E775D}"/>
                        </a:ext>
                      </a:extLst>
                    </p:cNvPr>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nvGrpSpPr>
                  <p:cNvPr id="122" name="Google Shape;11506;p67">
                    <a:extLst>
                      <a:ext uri="{FF2B5EF4-FFF2-40B4-BE49-F238E27FC236}">
                        <a16:creationId xmlns:a16="http://schemas.microsoft.com/office/drawing/2014/main" id="{DF4D1643-8731-467C-AD77-F0AD02EB5910}"/>
                      </a:ext>
                    </a:extLst>
                  </p:cNvPr>
                  <p:cNvGrpSpPr/>
                  <p:nvPr/>
                </p:nvGrpSpPr>
                <p:grpSpPr>
                  <a:xfrm rot="6148272">
                    <a:off x="2112236" y="3862168"/>
                    <a:ext cx="561237" cy="377126"/>
                    <a:chOff x="859265" y="3348175"/>
                    <a:chExt cx="312316" cy="368400"/>
                  </a:xfrm>
                  <a:solidFill>
                    <a:schemeClr val="tx1"/>
                  </a:solidFill>
                </p:grpSpPr>
                <p:sp>
                  <p:nvSpPr>
                    <p:cNvPr id="123" name="Google Shape;11507;p67">
                      <a:extLst>
                        <a:ext uri="{FF2B5EF4-FFF2-40B4-BE49-F238E27FC236}">
                          <a16:creationId xmlns:a16="http://schemas.microsoft.com/office/drawing/2014/main" id="{74D46B98-EAB9-4E61-A275-339ACBE5D1FA}"/>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4" name="Google Shape;11508;p67">
                      <a:extLst>
                        <a:ext uri="{FF2B5EF4-FFF2-40B4-BE49-F238E27FC236}">
                          <a16:creationId xmlns:a16="http://schemas.microsoft.com/office/drawing/2014/main" id="{EFD71A0F-8AC8-4415-8B7C-909CEE9214E9}"/>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5" name="Google Shape;11509;p67">
                      <a:extLst>
                        <a:ext uri="{FF2B5EF4-FFF2-40B4-BE49-F238E27FC236}">
                          <a16:creationId xmlns:a16="http://schemas.microsoft.com/office/drawing/2014/main" id="{52FED858-0610-441F-9FAA-6843DEB1345F}"/>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6" name="Google Shape;11510;p67">
                      <a:extLst>
                        <a:ext uri="{FF2B5EF4-FFF2-40B4-BE49-F238E27FC236}">
                          <a16:creationId xmlns:a16="http://schemas.microsoft.com/office/drawing/2014/main" id="{DC7F6C56-D803-4EA4-BAD8-FB2E3B133E88}"/>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7" name="Google Shape;11511;p67">
                      <a:extLst>
                        <a:ext uri="{FF2B5EF4-FFF2-40B4-BE49-F238E27FC236}">
                          <a16:creationId xmlns:a16="http://schemas.microsoft.com/office/drawing/2014/main" id="{3993070F-9DAE-47B5-A9DB-83969D992063}"/>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grpSp>
        </p:grpSp>
      </p:grpSp>
      <p:sp>
        <p:nvSpPr>
          <p:cNvPr id="140" name="TextBox 139"/>
          <p:cNvSpPr txBox="1"/>
          <p:nvPr/>
        </p:nvSpPr>
        <p:spPr>
          <a:xfrm>
            <a:off x="264758" y="4889500"/>
            <a:ext cx="1010213" cy="400110"/>
          </a:xfrm>
          <a:prstGeom prst="rect">
            <a:avLst/>
          </a:prstGeom>
          <a:noFill/>
        </p:spPr>
        <p:txBody>
          <a:bodyPr wrap="none">
            <a:spAutoFit/>
          </a:bodyPr>
          <a:lstStyle/>
          <a:p>
            <a:r>
              <a:rPr sz="1000" dirty="0">
                <a:solidFill>
                  <a:srgbClr val="FFFFFF"/>
                </a:solidFill>
                <a:latin typeface="Arial"/>
              </a:rPr>
              <a:t>30  |  </a:t>
            </a:r>
            <a:r>
              <a:rPr lang="fr-FR" sz="1000" dirty="0">
                <a:solidFill>
                  <a:srgbClr val="FFFFFF"/>
                </a:solidFill>
              </a:rPr>
              <a:t>Etat d’art</a:t>
            </a:r>
          </a:p>
          <a:p>
            <a:endParaRPr sz="1000" dirty="0">
              <a:solidFill>
                <a:srgbClr val="FFFFFF"/>
              </a:solidFill>
              <a:latin typeface="Arial"/>
            </a:endParaRPr>
          </a:p>
        </p:txBody>
      </p:sp>
    </p:spTree>
    <p:extLst>
      <p:ext uri="{BB962C8B-B14F-4D97-AF65-F5344CB8AC3E}">
        <p14:creationId xmlns:p14="http://schemas.microsoft.com/office/powerpoint/2010/main" val="3541284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20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39"/>
                                            </p:tgtEl>
                                            <p:attrNameLst>
                                              <p:attrName>style.visibility</p:attrName>
                                            </p:attrNameLst>
                                          </p:cBhvr>
                                          <p:to>
                                            <p:strVal val="visible"/>
                                          </p:to>
                                        </p:set>
                                        <p:anim calcmode="lin" valueType="num" p14:bounceEnd="50000">
                                          <p:cBhvr additive="base">
                                            <p:cTn id="11" dur="2000" fill="hold"/>
                                            <p:tgtEl>
                                              <p:spTgt spid="139"/>
                                            </p:tgtEl>
                                            <p:attrNameLst>
                                              <p:attrName>ppt_x</p:attrName>
                                            </p:attrNameLst>
                                          </p:cBhvr>
                                          <p:tavLst>
                                            <p:tav tm="0">
                                              <p:val>
                                                <p:strVal val="#ppt_x"/>
                                              </p:val>
                                            </p:tav>
                                            <p:tav tm="100000">
                                              <p:val>
                                                <p:strVal val="#ppt_x"/>
                                              </p:val>
                                            </p:tav>
                                          </p:tavLst>
                                        </p:anim>
                                        <p:anim calcmode="lin" valueType="num" p14:bounceEnd="50000">
                                          <p:cBhvr additive="base">
                                            <p:cTn id="12" dur="20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p:bldP spid="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ppt_x"/>
                                              </p:val>
                                            </p:tav>
                                            <p:tav tm="100000">
                                              <p:val>
                                                <p:strVal val="#ppt_x"/>
                                              </p:val>
                                            </p:tav>
                                          </p:tavLst>
                                        </p:anim>
                                        <p:anim calcmode="lin" valueType="num">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
                                            </p:tgtEl>
                                            <p:attrNameLst>
                                              <p:attrName>style.visibility</p:attrName>
                                            </p:attrNameLst>
                                          </p:cBhvr>
                                          <p:to>
                                            <p:strVal val="visible"/>
                                          </p:to>
                                        </p:set>
                                        <p:anim calcmode="lin" valueType="num">
                                          <p:cBhvr additive="base">
                                            <p:cTn id="11" dur="2000" fill="hold"/>
                                            <p:tgtEl>
                                              <p:spTgt spid="139"/>
                                            </p:tgtEl>
                                            <p:attrNameLst>
                                              <p:attrName>ppt_x</p:attrName>
                                            </p:attrNameLst>
                                          </p:cBhvr>
                                          <p:tavLst>
                                            <p:tav tm="0">
                                              <p:val>
                                                <p:strVal val="#ppt_x"/>
                                              </p:val>
                                            </p:tav>
                                            <p:tav tm="100000">
                                              <p:val>
                                                <p:strVal val="#ppt_x"/>
                                              </p:val>
                                            </p:tav>
                                          </p:tavLst>
                                        </p:anim>
                                        <p:anim calcmode="lin" valueType="num">
                                          <p:cBhvr additive="base">
                                            <p:cTn id="12" dur="20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p:bldP spid="5" grpId="0" animBg="1"/>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68">
            <a:extLst>
              <a:ext uri="{FF2B5EF4-FFF2-40B4-BE49-F238E27FC236}">
                <a16:creationId xmlns:a16="http://schemas.microsoft.com/office/drawing/2014/main" id="{B82582FE-CF42-43B7-884C-8A6198560C38}"/>
              </a:ext>
            </a:extLst>
          </p:cNvPr>
          <p:cNvSpPr/>
          <p:nvPr/>
        </p:nvSpPr>
        <p:spPr>
          <a:xfrm>
            <a:off x="112662" y="857250"/>
            <a:ext cx="7955775" cy="3444240"/>
          </a:xfrm>
          <a:prstGeom prst="roundRect">
            <a:avLst/>
          </a:prstGeom>
          <a:solidFill>
            <a:schemeClr val="accent1">
              <a:lumMod val="75000"/>
            </a:schemeClr>
          </a:solidFill>
          <a:ln>
            <a:noFill/>
          </a:ln>
          <a:effectLst>
            <a:outerShdw blurRad="762000" dist="1524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10" name="Rectangle: Rounded Corners 4">
            <a:extLst>
              <a:ext uri="{FF2B5EF4-FFF2-40B4-BE49-F238E27FC236}">
                <a16:creationId xmlns:a16="http://schemas.microsoft.com/office/drawing/2014/main" id="{FFFF539F-773F-425A-8144-63B77D2EA46E}"/>
              </a:ext>
            </a:extLst>
          </p:cNvPr>
          <p:cNvSpPr/>
          <p:nvPr/>
        </p:nvSpPr>
        <p:spPr>
          <a:xfrm>
            <a:off x="3269618" y="1083945"/>
            <a:ext cx="3513443" cy="3013710"/>
          </a:xfrm>
          <a:prstGeom prst="round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1" name="Groupe 10">
            <a:extLst>
              <a:ext uri="{FF2B5EF4-FFF2-40B4-BE49-F238E27FC236}">
                <a16:creationId xmlns:a16="http://schemas.microsoft.com/office/drawing/2014/main" id="{D517B49C-F266-46FC-846D-5794FFDA10BE}"/>
              </a:ext>
            </a:extLst>
          </p:cNvPr>
          <p:cNvGrpSpPr/>
          <p:nvPr/>
        </p:nvGrpSpPr>
        <p:grpSpPr>
          <a:xfrm>
            <a:off x="5302730" y="-22961"/>
            <a:ext cx="3417336" cy="12910827"/>
            <a:chOff x="7260760" y="-30480"/>
            <a:chExt cx="4556448" cy="17214436"/>
          </a:xfrm>
        </p:grpSpPr>
        <p:sp>
          <p:nvSpPr>
            <p:cNvPr id="12" name="Rectangle: Rounded Corners 70">
              <a:extLst>
                <a:ext uri="{FF2B5EF4-FFF2-40B4-BE49-F238E27FC236}">
                  <a16:creationId xmlns:a16="http://schemas.microsoft.com/office/drawing/2014/main" id="{48E30285-1A90-47A0-97EE-8B5C43C97B51}"/>
                </a:ext>
              </a:extLst>
            </p:cNvPr>
            <p:cNvSpPr/>
            <p:nvPr/>
          </p:nvSpPr>
          <p:spPr>
            <a:xfrm>
              <a:off x="7291190" y="-30480"/>
              <a:ext cx="4526018" cy="6858000"/>
            </a:xfrm>
            <a:prstGeom prst="roundRect">
              <a:avLst>
                <a:gd name="adj" fmla="val 0"/>
              </a:avLst>
            </a:prstGeom>
            <a:solidFill>
              <a:schemeClr val="tx1"/>
            </a:solidFill>
            <a:ln w="19050">
              <a:noFill/>
            </a:ln>
            <a:effectLst>
              <a:outerShdw blurRad="317500" dist="152400" dir="8100000" algn="tr" rotWithShape="0">
                <a:prstClr val="black">
                  <a:alpha val="8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3" name="Groupe 12">
              <a:extLst>
                <a:ext uri="{FF2B5EF4-FFF2-40B4-BE49-F238E27FC236}">
                  <a16:creationId xmlns:a16="http://schemas.microsoft.com/office/drawing/2014/main" id="{BD7A911F-FCA7-420E-BF01-5C9C3045FE0A}"/>
                </a:ext>
              </a:extLst>
            </p:cNvPr>
            <p:cNvGrpSpPr/>
            <p:nvPr/>
          </p:nvGrpSpPr>
          <p:grpSpPr>
            <a:xfrm>
              <a:off x="7260760" y="1445395"/>
              <a:ext cx="4526017" cy="15738561"/>
              <a:chOff x="6427640" y="1841635"/>
              <a:chExt cx="4526017" cy="15738561"/>
            </a:xfrm>
          </p:grpSpPr>
          <p:pic>
            <p:nvPicPr>
              <p:cNvPr id="14" name="Image 13">
                <a:extLst>
                  <a:ext uri="{FF2B5EF4-FFF2-40B4-BE49-F238E27FC236}">
                    <a16:creationId xmlns:a16="http://schemas.microsoft.com/office/drawing/2014/main" id="{C0B93345-7178-4D1B-AA15-28A1A98C0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728" y="13778502"/>
                <a:ext cx="2873878" cy="3801694"/>
              </a:xfrm>
              <a:prstGeom prst="rect">
                <a:avLst/>
              </a:prstGeom>
            </p:spPr>
          </p:pic>
          <p:pic>
            <p:nvPicPr>
              <p:cNvPr id="15" name="Image 14">
                <a:extLst>
                  <a:ext uri="{FF2B5EF4-FFF2-40B4-BE49-F238E27FC236}">
                    <a16:creationId xmlns:a16="http://schemas.microsoft.com/office/drawing/2014/main" id="{69F76213-F190-4154-9BEE-C778BCF95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750" y="7861847"/>
                <a:ext cx="2928856" cy="3900104"/>
              </a:xfrm>
              <a:prstGeom prst="rect">
                <a:avLst/>
              </a:prstGeom>
            </p:spPr>
          </p:pic>
          <p:pic>
            <p:nvPicPr>
              <p:cNvPr id="16" name="Image 15">
                <a:extLst>
                  <a:ext uri="{FF2B5EF4-FFF2-40B4-BE49-F238E27FC236}">
                    <a16:creationId xmlns:a16="http://schemas.microsoft.com/office/drawing/2014/main" id="{6A567F81-B139-4291-9CCD-E14CB11610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7640" y="1841635"/>
                <a:ext cx="4526017" cy="4003661"/>
              </a:xfrm>
              <a:prstGeom prst="rect">
                <a:avLst/>
              </a:prstGeom>
            </p:spPr>
          </p:pic>
        </p:grpSp>
      </p:grpSp>
      <p:sp>
        <p:nvSpPr>
          <p:cNvPr id="48" name="TextBox 9">
            <a:extLst>
              <a:ext uri="{FF2B5EF4-FFF2-40B4-BE49-F238E27FC236}">
                <a16:creationId xmlns:a16="http://schemas.microsoft.com/office/drawing/2014/main" id="{D06541F7-0A10-44ED-81C1-86D76B2934F1}"/>
              </a:ext>
            </a:extLst>
          </p:cNvPr>
          <p:cNvSpPr txBox="1"/>
          <p:nvPr/>
        </p:nvSpPr>
        <p:spPr>
          <a:xfrm>
            <a:off x="3548177" y="1172691"/>
            <a:ext cx="1621700" cy="3231654"/>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buClrTx/>
            </a:pPr>
            <a:r>
              <a:rPr lang="fr-FR" sz="1200" kern="1200" dirty="0">
                <a:solidFill>
                  <a:srgbClr val="E7E6E6"/>
                </a:solidFill>
                <a:latin typeface="Montserrat Medium" panose="00000600000000000000" pitchFamily="2" charset="0"/>
                <a:ea typeface="Calibri" panose="020F0502020204030204" pitchFamily="34" charset="0"/>
                <a:cs typeface="+mn-cs"/>
              </a:rPr>
              <a:t>RF et XGBoost ont obtenu des scores dépassant 99 %, attestant ainsi de leur crédibilité. En revanche, NB présente des performances moins impressionnantes, avec une précision qui tombe sous la barre des 80%, mettant ainsi en évidence ses contraintes.</a:t>
            </a:r>
            <a:endParaRPr lang="en-US" sz="1200" kern="1200" dirty="0">
              <a:solidFill>
                <a:prstClr val="white"/>
              </a:solidFill>
              <a:latin typeface="Berlin Sans FB Demi" panose="020E0802020502020306" pitchFamily="34" charset="0"/>
              <a:ea typeface="+mn-ea"/>
              <a:cs typeface="Times New Roman"/>
            </a:endParaRPr>
          </a:p>
          <a:p>
            <a:pPr defTabSz="685800">
              <a:buClrTx/>
            </a:pPr>
            <a:endParaRPr lang="fr-FR" sz="1350" kern="1200" dirty="0">
              <a:solidFill>
                <a:srgbClr val="E7E6E6"/>
              </a:solidFill>
              <a:latin typeface="Montserrat SemiBold" panose="00000700000000000000" pitchFamily="2" charset="0"/>
              <a:ea typeface="+mn-ea"/>
              <a:cs typeface="+mn-cs"/>
            </a:endParaRPr>
          </a:p>
        </p:txBody>
      </p:sp>
      <p:grpSp>
        <p:nvGrpSpPr>
          <p:cNvPr id="106" name="Groupe 105">
            <a:extLst>
              <a:ext uri="{FF2B5EF4-FFF2-40B4-BE49-F238E27FC236}">
                <a16:creationId xmlns:a16="http://schemas.microsoft.com/office/drawing/2014/main" id="{BF2A827F-1AD3-4209-95CE-A29ADF780784}"/>
              </a:ext>
            </a:extLst>
          </p:cNvPr>
          <p:cNvGrpSpPr/>
          <p:nvPr/>
        </p:nvGrpSpPr>
        <p:grpSpPr>
          <a:xfrm>
            <a:off x="77959" y="1113395"/>
            <a:ext cx="3131021" cy="3201243"/>
            <a:chOff x="988758" y="1310068"/>
            <a:chExt cx="4174694" cy="4268324"/>
          </a:xfrm>
        </p:grpSpPr>
        <p:grpSp>
          <p:nvGrpSpPr>
            <p:cNvPr id="107" name="Group 52">
              <a:extLst>
                <a:ext uri="{FF2B5EF4-FFF2-40B4-BE49-F238E27FC236}">
                  <a16:creationId xmlns:a16="http://schemas.microsoft.com/office/drawing/2014/main" id="{73E1B28D-79FD-4A47-8F41-A37360C91FAE}"/>
                </a:ext>
              </a:extLst>
            </p:cNvPr>
            <p:cNvGrpSpPr/>
            <p:nvPr/>
          </p:nvGrpSpPr>
          <p:grpSpPr>
            <a:xfrm rot="1800000">
              <a:off x="1705553" y="1310068"/>
              <a:ext cx="3457899" cy="2327013"/>
              <a:chOff x="3549211" y="685800"/>
              <a:chExt cx="4881739" cy="3285195"/>
            </a:xfrm>
            <a:solidFill>
              <a:schemeClr val="accent3">
                <a:lumMod val="20000"/>
                <a:lumOff val="80000"/>
              </a:schemeClr>
            </a:solidFill>
          </p:grpSpPr>
          <p:sp>
            <p:nvSpPr>
              <p:cNvPr id="135" name="Freeform: Shape 34">
                <a:extLst>
                  <a:ext uri="{FF2B5EF4-FFF2-40B4-BE49-F238E27FC236}">
                    <a16:creationId xmlns:a16="http://schemas.microsoft.com/office/drawing/2014/main" id="{B4ACBD37-DE9B-4F1C-A06D-B01C0F77467B}"/>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6" name="Freeform: Shape 45">
                <a:extLst>
                  <a:ext uri="{FF2B5EF4-FFF2-40B4-BE49-F238E27FC236}">
                    <a16:creationId xmlns:a16="http://schemas.microsoft.com/office/drawing/2014/main" id="{A3E56100-A1F9-4EBF-8A76-DA31141F99C7}"/>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grpSp>
        <p:grpSp>
          <p:nvGrpSpPr>
            <p:cNvPr id="108" name="Groupe 107">
              <a:extLst>
                <a:ext uri="{FF2B5EF4-FFF2-40B4-BE49-F238E27FC236}">
                  <a16:creationId xmlns:a16="http://schemas.microsoft.com/office/drawing/2014/main" id="{ADBD5BA6-AF9C-4D16-B916-E0B0584A21F1}"/>
                </a:ext>
              </a:extLst>
            </p:cNvPr>
            <p:cNvGrpSpPr/>
            <p:nvPr/>
          </p:nvGrpSpPr>
          <p:grpSpPr>
            <a:xfrm>
              <a:off x="988758" y="1465499"/>
              <a:ext cx="4081271" cy="4112893"/>
              <a:chOff x="988758" y="1465499"/>
              <a:chExt cx="4081271" cy="4112893"/>
            </a:xfrm>
          </p:grpSpPr>
          <p:grpSp>
            <p:nvGrpSpPr>
              <p:cNvPr id="109" name="Group 51">
                <a:extLst>
                  <a:ext uri="{FF2B5EF4-FFF2-40B4-BE49-F238E27FC236}">
                    <a16:creationId xmlns:a16="http://schemas.microsoft.com/office/drawing/2014/main" id="{94DC3B7F-1CFB-4312-85A2-69D5AB7B3233}"/>
                  </a:ext>
                </a:extLst>
              </p:cNvPr>
              <p:cNvGrpSpPr/>
              <p:nvPr/>
            </p:nvGrpSpPr>
            <p:grpSpPr>
              <a:xfrm rot="1800000">
                <a:off x="2859889" y="2180034"/>
                <a:ext cx="1943099" cy="3398358"/>
                <a:chOff x="6096002" y="1367934"/>
                <a:chExt cx="2743199" cy="4797682"/>
              </a:xfrm>
              <a:solidFill>
                <a:schemeClr val="accent3">
                  <a:lumMod val="20000"/>
                  <a:lumOff val="80000"/>
                </a:schemeClr>
              </a:solidFill>
            </p:grpSpPr>
            <p:sp>
              <p:nvSpPr>
                <p:cNvPr id="133" name="Freeform: Shape 35">
                  <a:extLst>
                    <a:ext uri="{FF2B5EF4-FFF2-40B4-BE49-F238E27FC236}">
                      <a16:creationId xmlns:a16="http://schemas.microsoft.com/office/drawing/2014/main" id="{FBB0654C-0196-4F7B-9A10-C940BA51B734}"/>
                    </a:ext>
                  </a:extLst>
                </p:cNvPr>
                <p:cNvSpPr/>
                <p:nvPr/>
              </p:nvSpPr>
              <p:spPr>
                <a:xfrm>
                  <a:off x="6096002" y="1419393"/>
                  <a:ext cx="2743198" cy="474622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outerShdw blurRad="317500" dist="1524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4" name="Freeform: Shape 50">
                  <a:extLst>
                    <a:ext uri="{FF2B5EF4-FFF2-40B4-BE49-F238E27FC236}">
                      <a16:creationId xmlns:a16="http://schemas.microsoft.com/office/drawing/2014/main" id="{9236408E-470F-4481-9C42-53AAB4AFF64F}"/>
                    </a:ext>
                  </a:extLst>
                </p:cNvPr>
                <p:cNvSpPr/>
                <p:nvPr/>
              </p:nvSpPr>
              <p:spPr>
                <a:xfrm>
                  <a:off x="6096003" y="1367934"/>
                  <a:ext cx="2743198" cy="479768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0" name="Groupe 109">
                <a:extLst>
                  <a:ext uri="{FF2B5EF4-FFF2-40B4-BE49-F238E27FC236}">
                    <a16:creationId xmlns:a16="http://schemas.microsoft.com/office/drawing/2014/main" id="{F9660336-197B-4495-809D-9AB8318B2FA8}"/>
                  </a:ext>
                </a:extLst>
              </p:cNvPr>
              <p:cNvGrpSpPr/>
              <p:nvPr/>
            </p:nvGrpSpPr>
            <p:grpSpPr>
              <a:xfrm>
                <a:off x="988758" y="1465499"/>
                <a:ext cx="4081271" cy="3337640"/>
                <a:chOff x="988758" y="1465499"/>
                <a:chExt cx="4081271" cy="3337640"/>
              </a:xfrm>
            </p:grpSpPr>
            <p:grpSp>
              <p:nvGrpSpPr>
                <p:cNvPr id="111" name="Groupe 110">
                  <a:extLst>
                    <a:ext uri="{FF2B5EF4-FFF2-40B4-BE49-F238E27FC236}">
                      <a16:creationId xmlns:a16="http://schemas.microsoft.com/office/drawing/2014/main" id="{BCFBB0E5-0581-49B3-AAB6-4D97C156CD73}"/>
                    </a:ext>
                  </a:extLst>
                </p:cNvPr>
                <p:cNvGrpSpPr/>
                <p:nvPr/>
              </p:nvGrpSpPr>
              <p:grpSpPr>
                <a:xfrm>
                  <a:off x="988758" y="1906770"/>
                  <a:ext cx="2846642" cy="2896369"/>
                  <a:chOff x="988758" y="1906770"/>
                  <a:chExt cx="2846642" cy="2896369"/>
                </a:xfrm>
              </p:grpSpPr>
              <p:sp>
                <p:nvSpPr>
                  <p:cNvPr id="131" name="Freeform: Shape 27">
                    <a:extLst>
                      <a:ext uri="{FF2B5EF4-FFF2-40B4-BE49-F238E27FC236}">
                        <a16:creationId xmlns:a16="http://schemas.microsoft.com/office/drawing/2014/main" id="{2D4F0E84-1F22-48D3-AA9F-A8D0D58D1FBA}"/>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outerShdw blurRad="317500" dist="1524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2" name="Freeform: Shape 53">
                    <a:extLst>
                      <a:ext uri="{FF2B5EF4-FFF2-40B4-BE49-F238E27FC236}">
                        <a16:creationId xmlns:a16="http://schemas.microsoft.com/office/drawing/2014/main" id="{D00DD843-78C2-4185-A46B-C5E48A0A2257}"/>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2" name="Groupe 111">
                  <a:extLst>
                    <a:ext uri="{FF2B5EF4-FFF2-40B4-BE49-F238E27FC236}">
                      <a16:creationId xmlns:a16="http://schemas.microsoft.com/office/drawing/2014/main" id="{01A17490-A4BE-42AE-9C0D-F4271F9E9310}"/>
                    </a:ext>
                  </a:extLst>
                </p:cNvPr>
                <p:cNvGrpSpPr/>
                <p:nvPr/>
              </p:nvGrpSpPr>
              <p:grpSpPr>
                <a:xfrm>
                  <a:off x="2112195" y="1465499"/>
                  <a:ext cx="2957834" cy="2865850"/>
                  <a:chOff x="2112195" y="1465499"/>
                  <a:chExt cx="2957834" cy="2865850"/>
                </a:xfrm>
              </p:grpSpPr>
              <p:sp>
                <p:nvSpPr>
                  <p:cNvPr id="113" name="Freeform: Shape 22">
                    <a:extLst>
                      <a:ext uri="{FF2B5EF4-FFF2-40B4-BE49-F238E27FC236}">
                        <a16:creationId xmlns:a16="http://schemas.microsoft.com/office/drawing/2014/main" id="{9E2FA525-07F7-4F4E-A39D-0B6698A1396C}"/>
                      </a:ext>
                    </a:extLst>
                  </p:cNvPr>
                  <p:cNvSpPr/>
                  <p:nvPr/>
                </p:nvSpPr>
                <p:spPr>
                  <a:xfrm rot="1800000">
                    <a:off x="5031815" y="3138515"/>
                    <a:ext cx="38214" cy="62901"/>
                  </a:xfrm>
                  <a:custGeom>
                    <a:avLst/>
                    <a:gdLst>
                      <a:gd name="connsiteX0" fmla="*/ 0 w 53949"/>
                      <a:gd name="connsiteY0" fmla="*/ 0 h 88801"/>
                      <a:gd name="connsiteX1" fmla="*/ 40731 w 53949"/>
                      <a:gd name="connsiteY1" fmla="*/ 62982 h 88801"/>
                      <a:gd name="connsiteX2" fmla="*/ 53949 w 53949"/>
                      <a:gd name="connsiteY2" fmla="*/ 88801 h 88801"/>
                      <a:gd name="connsiteX3" fmla="*/ 0 w 53949"/>
                      <a:gd name="connsiteY3" fmla="*/ 0 h 88801"/>
                    </a:gdLst>
                    <a:ahLst/>
                    <a:cxnLst>
                      <a:cxn ang="0">
                        <a:pos x="connsiteX0" y="connsiteY0"/>
                      </a:cxn>
                      <a:cxn ang="0">
                        <a:pos x="connsiteX1" y="connsiteY1"/>
                      </a:cxn>
                      <a:cxn ang="0">
                        <a:pos x="connsiteX2" y="connsiteY2"/>
                      </a:cxn>
                      <a:cxn ang="0">
                        <a:pos x="connsiteX3" y="connsiteY3"/>
                      </a:cxn>
                    </a:cxnLst>
                    <a:rect l="l" t="t" r="r" b="b"/>
                    <a:pathLst>
                      <a:path w="53949" h="88801">
                        <a:moveTo>
                          <a:pt x="0" y="0"/>
                        </a:moveTo>
                        <a:lnTo>
                          <a:pt x="40731" y="62982"/>
                        </a:lnTo>
                        <a:lnTo>
                          <a:pt x="53949" y="88801"/>
                        </a:lnTo>
                        <a:lnTo>
                          <a:pt x="0"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4" name="Freeform: Shape 21">
                    <a:extLst>
                      <a:ext uri="{FF2B5EF4-FFF2-40B4-BE49-F238E27FC236}">
                        <a16:creationId xmlns:a16="http://schemas.microsoft.com/office/drawing/2014/main" id="{D81EC869-6BDB-416E-9619-7F89CBA23DF0}"/>
                      </a:ext>
                    </a:extLst>
                  </p:cNvPr>
                  <p:cNvSpPr/>
                  <p:nvPr/>
                </p:nvSpPr>
                <p:spPr>
                  <a:xfrm rot="1800000">
                    <a:off x="2134044" y="1465499"/>
                    <a:ext cx="38198" cy="62876"/>
                  </a:xfrm>
                  <a:custGeom>
                    <a:avLst/>
                    <a:gdLst>
                      <a:gd name="connsiteX0" fmla="*/ 53926 w 53926"/>
                      <a:gd name="connsiteY0" fmla="*/ 0 h 88766"/>
                      <a:gd name="connsiteX1" fmla="*/ 0 w 53926"/>
                      <a:gd name="connsiteY1" fmla="*/ 88766 h 88766"/>
                      <a:gd name="connsiteX2" fmla="*/ 13212 w 53926"/>
                      <a:gd name="connsiteY2" fmla="*/ 62957 h 88766"/>
                      <a:gd name="connsiteX3" fmla="*/ 53926 w 53926"/>
                      <a:gd name="connsiteY3" fmla="*/ 0 h 88766"/>
                    </a:gdLst>
                    <a:ahLst/>
                    <a:cxnLst>
                      <a:cxn ang="0">
                        <a:pos x="connsiteX0" y="connsiteY0"/>
                      </a:cxn>
                      <a:cxn ang="0">
                        <a:pos x="connsiteX1" y="connsiteY1"/>
                      </a:cxn>
                      <a:cxn ang="0">
                        <a:pos x="connsiteX2" y="connsiteY2"/>
                      </a:cxn>
                      <a:cxn ang="0">
                        <a:pos x="connsiteX3" y="connsiteY3"/>
                      </a:cxn>
                    </a:cxnLst>
                    <a:rect l="l" t="t" r="r" b="b"/>
                    <a:pathLst>
                      <a:path w="53926" h="88766">
                        <a:moveTo>
                          <a:pt x="53926" y="0"/>
                        </a:moveTo>
                        <a:lnTo>
                          <a:pt x="0" y="88766"/>
                        </a:lnTo>
                        <a:lnTo>
                          <a:pt x="13212" y="62957"/>
                        </a:lnTo>
                        <a:lnTo>
                          <a:pt x="53926"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5" name="Freeform: Shape 18">
                    <a:extLst>
                      <a:ext uri="{FF2B5EF4-FFF2-40B4-BE49-F238E27FC236}">
                        <a16:creationId xmlns:a16="http://schemas.microsoft.com/office/drawing/2014/main" id="{3505AD27-3397-4F16-B620-885DE5EFB837}"/>
                      </a:ext>
                    </a:extLst>
                  </p:cNvPr>
                  <p:cNvSpPr/>
                  <p:nvPr/>
                </p:nvSpPr>
                <p:spPr>
                  <a:xfrm rot="1800000">
                    <a:off x="3367875" y="2663939"/>
                    <a:ext cx="6817" cy="138369"/>
                  </a:xfrm>
                  <a:custGeom>
                    <a:avLst/>
                    <a:gdLst>
                      <a:gd name="connsiteX0" fmla="*/ 4813 w 9624"/>
                      <a:gd name="connsiteY0" fmla="*/ 0 h 195345"/>
                      <a:gd name="connsiteX1" fmla="*/ 6448 w 9624"/>
                      <a:gd name="connsiteY1" fmla="*/ 13739 h 195345"/>
                      <a:gd name="connsiteX2" fmla="*/ 9195 w 9624"/>
                      <a:gd name="connsiteY2" fmla="*/ 136768 h 195345"/>
                      <a:gd name="connsiteX3" fmla="*/ 4813 w 9624"/>
                      <a:gd name="connsiteY3" fmla="*/ 195345 h 195345"/>
                      <a:gd name="connsiteX4" fmla="*/ 430 w 9624"/>
                      <a:gd name="connsiteY4" fmla="*/ 136768 h 195345"/>
                      <a:gd name="connsiteX5" fmla="*/ 3177 w 9624"/>
                      <a:gd name="connsiteY5" fmla="*/ 13739 h 195345"/>
                      <a:gd name="connsiteX6" fmla="*/ 4813 w 9624"/>
                      <a:gd name="connsiteY6" fmla="*/ 0 h 19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4" h="195345">
                        <a:moveTo>
                          <a:pt x="4813" y="0"/>
                        </a:moveTo>
                        <a:lnTo>
                          <a:pt x="6448" y="13739"/>
                        </a:lnTo>
                        <a:cubicBezTo>
                          <a:pt x="9335" y="54586"/>
                          <a:pt x="10264" y="95644"/>
                          <a:pt x="9195" y="136768"/>
                        </a:cubicBezTo>
                        <a:lnTo>
                          <a:pt x="4813" y="195345"/>
                        </a:lnTo>
                        <a:lnTo>
                          <a:pt x="430" y="136768"/>
                        </a:lnTo>
                        <a:cubicBezTo>
                          <a:pt x="-638" y="95644"/>
                          <a:pt x="291" y="54586"/>
                          <a:pt x="3177" y="13739"/>
                        </a:cubicBezTo>
                        <a:lnTo>
                          <a:pt x="4813"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6" name="Freeform: Shape 16">
                    <a:extLst>
                      <a:ext uri="{FF2B5EF4-FFF2-40B4-BE49-F238E27FC236}">
                        <a16:creationId xmlns:a16="http://schemas.microsoft.com/office/drawing/2014/main" id="{1EB96578-86EA-4B2C-AFEE-90703425C1C2}"/>
                      </a:ext>
                    </a:extLst>
                  </p:cNvPr>
                  <p:cNvSpPr/>
                  <p:nvPr/>
                </p:nvSpPr>
                <p:spPr>
                  <a:xfrm rot="1800000">
                    <a:off x="2526556" y="3151643"/>
                    <a:ext cx="119834" cy="69186"/>
                  </a:xfrm>
                  <a:custGeom>
                    <a:avLst/>
                    <a:gdLst>
                      <a:gd name="connsiteX0" fmla="*/ 169177 w 169177"/>
                      <a:gd name="connsiteY0" fmla="*/ 0 h 97674"/>
                      <a:gd name="connsiteX1" fmla="*/ 120636 w 169177"/>
                      <a:gd name="connsiteY1" fmla="*/ 33086 h 97674"/>
                      <a:gd name="connsiteX2" fmla="*/ 12716 w 169177"/>
                      <a:gd name="connsiteY2" fmla="*/ 92221 h 97674"/>
                      <a:gd name="connsiteX3" fmla="*/ 0 w 169177"/>
                      <a:gd name="connsiteY3" fmla="*/ 97674 h 97674"/>
                      <a:gd name="connsiteX4" fmla="*/ 11081 w 169177"/>
                      <a:gd name="connsiteY4" fmla="*/ 89388 h 97674"/>
                      <a:gd name="connsiteX5" fmla="*/ 116253 w 169177"/>
                      <a:gd name="connsiteY5" fmla="*/ 25495 h 97674"/>
                      <a:gd name="connsiteX6" fmla="*/ 169177 w 169177"/>
                      <a:gd name="connsiteY6" fmla="*/ 0 h 9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7" h="97674">
                        <a:moveTo>
                          <a:pt x="169177" y="0"/>
                        </a:moveTo>
                        <a:lnTo>
                          <a:pt x="120636" y="33086"/>
                        </a:lnTo>
                        <a:cubicBezTo>
                          <a:pt x="85556" y="54573"/>
                          <a:pt x="49534" y="74298"/>
                          <a:pt x="12716" y="92221"/>
                        </a:cubicBezTo>
                        <a:lnTo>
                          <a:pt x="0" y="97674"/>
                        </a:lnTo>
                        <a:lnTo>
                          <a:pt x="11081" y="89388"/>
                        </a:lnTo>
                        <a:cubicBezTo>
                          <a:pt x="45012" y="66465"/>
                          <a:pt x="80105" y="45132"/>
                          <a:pt x="116253" y="25495"/>
                        </a:cubicBezTo>
                        <a:lnTo>
                          <a:pt x="169177"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7" name="Freeform: Shape 15">
                    <a:extLst>
                      <a:ext uri="{FF2B5EF4-FFF2-40B4-BE49-F238E27FC236}">
                        <a16:creationId xmlns:a16="http://schemas.microsoft.com/office/drawing/2014/main" id="{3B992180-C91D-4512-8000-8EADDE1074DA}"/>
                      </a:ext>
                    </a:extLst>
                  </p:cNvPr>
                  <p:cNvSpPr/>
                  <p:nvPr/>
                </p:nvSpPr>
                <p:spPr>
                  <a:xfrm rot="1800000">
                    <a:off x="3311368" y="3604754"/>
                    <a:ext cx="119831" cy="69184"/>
                  </a:xfrm>
                  <a:custGeom>
                    <a:avLst/>
                    <a:gdLst>
                      <a:gd name="connsiteX0" fmla="*/ 0 w 169173"/>
                      <a:gd name="connsiteY0" fmla="*/ 0 h 97672"/>
                      <a:gd name="connsiteX1" fmla="*/ 52921 w 169173"/>
                      <a:gd name="connsiteY1" fmla="*/ 25494 h 97672"/>
                      <a:gd name="connsiteX2" fmla="*/ 158093 w 169173"/>
                      <a:gd name="connsiteY2" fmla="*/ 89387 h 97672"/>
                      <a:gd name="connsiteX3" fmla="*/ 169173 w 169173"/>
                      <a:gd name="connsiteY3" fmla="*/ 97672 h 97672"/>
                      <a:gd name="connsiteX4" fmla="*/ 156459 w 169173"/>
                      <a:gd name="connsiteY4" fmla="*/ 92220 h 97672"/>
                      <a:gd name="connsiteX5" fmla="*/ 48539 w 169173"/>
                      <a:gd name="connsiteY5" fmla="*/ 33085 h 97672"/>
                      <a:gd name="connsiteX6" fmla="*/ 0 w 169173"/>
                      <a:gd name="connsiteY6" fmla="*/ 0 h 9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3" h="97672">
                        <a:moveTo>
                          <a:pt x="0" y="0"/>
                        </a:moveTo>
                        <a:lnTo>
                          <a:pt x="52921" y="25494"/>
                        </a:lnTo>
                        <a:cubicBezTo>
                          <a:pt x="89070" y="45131"/>
                          <a:pt x="124163" y="66464"/>
                          <a:pt x="158093" y="89387"/>
                        </a:cubicBezTo>
                        <a:lnTo>
                          <a:pt x="169173" y="97672"/>
                        </a:lnTo>
                        <a:lnTo>
                          <a:pt x="156459" y="92220"/>
                        </a:lnTo>
                        <a:cubicBezTo>
                          <a:pt x="119641" y="74297"/>
                          <a:pt x="83619" y="54572"/>
                          <a:pt x="48539" y="33085"/>
                        </a:cubicBezTo>
                        <a:lnTo>
                          <a:pt x="0"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8" name="Google Shape;8107;p61">
                    <a:extLst>
                      <a:ext uri="{FF2B5EF4-FFF2-40B4-BE49-F238E27FC236}">
                        <a16:creationId xmlns:a16="http://schemas.microsoft.com/office/drawing/2014/main" id="{1BB90BFC-AE7C-4751-AED6-331C669DD705}"/>
                      </a:ext>
                    </a:extLst>
                  </p:cNvPr>
                  <p:cNvSpPr/>
                  <p:nvPr/>
                </p:nvSpPr>
                <p:spPr>
                  <a:xfrm rot="14069179">
                    <a:off x="2073139" y="2038472"/>
                    <a:ext cx="580692" cy="502580"/>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tx1"/>
                  </a:solid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nvGrpSpPr>
                  <p:cNvPr id="119" name="Google Shape;11709;p67">
                    <a:extLst>
                      <a:ext uri="{FF2B5EF4-FFF2-40B4-BE49-F238E27FC236}">
                        <a16:creationId xmlns:a16="http://schemas.microsoft.com/office/drawing/2014/main" id="{A516DD0E-2ED9-446C-B860-033E345CDC8F}"/>
                      </a:ext>
                    </a:extLst>
                  </p:cNvPr>
                  <p:cNvGrpSpPr/>
                  <p:nvPr/>
                </p:nvGrpSpPr>
                <p:grpSpPr>
                  <a:xfrm>
                    <a:off x="3930601" y="2946324"/>
                    <a:ext cx="475296" cy="620693"/>
                    <a:chOff x="1817317" y="2480330"/>
                    <a:chExt cx="350958" cy="263043"/>
                  </a:xfrm>
                  <a:solidFill>
                    <a:schemeClr val="tx1"/>
                  </a:solidFill>
                </p:grpSpPr>
                <p:sp>
                  <p:nvSpPr>
                    <p:cNvPr id="126" name="Google Shape;11710;p67">
                      <a:extLst>
                        <a:ext uri="{FF2B5EF4-FFF2-40B4-BE49-F238E27FC236}">
                          <a16:creationId xmlns:a16="http://schemas.microsoft.com/office/drawing/2014/main" id="{C426922C-886A-4F2F-97E0-8F69DA0C9F1A}"/>
                        </a:ext>
                      </a:extLst>
                    </p:cNvPr>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7" name="Google Shape;11711;p67">
                      <a:extLst>
                        <a:ext uri="{FF2B5EF4-FFF2-40B4-BE49-F238E27FC236}">
                          <a16:creationId xmlns:a16="http://schemas.microsoft.com/office/drawing/2014/main" id="{2A6420FC-46B7-44B9-A089-D3153E1FEF31}"/>
                        </a:ext>
                      </a:extLst>
                    </p:cNvPr>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8" name="Google Shape;11712;p67">
                      <a:extLst>
                        <a:ext uri="{FF2B5EF4-FFF2-40B4-BE49-F238E27FC236}">
                          <a16:creationId xmlns:a16="http://schemas.microsoft.com/office/drawing/2014/main" id="{3B7E1823-D272-4DA3-863D-81E513311D11}"/>
                        </a:ext>
                      </a:extLst>
                    </p:cNvPr>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9" name="Google Shape;11713;p67">
                      <a:extLst>
                        <a:ext uri="{FF2B5EF4-FFF2-40B4-BE49-F238E27FC236}">
                          <a16:creationId xmlns:a16="http://schemas.microsoft.com/office/drawing/2014/main" id="{4855A8EE-2F46-44A5-97BD-3599A8F268FF}"/>
                        </a:ext>
                      </a:extLst>
                    </p:cNvPr>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0" name="Google Shape;11714;p67">
                      <a:extLst>
                        <a:ext uri="{FF2B5EF4-FFF2-40B4-BE49-F238E27FC236}">
                          <a16:creationId xmlns:a16="http://schemas.microsoft.com/office/drawing/2014/main" id="{CFD2B8F2-7CA7-4CDC-99FF-E5077954F0DC}"/>
                        </a:ext>
                      </a:extLst>
                    </p:cNvPr>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nvGrpSpPr>
                  <p:cNvPr id="120" name="Google Shape;11506;p67">
                    <a:extLst>
                      <a:ext uri="{FF2B5EF4-FFF2-40B4-BE49-F238E27FC236}">
                        <a16:creationId xmlns:a16="http://schemas.microsoft.com/office/drawing/2014/main" id="{F987A2E3-98B4-43D9-983C-5438E2BC7F01}"/>
                      </a:ext>
                    </a:extLst>
                  </p:cNvPr>
                  <p:cNvGrpSpPr/>
                  <p:nvPr/>
                </p:nvGrpSpPr>
                <p:grpSpPr>
                  <a:xfrm rot="6148272">
                    <a:off x="2112236" y="3862168"/>
                    <a:ext cx="561237" cy="377126"/>
                    <a:chOff x="859265" y="3348175"/>
                    <a:chExt cx="312316" cy="368400"/>
                  </a:xfrm>
                  <a:solidFill>
                    <a:schemeClr val="tx1"/>
                  </a:solidFill>
                </p:grpSpPr>
                <p:sp>
                  <p:nvSpPr>
                    <p:cNvPr id="121" name="Google Shape;11507;p67">
                      <a:extLst>
                        <a:ext uri="{FF2B5EF4-FFF2-40B4-BE49-F238E27FC236}">
                          <a16:creationId xmlns:a16="http://schemas.microsoft.com/office/drawing/2014/main" id="{A4ED3F11-8A2B-487E-84DB-9370045D93DE}"/>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2" name="Google Shape;11508;p67">
                      <a:extLst>
                        <a:ext uri="{FF2B5EF4-FFF2-40B4-BE49-F238E27FC236}">
                          <a16:creationId xmlns:a16="http://schemas.microsoft.com/office/drawing/2014/main" id="{1D9B8DC2-44C4-471A-BB29-69E1E1EE0E2F}"/>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3" name="Google Shape;11509;p67">
                      <a:extLst>
                        <a:ext uri="{FF2B5EF4-FFF2-40B4-BE49-F238E27FC236}">
                          <a16:creationId xmlns:a16="http://schemas.microsoft.com/office/drawing/2014/main" id="{BF2ED5A1-5AD4-47BD-97F1-5281CEBFA732}"/>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4" name="Google Shape;11510;p67">
                      <a:extLst>
                        <a:ext uri="{FF2B5EF4-FFF2-40B4-BE49-F238E27FC236}">
                          <a16:creationId xmlns:a16="http://schemas.microsoft.com/office/drawing/2014/main" id="{F5BA85C7-5D18-4B6A-AF1F-BF511C09983F}"/>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5" name="Google Shape;11511;p67">
                      <a:extLst>
                        <a:ext uri="{FF2B5EF4-FFF2-40B4-BE49-F238E27FC236}">
                          <a16:creationId xmlns:a16="http://schemas.microsoft.com/office/drawing/2014/main" id="{42741EF2-5CF0-480F-A97B-4323602C4EDB}"/>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grpSp>
        </p:grpSp>
      </p:grpSp>
      <p:sp>
        <p:nvSpPr>
          <p:cNvPr id="2" name="Espace réservé du numéro de diapositive 1">
            <a:extLst>
              <a:ext uri="{FF2B5EF4-FFF2-40B4-BE49-F238E27FC236}">
                <a16:creationId xmlns:a16="http://schemas.microsoft.com/office/drawing/2014/main" id="{BC6C0026-F9BB-188D-1380-176BEEF78A32}"/>
              </a:ext>
            </a:extLst>
          </p:cNvPr>
          <p:cNvSpPr>
            <a:spLocks noGrp="1"/>
          </p:cNvSpPr>
          <p:nvPr>
            <p:ph type="sldNum" sz="quarter" idx="12"/>
          </p:nvPr>
        </p:nvSpPr>
        <p:spPr/>
        <p:txBody>
          <a:bodyPr/>
          <a:lstStyle/>
          <a:p>
            <a:pPr defTabSz="685800">
              <a:buClrTx/>
            </a:pPr>
            <a:fld id="{E6E74A8B-42AE-40A6-AD33-F5FE44392108}" type="slidenum">
              <a:rPr lang="fr-FR" kern="1200" smtClean="0">
                <a:solidFill>
                  <a:prstClr val="black">
                    <a:tint val="75000"/>
                  </a:prstClr>
                </a:solidFill>
                <a:latin typeface="Calibri" panose="020F0502020204030204"/>
                <a:ea typeface="+mn-ea"/>
                <a:cs typeface="+mn-cs"/>
              </a:rPr>
              <a:pPr defTabSz="685800">
                <a:buClrTx/>
              </a:pPr>
              <a:t>18</a:t>
            </a:fld>
            <a:endParaRPr lang="fr-FR" kern="1200">
              <a:solidFill>
                <a:prstClr val="black">
                  <a:tint val="75000"/>
                </a:prstClr>
              </a:solidFill>
              <a:latin typeface="Calibri" panose="020F0502020204030204"/>
              <a:ea typeface="+mn-ea"/>
              <a:cs typeface="+mn-cs"/>
            </a:endParaRPr>
          </a:p>
        </p:txBody>
      </p:sp>
      <p:sp>
        <p:nvSpPr>
          <p:cNvPr id="137" name="TextBox 136"/>
          <p:cNvSpPr txBox="1"/>
          <p:nvPr/>
        </p:nvSpPr>
        <p:spPr>
          <a:xfrm>
            <a:off x="254000" y="4889500"/>
            <a:ext cx="974947" cy="400110"/>
          </a:xfrm>
          <a:prstGeom prst="rect">
            <a:avLst/>
          </a:prstGeom>
          <a:noFill/>
        </p:spPr>
        <p:txBody>
          <a:bodyPr wrap="none">
            <a:spAutoFit/>
          </a:bodyPr>
          <a:lstStyle/>
          <a:p>
            <a:r>
              <a:rPr sz="1000" dirty="0">
                <a:solidFill>
                  <a:srgbClr val="FFFFFF"/>
                </a:solidFill>
                <a:latin typeface="Arial"/>
              </a:rPr>
              <a:t>31  |</a:t>
            </a:r>
            <a:r>
              <a:rPr lang="fr-FR" sz="1000" dirty="0">
                <a:solidFill>
                  <a:srgbClr val="FFFFFF"/>
                </a:solidFill>
                <a:latin typeface="Arial"/>
              </a:rPr>
              <a:t> </a:t>
            </a:r>
            <a:r>
              <a:rPr lang="fr-FR" sz="1000" dirty="0">
                <a:solidFill>
                  <a:srgbClr val="FFFFFF"/>
                </a:solidFill>
              </a:rPr>
              <a:t>Etat d’art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47609972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14:bounceEnd="50000">
                                          <p:cBhvr additive="base">
                                            <p:cTn id="7" dur="2000" fill="hold"/>
                                            <p:tgtEl>
                                              <p:spTgt spid="9"/>
                                            </p:tgtEl>
                                            <p:attrNameLst>
                                              <p:attrName>ppt_x</p:attrName>
                                            </p:attrNameLst>
                                          </p:cBhvr>
                                          <p:tavLst>
                                            <p:tav tm="0">
                                              <p:val>
                                                <p:strVal val="#ppt_x"/>
                                              </p:val>
                                            </p:tav>
                                            <p:tav tm="100000">
                                              <p:val>
                                                <p:strVal val="#ppt_x"/>
                                              </p:val>
                                            </p:tav>
                                          </p:tavLst>
                                        </p:anim>
                                        <p:anim calcmode="lin" valueType="num" p14:bounceEnd="50000">
                                          <p:cBhvr additive="base">
                                            <p:cTn id="8" dur="2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14:bounceEnd="50000">
                                          <p:cBhvr additive="base">
                                            <p:cTn id="11" dur="2000" fill="hold"/>
                                            <p:tgtEl>
                                              <p:spTgt spid="10"/>
                                            </p:tgtEl>
                                            <p:attrNameLst>
                                              <p:attrName>ppt_x</p:attrName>
                                            </p:attrNameLst>
                                          </p:cBhvr>
                                          <p:tavLst>
                                            <p:tav tm="0">
                                              <p:val>
                                                <p:strVal val="#ppt_x"/>
                                              </p:val>
                                            </p:tav>
                                            <p:tav tm="100000">
                                              <p:val>
                                                <p:strVal val="#ppt_x"/>
                                              </p:val>
                                            </p:tav>
                                          </p:tavLst>
                                        </p:anim>
                                        <p:anim calcmode="lin" valueType="num" p14:bounceEnd="50000">
                                          <p:cBhvr additive="base">
                                            <p:cTn id="12"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000" fill="hold"/>
                                            <p:tgtEl>
                                              <p:spTgt spid="9"/>
                                            </p:tgtEl>
                                            <p:attrNameLst>
                                              <p:attrName>ppt_x</p:attrName>
                                            </p:attrNameLst>
                                          </p:cBhvr>
                                          <p:tavLst>
                                            <p:tav tm="0">
                                              <p:val>
                                                <p:strVal val="#ppt_x"/>
                                              </p:val>
                                            </p:tav>
                                            <p:tav tm="100000">
                                              <p:val>
                                                <p:strVal val="#ppt_x"/>
                                              </p:val>
                                            </p:tav>
                                          </p:tavLst>
                                        </p:anim>
                                        <p:anim calcmode="lin" valueType="num">
                                          <p:cBhvr additive="base">
                                            <p:cTn id="8" dur="2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2000" fill="hold"/>
                                            <p:tgtEl>
                                              <p:spTgt spid="10"/>
                                            </p:tgtEl>
                                            <p:attrNameLst>
                                              <p:attrName>ppt_x</p:attrName>
                                            </p:attrNameLst>
                                          </p:cBhvr>
                                          <p:tavLst>
                                            <p:tav tm="0">
                                              <p:val>
                                                <p:strVal val="#ppt_x"/>
                                              </p:val>
                                            </p:tav>
                                            <p:tav tm="100000">
                                              <p:val>
                                                <p:strVal val="#ppt_x"/>
                                              </p:val>
                                            </p:tav>
                                          </p:tavLst>
                                        </p:anim>
                                        <p:anim calcmode="lin" valueType="num">
                                          <p:cBhvr additive="base">
                                            <p:cTn id="12"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Rectangle: Rounded Corners 68">
            <a:extLst>
              <a:ext uri="{FF2B5EF4-FFF2-40B4-BE49-F238E27FC236}">
                <a16:creationId xmlns:a16="http://schemas.microsoft.com/office/drawing/2014/main" id="{566333B6-5C10-4F7F-B7EE-BAA074E272B3}"/>
              </a:ext>
            </a:extLst>
          </p:cNvPr>
          <p:cNvSpPr/>
          <p:nvPr/>
        </p:nvSpPr>
        <p:spPr>
          <a:xfrm>
            <a:off x="112662" y="857250"/>
            <a:ext cx="7955775" cy="3444240"/>
          </a:xfrm>
          <a:prstGeom prst="roundRect">
            <a:avLst/>
          </a:prstGeom>
          <a:solidFill>
            <a:schemeClr val="accent1">
              <a:lumMod val="75000"/>
            </a:schemeClr>
          </a:solidFill>
          <a:ln>
            <a:noFill/>
          </a:ln>
          <a:effectLst>
            <a:outerShdw blurRad="762000" dist="1524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5" name="Rectangle: Rounded Corners 4">
            <a:extLst>
              <a:ext uri="{FF2B5EF4-FFF2-40B4-BE49-F238E27FC236}">
                <a16:creationId xmlns:a16="http://schemas.microsoft.com/office/drawing/2014/main" id="{656FC992-F851-E597-401E-6742AC55CAA6}"/>
              </a:ext>
            </a:extLst>
          </p:cNvPr>
          <p:cNvSpPr/>
          <p:nvPr/>
        </p:nvSpPr>
        <p:spPr>
          <a:xfrm>
            <a:off x="3213800" y="975816"/>
            <a:ext cx="3444863" cy="2975610"/>
          </a:xfrm>
          <a:prstGeom prst="round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9" name="Groupe 8">
            <a:extLst>
              <a:ext uri="{FF2B5EF4-FFF2-40B4-BE49-F238E27FC236}">
                <a16:creationId xmlns:a16="http://schemas.microsoft.com/office/drawing/2014/main" id="{AC086B1A-4E03-4821-9E99-F2936801F371}"/>
              </a:ext>
            </a:extLst>
          </p:cNvPr>
          <p:cNvGrpSpPr/>
          <p:nvPr/>
        </p:nvGrpSpPr>
        <p:grpSpPr>
          <a:xfrm>
            <a:off x="5285016" y="-3154340"/>
            <a:ext cx="3372094" cy="11707050"/>
            <a:chOff x="8454722" y="-4276826"/>
            <a:chExt cx="3392966" cy="15609400"/>
          </a:xfrm>
        </p:grpSpPr>
        <p:sp>
          <p:nvSpPr>
            <p:cNvPr id="71" name="Rectangle: Rounded Corners 70">
              <a:extLst>
                <a:ext uri="{FF2B5EF4-FFF2-40B4-BE49-F238E27FC236}">
                  <a16:creationId xmlns:a16="http://schemas.microsoft.com/office/drawing/2014/main" id="{41352157-6A9D-F028-2F9E-EDF85FFF0043}"/>
                </a:ext>
              </a:extLst>
            </p:cNvPr>
            <p:cNvSpPr/>
            <p:nvPr/>
          </p:nvSpPr>
          <p:spPr>
            <a:xfrm>
              <a:off x="8454722" y="-30480"/>
              <a:ext cx="3392966" cy="6858000"/>
            </a:xfrm>
            <a:prstGeom prst="roundRect">
              <a:avLst>
                <a:gd name="adj" fmla="val 0"/>
              </a:avLst>
            </a:prstGeom>
            <a:solidFill>
              <a:schemeClr val="tx1"/>
            </a:solidFill>
            <a:ln w="19050">
              <a:noFill/>
            </a:ln>
            <a:effectLst>
              <a:outerShdw blurRad="317500" dist="152400" dir="8100000" algn="tr" rotWithShape="0">
                <a:prstClr val="black">
                  <a:alpha val="8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8" name="Groupe 17">
              <a:extLst>
                <a:ext uri="{FF2B5EF4-FFF2-40B4-BE49-F238E27FC236}">
                  <a16:creationId xmlns:a16="http://schemas.microsoft.com/office/drawing/2014/main" id="{1CD613A3-B1C9-40C1-BB56-77D7AF237384}"/>
                </a:ext>
              </a:extLst>
            </p:cNvPr>
            <p:cNvGrpSpPr/>
            <p:nvPr/>
          </p:nvGrpSpPr>
          <p:grpSpPr>
            <a:xfrm>
              <a:off x="8527359" y="-4276826"/>
              <a:ext cx="3197288" cy="15609400"/>
              <a:chOff x="7662766" y="1970796"/>
              <a:chExt cx="3197288" cy="15609400"/>
            </a:xfrm>
          </p:grpSpPr>
          <p:pic>
            <p:nvPicPr>
              <p:cNvPr id="43" name="Image 42">
                <a:extLst>
                  <a:ext uri="{FF2B5EF4-FFF2-40B4-BE49-F238E27FC236}">
                    <a16:creationId xmlns:a16="http://schemas.microsoft.com/office/drawing/2014/main" id="{34E43729-8035-4C9C-B5D2-241E0475E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728" y="13778502"/>
                <a:ext cx="2873878" cy="3801694"/>
              </a:xfrm>
              <a:prstGeom prst="rect">
                <a:avLst/>
              </a:prstGeom>
            </p:spPr>
          </p:pic>
          <p:pic>
            <p:nvPicPr>
              <p:cNvPr id="15" name="Image 14">
                <a:extLst>
                  <a:ext uri="{FF2B5EF4-FFF2-40B4-BE49-F238E27FC236}">
                    <a16:creationId xmlns:a16="http://schemas.microsoft.com/office/drawing/2014/main" id="{0C1C9B86-A787-4827-9C25-9DA306E40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2766" y="7477671"/>
                <a:ext cx="3197288" cy="3967480"/>
              </a:xfrm>
              <a:prstGeom prst="rect">
                <a:avLst/>
              </a:prstGeom>
            </p:spPr>
          </p:pic>
          <p:pic>
            <p:nvPicPr>
              <p:cNvPr id="40" name="Image 39">
                <a:extLst>
                  <a:ext uri="{FF2B5EF4-FFF2-40B4-BE49-F238E27FC236}">
                    <a16:creationId xmlns:a16="http://schemas.microsoft.com/office/drawing/2014/main" id="{30AC86E1-DAB0-477B-9A48-CD80DAB713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3750" y="1970796"/>
                <a:ext cx="2844249" cy="3744203"/>
              </a:xfrm>
              <a:prstGeom prst="rect">
                <a:avLst/>
              </a:prstGeom>
            </p:spPr>
          </p:pic>
        </p:grpSp>
      </p:grpSp>
      <p:sp>
        <p:nvSpPr>
          <p:cNvPr id="2" name="TextBox 1">
            <a:extLst>
              <a:ext uri="{FF2B5EF4-FFF2-40B4-BE49-F238E27FC236}">
                <a16:creationId xmlns:a16="http://schemas.microsoft.com/office/drawing/2014/main" id="{EB58566D-D255-859E-2224-359C1727C24E}"/>
              </a:ext>
            </a:extLst>
          </p:cNvPr>
          <p:cNvSpPr txBox="1"/>
          <p:nvPr/>
        </p:nvSpPr>
        <p:spPr>
          <a:xfrm>
            <a:off x="3408853" y="1132193"/>
            <a:ext cx="1876163" cy="2562240"/>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buClrTx/>
            </a:pPr>
            <a:r>
              <a:rPr lang="fr-FR" sz="1050" kern="1200" dirty="0">
                <a:solidFill>
                  <a:srgbClr val="E7E6E6"/>
                </a:solidFill>
                <a:latin typeface="Montserrat Medium" panose="00000600000000000000" pitchFamily="2" charset="0"/>
                <a:ea typeface="+mn-ea"/>
                <a:cs typeface="+mn-cs"/>
              </a:rPr>
              <a:t>Des ensembles de données tels que UNSW-NB15 et NSL-KDD sont souvent cités dans les recherches, ce qui souligne leur pertinence pour l'évaluation des systèmes de détection. De plus, des algorithmes tels que RF et XGBoost sont largement utilisés, ce qui suggère leur efficacité dans le domaine.</a:t>
            </a:r>
          </a:p>
          <a:p>
            <a:pPr defTabSz="685800">
              <a:buClrTx/>
            </a:pPr>
            <a:endParaRPr lang="en-US" sz="1500" kern="1200" dirty="0">
              <a:solidFill>
                <a:prstClr val="white"/>
              </a:solidFill>
              <a:latin typeface="Berlin Sans FB Demi" panose="020E0802020502020306" pitchFamily="34" charset="0"/>
              <a:ea typeface="+mn-ea"/>
              <a:cs typeface="Times New Roman"/>
            </a:endParaRPr>
          </a:p>
        </p:txBody>
      </p:sp>
      <p:grpSp>
        <p:nvGrpSpPr>
          <p:cNvPr id="137" name="Groupe 136">
            <a:extLst>
              <a:ext uri="{FF2B5EF4-FFF2-40B4-BE49-F238E27FC236}">
                <a16:creationId xmlns:a16="http://schemas.microsoft.com/office/drawing/2014/main" id="{87C7B2F3-F13C-4C44-BF9C-F5E784FE28FA}"/>
              </a:ext>
            </a:extLst>
          </p:cNvPr>
          <p:cNvGrpSpPr/>
          <p:nvPr/>
        </p:nvGrpSpPr>
        <p:grpSpPr>
          <a:xfrm rot="14952771">
            <a:off x="292595" y="874316"/>
            <a:ext cx="3131021" cy="3201243"/>
            <a:chOff x="988758" y="1310068"/>
            <a:chExt cx="4174694" cy="4268324"/>
          </a:xfrm>
        </p:grpSpPr>
        <p:grpSp>
          <p:nvGrpSpPr>
            <p:cNvPr id="138" name="Group 52">
              <a:extLst>
                <a:ext uri="{FF2B5EF4-FFF2-40B4-BE49-F238E27FC236}">
                  <a16:creationId xmlns:a16="http://schemas.microsoft.com/office/drawing/2014/main" id="{F8014AE8-6B02-470D-928A-0086B077F2B6}"/>
                </a:ext>
              </a:extLst>
            </p:cNvPr>
            <p:cNvGrpSpPr/>
            <p:nvPr/>
          </p:nvGrpSpPr>
          <p:grpSpPr>
            <a:xfrm rot="1800000">
              <a:off x="1705553" y="1310068"/>
              <a:ext cx="3457899" cy="2327013"/>
              <a:chOff x="3549211" y="685800"/>
              <a:chExt cx="4881739" cy="3285195"/>
            </a:xfrm>
            <a:solidFill>
              <a:schemeClr val="accent3">
                <a:lumMod val="20000"/>
                <a:lumOff val="80000"/>
              </a:schemeClr>
            </a:solidFill>
          </p:grpSpPr>
          <p:sp>
            <p:nvSpPr>
              <p:cNvPr id="166" name="Freeform: Shape 34">
                <a:extLst>
                  <a:ext uri="{FF2B5EF4-FFF2-40B4-BE49-F238E27FC236}">
                    <a16:creationId xmlns:a16="http://schemas.microsoft.com/office/drawing/2014/main" id="{DCBC5971-C3DA-418C-A3D6-C71A0AF8437C}"/>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67" name="Freeform: Shape 45">
                <a:extLst>
                  <a:ext uri="{FF2B5EF4-FFF2-40B4-BE49-F238E27FC236}">
                    <a16:creationId xmlns:a16="http://schemas.microsoft.com/office/drawing/2014/main" id="{6F7F9C8A-E5F7-41D3-99FB-68EE981C32C2}"/>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grpSp>
        <p:grpSp>
          <p:nvGrpSpPr>
            <p:cNvPr id="139" name="Groupe 138">
              <a:extLst>
                <a:ext uri="{FF2B5EF4-FFF2-40B4-BE49-F238E27FC236}">
                  <a16:creationId xmlns:a16="http://schemas.microsoft.com/office/drawing/2014/main" id="{BA1B12A9-C5CC-4E7C-AE99-6CDF5F94CCAC}"/>
                </a:ext>
              </a:extLst>
            </p:cNvPr>
            <p:cNvGrpSpPr/>
            <p:nvPr/>
          </p:nvGrpSpPr>
          <p:grpSpPr>
            <a:xfrm>
              <a:off x="988758" y="1465499"/>
              <a:ext cx="4081271" cy="4112893"/>
              <a:chOff x="988758" y="1465499"/>
              <a:chExt cx="4081271" cy="4112893"/>
            </a:xfrm>
          </p:grpSpPr>
          <p:grpSp>
            <p:nvGrpSpPr>
              <p:cNvPr id="140" name="Group 51">
                <a:extLst>
                  <a:ext uri="{FF2B5EF4-FFF2-40B4-BE49-F238E27FC236}">
                    <a16:creationId xmlns:a16="http://schemas.microsoft.com/office/drawing/2014/main" id="{C36710E5-922B-4523-BCD3-319BAECD873E}"/>
                  </a:ext>
                </a:extLst>
              </p:cNvPr>
              <p:cNvGrpSpPr/>
              <p:nvPr/>
            </p:nvGrpSpPr>
            <p:grpSpPr>
              <a:xfrm rot="1800000">
                <a:off x="2859889" y="2180034"/>
                <a:ext cx="1943099" cy="3398358"/>
                <a:chOff x="6096002" y="1367934"/>
                <a:chExt cx="2743199" cy="4797682"/>
              </a:xfrm>
              <a:solidFill>
                <a:schemeClr val="accent3">
                  <a:lumMod val="20000"/>
                  <a:lumOff val="80000"/>
                </a:schemeClr>
              </a:solidFill>
            </p:grpSpPr>
            <p:sp>
              <p:nvSpPr>
                <p:cNvPr id="164" name="Freeform: Shape 35">
                  <a:extLst>
                    <a:ext uri="{FF2B5EF4-FFF2-40B4-BE49-F238E27FC236}">
                      <a16:creationId xmlns:a16="http://schemas.microsoft.com/office/drawing/2014/main" id="{2329B86A-45DB-4153-A4B5-C8B820229DAC}"/>
                    </a:ext>
                  </a:extLst>
                </p:cNvPr>
                <p:cNvSpPr/>
                <p:nvPr/>
              </p:nvSpPr>
              <p:spPr>
                <a:xfrm>
                  <a:off x="6096002" y="1419393"/>
                  <a:ext cx="2743198" cy="474622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outerShdw blurRad="317500" dist="1524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65" name="Freeform: Shape 50">
                  <a:extLst>
                    <a:ext uri="{FF2B5EF4-FFF2-40B4-BE49-F238E27FC236}">
                      <a16:creationId xmlns:a16="http://schemas.microsoft.com/office/drawing/2014/main" id="{838F87A8-76B6-4501-B316-632C43A129C9}"/>
                    </a:ext>
                  </a:extLst>
                </p:cNvPr>
                <p:cNvSpPr/>
                <p:nvPr/>
              </p:nvSpPr>
              <p:spPr>
                <a:xfrm>
                  <a:off x="6096003" y="1367934"/>
                  <a:ext cx="2743198" cy="479768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41" name="Groupe 140">
                <a:extLst>
                  <a:ext uri="{FF2B5EF4-FFF2-40B4-BE49-F238E27FC236}">
                    <a16:creationId xmlns:a16="http://schemas.microsoft.com/office/drawing/2014/main" id="{08E8E91A-A1F9-464B-AE67-2C78BD097045}"/>
                  </a:ext>
                </a:extLst>
              </p:cNvPr>
              <p:cNvGrpSpPr/>
              <p:nvPr/>
            </p:nvGrpSpPr>
            <p:grpSpPr>
              <a:xfrm>
                <a:off x="988758" y="1465499"/>
                <a:ext cx="4081271" cy="3337640"/>
                <a:chOff x="988758" y="1465499"/>
                <a:chExt cx="4081271" cy="3337640"/>
              </a:xfrm>
            </p:grpSpPr>
            <p:grpSp>
              <p:nvGrpSpPr>
                <p:cNvPr id="142" name="Groupe 141">
                  <a:extLst>
                    <a:ext uri="{FF2B5EF4-FFF2-40B4-BE49-F238E27FC236}">
                      <a16:creationId xmlns:a16="http://schemas.microsoft.com/office/drawing/2014/main" id="{9E6E9451-9C45-4403-BC89-ACA94F04EE59}"/>
                    </a:ext>
                  </a:extLst>
                </p:cNvPr>
                <p:cNvGrpSpPr/>
                <p:nvPr/>
              </p:nvGrpSpPr>
              <p:grpSpPr>
                <a:xfrm>
                  <a:off x="988758" y="1906770"/>
                  <a:ext cx="2846642" cy="2896369"/>
                  <a:chOff x="988758" y="1906770"/>
                  <a:chExt cx="2846642" cy="2896369"/>
                </a:xfrm>
              </p:grpSpPr>
              <p:sp>
                <p:nvSpPr>
                  <p:cNvPr id="162" name="Freeform: Shape 27">
                    <a:extLst>
                      <a:ext uri="{FF2B5EF4-FFF2-40B4-BE49-F238E27FC236}">
                        <a16:creationId xmlns:a16="http://schemas.microsoft.com/office/drawing/2014/main" id="{A104CBE2-6E91-4822-BAFC-88A1AA8D5277}"/>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outerShdw blurRad="317500" dist="1524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63" name="Freeform: Shape 53">
                    <a:extLst>
                      <a:ext uri="{FF2B5EF4-FFF2-40B4-BE49-F238E27FC236}">
                        <a16:creationId xmlns:a16="http://schemas.microsoft.com/office/drawing/2014/main" id="{6E05F131-BF8C-4966-AE02-6DD29CCDEFBE}"/>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43" name="Groupe 142">
                  <a:extLst>
                    <a:ext uri="{FF2B5EF4-FFF2-40B4-BE49-F238E27FC236}">
                      <a16:creationId xmlns:a16="http://schemas.microsoft.com/office/drawing/2014/main" id="{15EBF435-B5DD-40B5-BD04-BD06D445F383}"/>
                    </a:ext>
                  </a:extLst>
                </p:cNvPr>
                <p:cNvGrpSpPr/>
                <p:nvPr/>
              </p:nvGrpSpPr>
              <p:grpSpPr>
                <a:xfrm>
                  <a:off x="2112195" y="1465499"/>
                  <a:ext cx="2957834" cy="2865850"/>
                  <a:chOff x="2112195" y="1465499"/>
                  <a:chExt cx="2957834" cy="2865850"/>
                </a:xfrm>
              </p:grpSpPr>
              <p:sp>
                <p:nvSpPr>
                  <p:cNvPr id="144" name="Freeform: Shape 22">
                    <a:extLst>
                      <a:ext uri="{FF2B5EF4-FFF2-40B4-BE49-F238E27FC236}">
                        <a16:creationId xmlns:a16="http://schemas.microsoft.com/office/drawing/2014/main" id="{C4CD0B39-AF7A-4AE2-8A50-89B56AC0EC81}"/>
                      </a:ext>
                    </a:extLst>
                  </p:cNvPr>
                  <p:cNvSpPr/>
                  <p:nvPr/>
                </p:nvSpPr>
                <p:spPr>
                  <a:xfrm rot="1800000">
                    <a:off x="5031815" y="3138515"/>
                    <a:ext cx="38214" cy="62901"/>
                  </a:xfrm>
                  <a:custGeom>
                    <a:avLst/>
                    <a:gdLst>
                      <a:gd name="connsiteX0" fmla="*/ 0 w 53949"/>
                      <a:gd name="connsiteY0" fmla="*/ 0 h 88801"/>
                      <a:gd name="connsiteX1" fmla="*/ 40731 w 53949"/>
                      <a:gd name="connsiteY1" fmla="*/ 62982 h 88801"/>
                      <a:gd name="connsiteX2" fmla="*/ 53949 w 53949"/>
                      <a:gd name="connsiteY2" fmla="*/ 88801 h 88801"/>
                      <a:gd name="connsiteX3" fmla="*/ 0 w 53949"/>
                      <a:gd name="connsiteY3" fmla="*/ 0 h 88801"/>
                    </a:gdLst>
                    <a:ahLst/>
                    <a:cxnLst>
                      <a:cxn ang="0">
                        <a:pos x="connsiteX0" y="connsiteY0"/>
                      </a:cxn>
                      <a:cxn ang="0">
                        <a:pos x="connsiteX1" y="connsiteY1"/>
                      </a:cxn>
                      <a:cxn ang="0">
                        <a:pos x="connsiteX2" y="connsiteY2"/>
                      </a:cxn>
                      <a:cxn ang="0">
                        <a:pos x="connsiteX3" y="connsiteY3"/>
                      </a:cxn>
                    </a:cxnLst>
                    <a:rect l="l" t="t" r="r" b="b"/>
                    <a:pathLst>
                      <a:path w="53949" h="88801">
                        <a:moveTo>
                          <a:pt x="0" y="0"/>
                        </a:moveTo>
                        <a:lnTo>
                          <a:pt x="40731" y="62982"/>
                        </a:lnTo>
                        <a:lnTo>
                          <a:pt x="53949" y="88801"/>
                        </a:lnTo>
                        <a:lnTo>
                          <a:pt x="0"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5" name="Freeform: Shape 21">
                    <a:extLst>
                      <a:ext uri="{FF2B5EF4-FFF2-40B4-BE49-F238E27FC236}">
                        <a16:creationId xmlns:a16="http://schemas.microsoft.com/office/drawing/2014/main" id="{263F018D-7D5C-4876-80D2-23AF5000CFA8}"/>
                      </a:ext>
                    </a:extLst>
                  </p:cNvPr>
                  <p:cNvSpPr/>
                  <p:nvPr/>
                </p:nvSpPr>
                <p:spPr>
                  <a:xfrm rot="1800000">
                    <a:off x="2134044" y="1465499"/>
                    <a:ext cx="38198" cy="62876"/>
                  </a:xfrm>
                  <a:custGeom>
                    <a:avLst/>
                    <a:gdLst>
                      <a:gd name="connsiteX0" fmla="*/ 53926 w 53926"/>
                      <a:gd name="connsiteY0" fmla="*/ 0 h 88766"/>
                      <a:gd name="connsiteX1" fmla="*/ 0 w 53926"/>
                      <a:gd name="connsiteY1" fmla="*/ 88766 h 88766"/>
                      <a:gd name="connsiteX2" fmla="*/ 13212 w 53926"/>
                      <a:gd name="connsiteY2" fmla="*/ 62957 h 88766"/>
                      <a:gd name="connsiteX3" fmla="*/ 53926 w 53926"/>
                      <a:gd name="connsiteY3" fmla="*/ 0 h 88766"/>
                    </a:gdLst>
                    <a:ahLst/>
                    <a:cxnLst>
                      <a:cxn ang="0">
                        <a:pos x="connsiteX0" y="connsiteY0"/>
                      </a:cxn>
                      <a:cxn ang="0">
                        <a:pos x="connsiteX1" y="connsiteY1"/>
                      </a:cxn>
                      <a:cxn ang="0">
                        <a:pos x="connsiteX2" y="connsiteY2"/>
                      </a:cxn>
                      <a:cxn ang="0">
                        <a:pos x="connsiteX3" y="connsiteY3"/>
                      </a:cxn>
                    </a:cxnLst>
                    <a:rect l="l" t="t" r="r" b="b"/>
                    <a:pathLst>
                      <a:path w="53926" h="88766">
                        <a:moveTo>
                          <a:pt x="53926" y="0"/>
                        </a:moveTo>
                        <a:lnTo>
                          <a:pt x="0" y="88766"/>
                        </a:lnTo>
                        <a:lnTo>
                          <a:pt x="13212" y="62957"/>
                        </a:lnTo>
                        <a:lnTo>
                          <a:pt x="53926"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6" name="Freeform: Shape 18">
                    <a:extLst>
                      <a:ext uri="{FF2B5EF4-FFF2-40B4-BE49-F238E27FC236}">
                        <a16:creationId xmlns:a16="http://schemas.microsoft.com/office/drawing/2014/main" id="{0F0785AA-5E26-466F-84A3-18E3678FF4C6}"/>
                      </a:ext>
                    </a:extLst>
                  </p:cNvPr>
                  <p:cNvSpPr/>
                  <p:nvPr/>
                </p:nvSpPr>
                <p:spPr>
                  <a:xfrm rot="1800000">
                    <a:off x="3367875" y="2663939"/>
                    <a:ext cx="6817" cy="138369"/>
                  </a:xfrm>
                  <a:custGeom>
                    <a:avLst/>
                    <a:gdLst>
                      <a:gd name="connsiteX0" fmla="*/ 4813 w 9624"/>
                      <a:gd name="connsiteY0" fmla="*/ 0 h 195345"/>
                      <a:gd name="connsiteX1" fmla="*/ 6448 w 9624"/>
                      <a:gd name="connsiteY1" fmla="*/ 13739 h 195345"/>
                      <a:gd name="connsiteX2" fmla="*/ 9195 w 9624"/>
                      <a:gd name="connsiteY2" fmla="*/ 136768 h 195345"/>
                      <a:gd name="connsiteX3" fmla="*/ 4813 w 9624"/>
                      <a:gd name="connsiteY3" fmla="*/ 195345 h 195345"/>
                      <a:gd name="connsiteX4" fmla="*/ 430 w 9624"/>
                      <a:gd name="connsiteY4" fmla="*/ 136768 h 195345"/>
                      <a:gd name="connsiteX5" fmla="*/ 3177 w 9624"/>
                      <a:gd name="connsiteY5" fmla="*/ 13739 h 195345"/>
                      <a:gd name="connsiteX6" fmla="*/ 4813 w 9624"/>
                      <a:gd name="connsiteY6" fmla="*/ 0 h 19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4" h="195345">
                        <a:moveTo>
                          <a:pt x="4813" y="0"/>
                        </a:moveTo>
                        <a:lnTo>
                          <a:pt x="6448" y="13739"/>
                        </a:lnTo>
                        <a:cubicBezTo>
                          <a:pt x="9335" y="54586"/>
                          <a:pt x="10264" y="95644"/>
                          <a:pt x="9195" y="136768"/>
                        </a:cubicBezTo>
                        <a:lnTo>
                          <a:pt x="4813" y="195345"/>
                        </a:lnTo>
                        <a:lnTo>
                          <a:pt x="430" y="136768"/>
                        </a:lnTo>
                        <a:cubicBezTo>
                          <a:pt x="-638" y="95644"/>
                          <a:pt x="291" y="54586"/>
                          <a:pt x="3177" y="13739"/>
                        </a:cubicBezTo>
                        <a:lnTo>
                          <a:pt x="4813"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7" name="Freeform: Shape 16">
                    <a:extLst>
                      <a:ext uri="{FF2B5EF4-FFF2-40B4-BE49-F238E27FC236}">
                        <a16:creationId xmlns:a16="http://schemas.microsoft.com/office/drawing/2014/main" id="{A4613254-E41E-4D31-B553-70892291AE3C}"/>
                      </a:ext>
                    </a:extLst>
                  </p:cNvPr>
                  <p:cNvSpPr/>
                  <p:nvPr/>
                </p:nvSpPr>
                <p:spPr>
                  <a:xfrm rot="1800000">
                    <a:off x="2526556" y="3151643"/>
                    <a:ext cx="119834" cy="69186"/>
                  </a:xfrm>
                  <a:custGeom>
                    <a:avLst/>
                    <a:gdLst>
                      <a:gd name="connsiteX0" fmla="*/ 169177 w 169177"/>
                      <a:gd name="connsiteY0" fmla="*/ 0 h 97674"/>
                      <a:gd name="connsiteX1" fmla="*/ 120636 w 169177"/>
                      <a:gd name="connsiteY1" fmla="*/ 33086 h 97674"/>
                      <a:gd name="connsiteX2" fmla="*/ 12716 w 169177"/>
                      <a:gd name="connsiteY2" fmla="*/ 92221 h 97674"/>
                      <a:gd name="connsiteX3" fmla="*/ 0 w 169177"/>
                      <a:gd name="connsiteY3" fmla="*/ 97674 h 97674"/>
                      <a:gd name="connsiteX4" fmla="*/ 11081 w 169177"/>
                      <a:gd name="connsiteY4" fmla="*/ 89388 h 97674"/>
                      <a:gd name="connsiteX5" fmla="*/ 116253 w 169177"/>
                      <a:gd name="connsiteY5" fmla="*/ 25495 h 97674"/>
                      <a:gd name="connsiteX6" fmla="*/ 169177 w 169177"/>
                      <a:gd name="connsiteY6" fmla="*/ 0 h 9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7" h="97674">
                        <a:moveTo>
                          <a:pt x="169177" y="0"/>
                        </a:moveTo>
                        <a:lnTo>
                          <a:pt x="120636" y="33086"/>
                        </a:lnTo>
                        <a:cubicBezTo>
                          <a:pt x="85556" y="54573"/>
                          <a:pt x="49534" y="74298"/>
                          <a:pt x="12716" y="92221"/>
                        </a:cubicBezTo>
                        <a:lnTo>
                          <a:pt x="0" y="97674"/>
                        </a:lnTo>
                        <a:lnTo>
                          <a:pt x="11081" y="89388"/>
                        </a:lnTo>
                        <a:cubicBezTo>
                          <a:pt x="45012" y="66465"/>
                          <a:pt x="80105" y="45132"/>
                          <a:pt x="116253" y="25495"/>
                        </a:cubicBezTo>
                        <a:lnTo>
                          <a:pt x="169177"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8" name="Freeform: Shape 15">
                    <a:extLst>
                      <a:ext uri="{FF2B5EF4-FFF2-40B4-BE49-F238E27FC236}">
                        <a16:creationId xmlns:a16="http://schemas.microsoft.com/office/drawing/2014/main" id="{7B3CE31B-024C-4877-A425-8110AD05F89F}"/>
                      </a:ext>
                    </a:extLst>
                  </p:cNvPr>
                  <p:cNvSpPr/>
                  <p:nvPr/>
                </p:nvSpPr>
                <p:spPr>
                  <a:xfrm rot="1800000">
                    <a:off x="3311368" y="3604754"/>
                    <a:ext cx="119831" cy="69184"/>
                  </a:xfrm>
                  <a:custGeom>
                    <a:avLst/>
                    <a:gdLst>
                      <a:gd name="connsiteX0" fmla="*/ 0 w 169173"/>
                      <a:gd name="connsiteY0" fmla="*/ 0 h 97672"/>
                      <a:gd name="connsiteX1" fmla="*/ 52921 w 169173"/>
                      <a:gd name="connsiteY1" fmla="*/ 25494 h 97672"/>
                      <a:gd name="connsiteX2" fmla="*/ 158093 w 169173"/>
                      <a:gd name="connsiteY2" fmla="*/ 89387 h 97672"/>
                      <a:gd name="connsiteX3" fmla="*/ 169173 w 169173"/>
                      <a:gd name="connsiteY3" fmla="*/ 97672 h 97672"/>
                      <a:gd name="connsiteX4" fmla="*/ 156459 w 169173"/>
                      <a:gd name="connsiteY4" fmla="*/ 92220 h 97672"/>
                      <a:gd name="connsiteX5" fmla="*/ 48539 w 169173"/>
                      <a:gd name="connsiteY5" fmla="*/ 33085 h 97672"/>
                      <a:gd name="connsiteX6" fmla="*/ 0 w 169173"/>
                      <a:gd name="connsiteY6" fmla="*/ 0 h 9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3" h="97672">
                        <a:moveTo>
                          <a:pt x="0" y="0"/>
                        </a:moveTo>
                        <a:lnTo>
                          <a:pt x="52921" y="25494"/>
                        </a:lnTo>
                        <a:cubicBezTo>
                          <a:pt x="89070" y="45131"/>
                          <a:pt x="124163" y="66464"/>
                          <a:pt x="158093" y="89387"/>
                        </a:cubicBezTo>
                        <a:lnTo>
                          <a:pt x="169173" y="97672"/>
                        </a:lnTo>
                        <a:lnTo>
                          <a:pt x="156459" y="92220"/>
                        </a:lnTo>
                        <a:cubicBezTo>
                          <a:pt x="119641" y="74297"/>
                          <a:pt x="83619" y="54572"/>
                          <a:pt x="48539" y="33085"/>
                        </a:cubicBezTo>
                        <a:lnTo>
                          <a:pt x="0"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49" name="Google Shape;8107;p61">
                    <a:extLst>
                      <a:ext uri="{FF2B5EF4-FFF2-40B4-BE49-F238E27FC236}">
                        <a16:creationId xmlns:a16="http://schemas.microsoft.com/office/drawing/2014/main" id="{57290C1A-6AA8-42C7-AC9E-3C9F9E98F7B6}"/>
                      </a:ext>
                    </a:extLst>
                  </p:cNvPr>
                  <p:cNvSpPr/>
                  <p:nvPr/>
                </p:nvSpPr>
                <p:spPr>
                  <a:xfrm rot="14069179">
                    <a:off x="2073139" y="2038472"/>
                    <a:ext cx="580692" cy="502580"/>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tx1"/>
                  </a:solid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nvGrpSpPr>
                  <p:cNvPr id="150" name="Google Shape;11709;p67">
                    <a:extLst>
                      <a:ext uri="{FF2B5EF4-FFF2-40B4-BE49-F238E27FC236}">
                        <a16:creationId xmlns:a16="http://schemas.microsoft.com/office/drawing/2014/main" id="{C9CD558A-82F0-4CE7-9034-5BBDA05A44EF}"/>
                      </a:ext>
                    </a:extLst>
                  </p:cNvPr>
                  <p:cNvGrpSpPr/>
                  <p:nvPr/>
                </p:nvGrpSpPr>
                <p:grpSpPr>
                  <a:xfrm>
                    <a:off x="3930601" y="2946324"/>
                    <a:ext cx="475296" cy="620693"/>
                    <a:chOff x="1817317" y="2480330"/>
                    <a:chExt cx="350958" cy="263043"/>
                  </a:xfrm>
                  <a:solidFill>
                    <a:schemeClr val="tx1"/>
                  </a:solidFill>
                </p:grpSpPr>
                <p:sp>
                  <p:nvSpPr>
                    <p:cNvPr id="157" name="Google Shape;11710;p67">
                      <a:extLst>
                        <a:ext uri="{FF2B5EF4-FFF2-40B4-BE49-F238E27FC236}">
                          <a16:creationId xmlns:a16="http://schemas.microsoft.com/office/drawing/2014/main" id="{C4CC811B-6236-4072-9462-01F16B7674CF}"/>
                        </a:ext>
                      </a:extLst>
                    </p:cNvPr>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8" name="Google Shape;11711;p67">
                      <a:extLst>
                        <a:ext uri="{FF2B5EF4-FFF2-40B4-BE49-F238E27FC236}">
                          <a16:creationId xmlns:a16="http://schemas.microsoft.com/office/drawing/2014/main" id="{36437BBE-4FE1-4876-BDD2-8FEFF59938AD}"/>
                        </a:ext>
                      </a:extLst>
                    </p:cNvPr>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9" name="Google Shape;11712;p67">
                      <a:extLst>
                        <a:ext uri="{FF2B5EF4-FFF2-40B4-BE49-F238E27FC236}">
                          <a16:creationId xmlns:a16="http://schemas.microsoft.com/office/drawing/2014/main" id="{D3E8C3E3-1601-40B2-86F1-E46B51C3C01D}"/>
                        </a:ext>
                      </a:extLst>
                    </p:cNvPr>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60" name="Google Shape;11713;p67">
                      <a:extLst>
                        <a:ext uri="{FF2B5EF4-FFF2-40B4-BE49-F238E27FC236}">
                          <a16:creationId xmlns:a16="http://schemas.microsoft.com/office/drawing/2014/main" id="{8908AC1F-801D-4ED3-ABBC-211126A82951}"/>
                        </a:ext>
                      </a:extLst>
                    </p:cNvPr>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61" name="Google Shape;11714;p67">
                      <a:extLst>
                        <a:ext uri="{FF2B5EF4-FFF2-40B4-BE49-F238E27FC236}">
                          <a16:creationId xmlns:a16="http://schemas.microsoft.com/office/drawing/2014/main" id="{0B5019BF-DA49-4E11-90CD-C0DB1DFF93A8}"/>
                        </a:ext>
                      </a:extLst>
                    </p:cNvPr>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nvGrpSpPr>
                  <p:cNvPr id="151" name="Google Shape;11506;p67">
                    <a:extLst>
                      <a:ext uri="{FF2B5EF4-FFF2-40B4-BE49-F238E27FC236}">
                        <a16:creationId xmlns:a16="http://schemas.microsoft.com/office/drawing/2014/main" id="{E4FAA577-F1C5-4AA9-B70E-124D3318DC8E}"/>
                      </a:ext>
                    </a:extLst>
                  </p:cNvPr>
                  <p:cNvGrpSpPr/>
                  <p:nvPr/>
                </p:nvGrpSpPr>
                <p:grpSpPr>
                  <a:xfrm rot="6148272">
                    <a:off x="2112236" y="3862168"/>
                    <a:ext cx="561237" cy="377126"/>
                    <a:chOff x="859265" y="3348175"/>
                    <a:chExt cx="312316" cy="368400"/>
                  </a:xfrm>
                  <a:solidFill>
                    <a:schemeClr val="tx1"/>
                  </a:solidFill>
                </p:grpSpPr>
                <p:sp>
                  <p:nvSpPr>
                    <p:cNvPr id="152" name="Google Shape;11507;p67">
                      <a:extLst>
                        <a:ext uri="{FF2B5EF4-FFF2-40B4-BE49-F238E27FC236}">
                          <a16:creationId xmlns:a16="http://schemas.microsoft.com/office/drawing/2014/main" id="{8CCEB5B5-591F-4742-A511-3A812E7AD6F3}"/>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3" name="Google Shape;11508;p67">
                      <a:extLst>
                        <a:ext uri="{FF2B5EF4-FFF2-40B4-BE49-F238E27FC236}">
                          <a16:creationId xmlns:a16="http://schemas.microsoft.com/office/drawing/2014/main" id="{85AE383F-ECA1-4BAC-81A7-76320C7DA1E1}"/>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4" name="Google Shape;11509;p67">
                      <a:extLst>
                        <a:ext uri="{FF2B5EF4-FFF2-40B4-BE49-F238E27FC236}">
                          <a16:creationId xmlns:a16="http://schemas.microsoft.com/office/drawing/2014/main" id="{58194DDE-5ABD-46CA-A0DC-58ED464825FC}"/>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5" name="Google Shape;11510;p67">
                      <a:extLst>
                        <a:ext uri="{FF2B5EF4-FFF2-40B4-BE49-F238E27FC236}">
                          <a16:creationId xmlns:a16="http://schemas.microsoft.com/office/drawing/2014/main" id="{2DF67181-9094-4DE8-A7E4-EDA3A08ADD0F}"/>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56" name="Google Shape;11511;p67">
                      <a:extLst>
                        <a:ext uri="{FF2B5EF4-FFF2-40B4-BE49-F238E27FC236}">
                          <a16:creationId xmlns:a16="http://schemas.microsoft.com/office/drawing/2014/main" id="{7D6F7EFA-E4F6-4183-8452-AABBED5DB398}"/>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grpSp>
        </p:grpSp>
      </p:grpSp>
      <p:sp>
        <p:nvSpPr>
          <p:cNvPr id="169" name="TextBox 168"/>
          <p:cNvSpPr txBox="1"/>
          <p:nvPr/>
        </p:nvSpPr>
        <p:spPr>
          <a:xfrm>
            <a:off x="254000" y="4889500"/>
            <a:ext cx="939681" cy="400110"/>
          </a:xfrm>
          <a:prstGeom prst="rect">
            <a:avLst/>
          </a:prstGeom>
          <a:noFill/>
        </p:spPr>
        <p:txBody>
          <a:bodyPr wrap="none">
            <a:spAutoFit/>
          </a:bodyPr>
          <a:lstStyle/>
          <a:p>
            <a:r>
              <a:rPr sz="1000" dirty="0">
                <a:solidFill>
                  <a:srgbClr val="FFFFFF"/>
                </a:solidFill>
                <a:latin typeface="Arial"/>
              </a:rPr>
              <a:t>32</a:t>
            </a:r>
            <a:r>
              <a:rPr lang="fr-FR" sz="1000" dirty="0">
                <a:solidFill>
                  <a:srgbClr val="FFFFFF"/>
                </a:solidFill>
              </a:rPr>
              <a:t> | Etat d’art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961687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20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68"/>
                                            </p:tgtEl>
                                            <p:attrNameLst>
                                              <p:attrName>style.visibility</p:attrName>
                                            </p:attrNameLst>
                                          </p:cBhvr>
                                          <p:to>
                                            <p:strVal val="visible"/>
                                          </p:to>
                                        </p:set>
                                        <p:anim calcmode="lin" valueType="num" p14:bounceEnd="50000">
                                          <p:cBhvr additive="base">
                                            <p:cTn id="11" dur="2000" fill="hold"/>
                                            <p:tgtEl>
                                              <p:spTgt spid="168"/>
                                            </p:tgtEl>
                                            <p:attrNameLst>
                                              <p:attrName>ppt_x</p:attrName>
                                            </p:attrNameLst>
                                          </p:cBhvr>
                                          <p:tavLst>
                                            <p:tav tm="0">
                                              <p:val>
                                                <p:strVal val="#ppt_x"/>
                                              </p:val>
                                            </p:tav>
                                            <p:tav tm="100000">
                                              <p:val>
                                                <p:strVal val="#ppt_x"/>
                                              </p:val>
                                            </p:tav>
                                          </p:tavLst>
                                        </p:anim>
                                        <p:anim calcmode="lin" valueType="num" p14:bounceEnd="50000">
                                          <p:cBhvr additive="base">
                                            <p:cTn id="12" dur="2000" fill="hold"/>
                                            <p:tgtEl>
                                              <p:spTgt spid="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ppt_x"/>
                                              </p:val>
                                            </p:tav>
                                            <p:tav tm="100000">
                                              <p:val>
                                                <p:strVal val="#ppt_x"/>
                                              </p:val>
                                            </p:tav>
                                          </p:tavLst>
                                        </p:anim>
                                        <p:anim calcmode="lin" valueType="num">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8"/>
                                            </p:tgtEl>
                                            <p:attrNameLst>
                                              <p:attrName>style.visibility</p:attrName>
                                            </p:attrNameLst>
                                          </p:cBhvr>
                                          <p:to>
                                            <p:strVal val="visible"/>
                                          </p:to>
                                        </p:set>
                                        <p:anim calcmode="lin" valueType="num">
                                          <p:cBhvr additive="base">
                                            <p:cTn id="11" dur="2000" fill="hold"/>
                                            <p:tgtEl>
                                              <p:spTgt spid="168"/>
                                            </p:tgtEl>
                                            <p:attrNameLst>
                                              <p:attrName>ppt_x</p:attrName>
                                            </p:attrNameLst>
                                          </p:cBhvr>
                                          <p:tavLst>
                                            <p:tav tm="0">
                                              <p:val>
                                                <p:strVal val="#ppt_x"/>
                                              </p:val>
                                            </p:tav>
                                            <p:tav tm="100000">
                                              <p:val>
                                                <p:strVal val="#ppt_x"/>
                                              </p:val>
                                            </p:tav>
                                          </p:tavLst>
                                        </p:anim>
                                        <p:anim calcmode="lin" valueType="num">
                                          <p:cBhvr additive="base">
                                            <p:cTn id="12" dur="2000" fill="hold"/>
                                            <p:tgtEl>
                                              <p:spTgt spid="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5" grpId="0" animBg="1"/>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Rounded Corners 68">
            <a:extLst>
              <a:ext uri="{FF2B5EF4-FFF2-40B4-BE49-F238E27FC236}">
                <a16:creationId xmlns:a16="http://schemas.microsoft.com/office/drawing/2014/main" id="{51ADC049-0941-497B-A133-2FCDD0A1CFF0}"/>
              </a:ext>
            </a:extLst>
          </p:cNvPr>
          <p:cNvSpPr/>
          <p:nvPr/>
        </p:nvSpPr>
        <p:spPr>
          <a:xfrm>
            <a:off x="112662" y="857250"/>
            <a:ext cx="7955775" cy="3444240"/>
          </a:xfrm>
          <a:prstGeom prst="roundRect">
            <a:avLst/>
          </a:prstGeom>
          <a:solidFill>
            <a:schemeClr val="accent1">
              <a:lumMod val="75000"/>
            </a:schemeClr>
          </a:solidFill>
          <a:ln>
            <a:noFill/>
          </a:ln>
          <a:effectLst>
            <a:outerShdw blurRad="762000" dist="152400" dir="8100000" algn="tr"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sp>
        <p:nvSpPr>
          <p:cNvPr id="5" name="Rectangle: Rounded Corners 4">
            <a:extLst>
              <a:ext uri="{FF2B5EF4-FFF2-40B4-BE49-F238E27FC236}">
                <a16:creationId xmlns:a16="http://schemas.microsoft.com/office/drawing/2014/main" id="{656FC992-F851-E597-401E-6742AC55CAA6}"/>
              </a:ext>
            </a:extLst>
          </p:cNvPr>
          <p:cNvSpPr/>
          <p:nvPr/>
        </p:nvSpPr>
        <p:spPr>
          <a:xfrm>
            <a:off x="3224926" y="1247148"/>
            <a:ext cx="3330563" cy="2533650"/>
          </a:xfrm>
          <a:prstGeom prst="round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06" name="Groupe 105">
            <a:extLst>
              <a:ext uri="{FF2B5EF4-FFF2-40B4-BE49-F238E27FC236}">
                <a16:creationId xmlns:a16="http://schemas.microsoft.com/office/drawing/2014/main" id="{52A736C3-EA4F-43EA-97F8-79A778549E7C}"/>
              </a:ext>
            </a:extLst>
          </p:cNvPr>
          <p:cNvGrpSpPr/>
          <p:nvPr/>
        </p:nvGrpSpPr>
        <p:grpSpPr>
          <a:xfrm>
            <a:off x="4969015" y="-7648600"/>
            <a:ext cx="3631181" cy="12792100"/>
            <a:chOff x="8403922" y="-10199200"/>
            <a:chExt cx="3392966" cy="17006400"/>
          </a:xfrm>
        </p:grpSpPr>
        <p:sp>
          <p:nvSpPr>
            <p:cNvPr id="71" name="Rectangle: Rounded Corners 70">
              <a:extLst>
                <a:ext uri="{FF2B5EF4-FFF2-40B4-BE49-F238E27FC236}">
                  <a16:creationId xmlns:a16="http://schemas.microsoft.com/office/drawing/2014/main" id="{41352157-6A9D-F028-2F9E-EDF85FFF0043}"/>
                </a:ext>
              </a:extLst>
            </p:cNvPr>
            <p:cNvSpPr/>
            <p:nvPr/>
          </p:nvSpPr>
          <p:spPr>
            <a:xfrm>
              <a:off x="8403922" y="-50800"/>
              <a:ext cx="3392966" cy="6858000"/>
            </a:xfrm>
            <a:prstGeom prst="roundRect">
              <a:avLst>
                <a:gd name="adj" fmla="val 0"/>
              </a:avLst>
            </a:prstGeom>
            <a:solidFill>
              <a:schemeClr val="tx1"/>
            </a:solidFill>
            <a:ln w="19050">
              <a:noFill/>
            </a:ln>
            <a:effectLst>
              <a:outerShdw blurRad="317500" dist="152400" dir="8100000" algn="tr" rotWithShape="0">
                <a:prstClr val="black">
                  <a:alpha val="8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en-US" sz="1350" kern="1200">
                <a:solidFill>
                  <a:prstClr val="white"/>
                </a:solidFill>
                <a:latin typeface="Calibri" panose="020F0502020204030204"/>
              </a:endParaRPr>
            </a:p>
          </p:txBody>
        </p:sp>
        <p:grpSp>
          <p:nvGrpSpPr>
            <p:cNvPr id="18" name="Groupe 17">
              <a:extLst>
                <a:ext uri="{FF2B5EF4-FFF2-40B4-BE49-F238E27FC236}">
                  <a16:creationId xmlns:a16="http://schemas.microsoft.com/office/drawing/2014/main" id="{1CD613A3-B1C9-40C1-BB56-77D7AF237384}"/>
                </a:ext>
              </a:extLst>
            </p:cNvPr>
            <p:cNvGrpSpPr/>
            <p:nvPr/>
          </p:nvGrpSpPr>
          <p:grpSpPr>
            <a:xfrm>
              <a:off x="8485420" y="-10199200"/>
              <a:ext cx="3077636" cy="15167524"/>
              <a:chOff x="7674970" y="1970796"/>
              <a:chExt cx="3077636" cy="15167524"/>
            </a:xfrm>
          </p:grpSpPr>
          <p:pic>
            <p:nvPicPr>
              <p:cNvPr id="43" name="Image 42">
                <a:extLst>
                  <a:ext uri="{FF2B5EF4-FFF2-40B4-BE49-F238E27FC236}">
                    <a16:creationId xmlns:a16="http://schemas.microsoft.com/office/drawing/2014/main" id="{34E43729-8035-4C9C-B5D2-241E0475E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4970" y="13797209"/>
                <a:ext cx="3077636" cy="3341111"/>
              </a:xfrm>
              <a:prstGeom prst="rect">
                <a:avLst/>
              </a:prstGeom>
            </p:spPr>
          </p:pic>
          <p:pic>
            <p:nvPicPr>
              <p:cNvPr id="15" name="Image 14">
                <a:extLst>
                  <a:ext uri="{FF2B5EF4-FFF2-40B4-BE49-F238E27FC236}">
                    <a16:creationId xmlns:a16="http://schemas.microsoft.com/office/drawing/2014/main" id="{0C1C9B86-A787-4827-9C25-9DA306E40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750" y="7861847"/>
                <a:ext cx="2928856" cy="3900104"/>
              </a:xfrm>
              <a:prstGeom prst="rect">
                <a:avLst/>
              </a:prstGeom>
            </p:spPr>
          </p:pic>
          <p:pic>
            <p:nvPicPr>
              <p:cNvPr id="40" name="Image 39">
                <a:extLst>
                  <a:ext uri="{FF2B5EF4-FFF2-40B4-BE49-F238E27FC236}">
                    <a16:creationId xmlns:a16="http://schemas.microsoft.com/office/drawing/2014/main" id="{30AC86E1-DAB0-477B-9A48-CD80DAB713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3750" y="1970796"/>
                <a:ext cx="2844249" cy="3744203"/>
              </a:xfrm>
              <a:prstGeom prst="rect">
                <a:avLst/>
              </a:prstGeom>
            </p:spPr>
          </p:pic>
        </p:grpSp>
      </p:grpSp>
      <p:sp>
        <p:nvSpPr>
          <p:cNvPr id="2" name="TextBox 1">
            <a:extLst>
              <a:ext uri="{FF2B5EF4-FFF2-40B4-BE49-F238E27FC236}">
                <a16:creationId xmlns:a16="http://schemas.microsoft.com/office/drawing/2014/main" id="{1C278E95-67E0-E4FD-E318-2591A531084B}"/>
              </a:ext>
            </a:extLst>
          </p:cNvPr>
          <p:cNvSpPr txBox="1"/>
          <p:nvPr/>
        </p:nvSpPr>
        <p:spPr>
          <a:xfrm>
            <a:off x="3489991" y="1337573"/>
            <a:ext cx="1479024" cy="246990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685800">
              <a:buClrTx/>
            </a:pPr>
            <a:r>
              <a:rPr lang="fr-FR" sz="1200" kern="1200" dirty="0">
                <a:solidFill>
                  <a:srgbClr val="E7E6E6"/>
                </a:solidFill>
                <a:latin typeface="Montserrat Medium" panose="00000600000000000000" pitchFamily="2" charset="0"/>
                <a:ea typeface="+mn-ea"/>
                <a:cs typeface="+mn-cs"/>
              </a:rPr>
              <a:t>Les ensembles de données avancés nécessitent divers prétraitements, tandis que les jeux plus simples et IoT privilégient la normalisation et la réduction de la redondance</a:t>
            </a:r>
            <a:endParaRPr lang="en-US" sz="1200" kern="1200" dirty="0">
              <a:solidFill>
                <a:srgbClr val="E7E6E6"/>
              </a:solidFill>
              <a:latin typeface="Montserrat Medium" panose="00000600000000000000" pitchFamily="2" charset="0"/>
              <a:ea typeface="+mn-ea"/>
              <a:cs typeface="Times New Roman"/>
            </a:endParaRPr>
          </a:p>
        </p:txBody>
      </p:sp>
      <p:grpSp>
        <p:nvGrpSpPr>
          <p:cNvPr id="108" name="Groupe 107">
            <a:extLst>
              <a:ext uri="{FF2B5EF4-FFF2-40B4-BE49-F238E27FC236}">
                <a16:creationId xmlns:a16="http://schemas.microsoft.com/office/drawing/2014/main" id="{38A2DCFD-FCBA-4801-9481-0B58C9C8CB1D}"/>
              </a:ext>
            </a:extLst>
          </p:cNvPr>
          <p:cNvGrpSpPr/>
          <p:nvPr/>
        </p:nvGrpSpPr>
        <p:grpSpPr>
          <a:xfrm rot="7447004">
            <a:off x="-6044" y="790629"/>
            <a:ext cx="3131021" cy="3201243"/>
            <a:chOff x="988758" y="1310068"/>
            <a:chExt cx="4174694" cy="4268324"/>
          </a:xfrm>
        </p:grpSpPr>
        <p:grpSp>
          <p:nvGrpSpPr>
            <p:cNvPr id="109" name="Group 52">
              <a:extLst>
                <a:ext uri="{FF2B5EF4-FFF2-40B4-BE49-F238E27FC236}">
                  <a16:creationId xmlns:a16="http://schemas.microsoft.com/office/drawing/2014/main" id="{A814ACC2-09D7-446A-BC00-BA94563624CF}"/>
                </a:ext>
              </a:extLst>
            </p:cNvPr>
            <p:cNvGrpSpPr/>
            <p:nvPr/>
          </p:nvGrpSpPr>
          <p:grpSpPr>
            <a:xfrm rot="1800000">
              <a:off x="1705553" y="1310068"/>
              <a:ext cx="3457899" cy="2327013"/>
              <a:chOff x="3549211" y="685800"/>
              <a:chExt cx="4881739" cy="3285195"/>
            </a:xfrm>
            <a:solidFill>
              <a:schemeClr val="accent3">
                <a:lumMod val="20000"/>
                <a:lumOff val="80000"/>
              </a:schemeClr>
            </a:solidFill>
          </p:grpSpPr>
          <p:sp>
            <p:nvSpPr>
              <p:cNvPr id="137" name="Freeform: Shape 34">
                <a:extLst>
                  <a:ext uri="{FF2B5EF4-FFF2-40B4-BE49-F238E27FC236}">
                    <a16:creationId xmlns:a16="http://schemas.microsoft.com/office/drawing/2014/main" id="{FB683E5A-9DE9-4402-8304-1B20166CB297}"/>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8" name="Freeform: Shape 45">
                <a:extLst>
                  <a:ext uri="{FF2B5EF4-FFF2-40B4-BE49-F238E27FC236}">
                    <a16:creationId xmlns:a16="http://schemas.microsoft.com/office/drawing/2014/main" id="{57D47AAA-C9AD-4E42-B636-11ABF17CBF4C}"/>
                  </a:ext>
                </a:extLst>
              </p:cNvPr>
              <p:cNvSpPr/>
              <p:nvPr/>
            </p:nvSpPr>
            <p:spPr>
              <a:xfrm>
                <a:off x="3549211" y="685800"/>
                <a:ext cx="4881739" cy="3285195"/>
              </a:xfrm>
              <a:custGeom>
                <a:avLst/>
                <a:gdLst>
                  <a:gd name="connsiteX0" fmla="*/ 251202 w 4881739"/>
                  <a:gd name="connsiteY0" fmla="*/ 1250406 h 3285195"/>
                  <a:gd name="connsiteX1" fmla="*/ 242023 w 4881739"/>
                  <a:gd name="connsiteY1" fmla="*/ 1261945 h 3285195"/>
                  <a:gd name="connsiteX2" fmla="*/ 250775 w 4881739"/>
                  <a:gd name="connsiteY2" fmla="*/ 1251288 h 3285195"/>
                  <a:gd name="connsiteX3" fmla="*/ 2546789 w 4881739"/>
                  <a:gd name="connsiteY3" fmla="*/ 0 h 3285195"/>
                  <a:gd name="connsiteX4" fmla="*/ 4821494 w 4881739"/>
                  <a:gd name="connsiteY4" fmla="*/ 1209451 h 3285195"/>
                  <a:gd name="connsiteX5" fmla="*/ 4881739 w 4881739"/>
                  <a:gd name="connsiteY5" fmla="*/ 1308618 h 3285195"/>
                  <a:gd name="connsiteX6" fmla="*/ 4851556 w 4881739"/>
                  <a:gd name="connsiteY6" fmla="*/ 1261945 h 3285195"/>
                  <a:gd name="connsiteX7" fmla="*/ 3179984 w 4881739"/>
                  <a:gd name="connsiteY7" fmla="*/ 904702 h 3285195"/>
                  <a:gd name="connsiteX8" fmla="*/ 2559648 w 4881739"/>
                  <a:gd name="connsiteY8" fmla="*/ 1798860 h 3285195"/>
                  <a:gd name="connsiteX9" fmla="*/ 2546790 w 4881739"/>
                  <a:gd name="connsiteY9" fmla="*/ 1906880 h 3285195"/>
                  <a:gd name="connsiteX10" fmla="*/ 2545154 w 4881739"/>
                  <a:gd name="connsiteY10" fmla="*/ 1920619 h 3285195"/>
                  <a:gd name="connsiteX11" fmla="*/ 2542407 w 4881739"/>
                  <a:gd name="connsiteY11" fmla="*/ 2043648 h 3285195"/>
                  <a:gd name="connsiteX12" fmla="*/ 2546790 w 4881739"/>
                  <a:gd name="connsiteY12" fmla="*/ 2102225 h 3285195"/>
                  <a:gd name="connsiteX13" fmla="*/ 2541938 w 4881739"/>
                  <a:gd name="connsiteY13" fmla="*/ 2167071 h 3285195"/>
                  <a:gd name="connsiteX14" fmla="*/ 2380492 w 4881739"/>
                  <a:gd name="connsiteY14" fmla="*/ 2647188 h 3285195"/>
                  <a:gd name="connsiteX15" fmla="*/ 2045422 w 4881739"/>
                  <a:gd name="connsiteY15" fmla="*/ 3027063 h 3285195"/>
                  <a:gd name="connsiteX16" fmla="*/ 1991692 w 4881739"/>
                  <a:gd name="connsiteY16" fmla="*/ 3063686 h 3285195"/>
                  <a:gd name="connsiteX17" fmla="*/ 1938768 w 4881739"/>
                  <a:gd name="connsiteY17" fmla="*/ 3089181 h 3285195"/>
                  <a:gd name="connsiteX18" fmla="*/ 1833596 w 4881739"/>
                  <a:gd name="connsiteY18" fmla="*/ 3153074 h 3285195"/>
                  <a:gd name="connsiteX19" fmla="*/ 1822515 w 4881739"/>
                  <a:gd name="connsiteY19" fmla="*/ 3161360 h 3285195"/>
                  <a:gd name="connsiteX20" fmla="*/ 1722538 w 4881739"/>
                  <a:gd name="connsiteY20" fmla="*/ 3204234 h 3285195"/>
                  <a:gd name="connsiteX21" fmla="*/ 638006 w 4881739"/>
                  <a:gd name="connsiteY21" fmla="*/ 3114086 h 3285195"/>
                  <a:gd name="connsiteX22" fmla="*/ 111602 w 4881739"/>
                  <a:gd name="connsiteY22" fmla="*/ 1487841 h 3285195"/>
                  <a:gd name="connsiteX23" fmla="*/ 157897 w 4881739"/>
                  <a:gd name="connsiteY23" fmla="*/ 1397409 h 3285195"/>
                  <a:gd name="connsiteX24" fmla="*/ 211823 w 4881739"/>
                  <a:gd name="connsiteY24" fmla="*/ 1308643 h 3285195"/>
                  <a:gd name="connsiteX25" fmla="*/ 272084 w 4881739"/>
                  <a:gd name="connsiteY25" fmla="*/ 1209451 h 3285195"/>
                  <a:gd name="connsiteX26" fmla="*/ 2546789 w 4881739"/>
                  <a:gd name="connsiteY26" fmla="*/ 0 h 328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81739" h="3285195">
                    <a:moveTo>
                      <a:pt x="251202" y="1250406"/>
                    </a:moveTo>
                    <a:lnTo>
                      <a:pt x="242023" y="1261945"/>
                    </a:lnTo>
                    <a:lnTo>
                      <a:pt x="250775" y="1251288"/>
                    </a:lnTo>
                    <a:close/>
                    <a:moveTo>
                      <a:pt x="2546789" y="0"/>
                    </a:moveTo>
                    <a:cubicBezTo>
                      <a:pt x="3493682" y="0"/>
                      <a:pt x="4328521" y="479755"/>
                      <a:pt x="4821494" y="1209451"/>
                    </a:cubicBezTo>
                    <a:lnTo>
                      <a:pt x="4881739" y="1308618"/>
                    </a:lnTo>
                    <a:lnTo>
                      <a:pt x="4851556" y="1261945"/>
                    </a:lnTo>
                    <a:cubicBezTo>
                      <a:pt x="4473373" y="737559"/>
                      <a:pt x="3751958" y="574473"/>
                      <a:pt x="3179984" y="904702"/>
                    </a:cubicBezTo>
                    <a:cubicBezTo>
                      <a:pt x="2836801" y="1102839"/>
                      <a:pt x="2620517" y="1436365"/>
                      <a:pt x="2559648" y="1798860"/>
                    </a:cubicBezTo>
                    <a:lnTo>
                      <a:pt x="2546790" y="1906880"/>
                    </a:lnTo>
                    <a:lnTo>
                      <a:pt x="2545154" y="1920619"/>
                    </a:lnTo>
                    <a:cubicBezTo>
                      <a:pt x="2542268" y="1961466"/>
                      <a:pt x="2541339" y="2002524"/>
                      <a:pt x="2542407" y="2043648"/>
                    </a:cubicBezTo>
                    <a:lnTo>
                      <a:pt x="2546790" y="2102225"/>
                    </a:lnTo>
                    <a:lnTo>
                      <a:pt x="2541938" y="2167071"/>
                    </a:lnTo>
                    <a:cubicBezTo>
                      <a:pt x="2521534" y="2331509"/>
                      <a:pt x="2468553" y="2494662"/>
                      <a:pt x="2380492" y="2647188"/>
                    </a:cubicBezTo>
                    <a:cubicBezTo>
                      <a:pt x="2292431" y="2799714"/>
                      <a:pt x="2177627" y="2927174"/>
                      <a:pt x="2045422" y="3027063"/>
                    </a:cubicBezTo>
                    <a:lnTo>
                      <a:pt x="1991692" y="3063686"/>
                    </a:lnTo>
                    <a:lnTo>
                      <a:pt x="1938768" y="3089181"/>
                    </a:lnTo>
                    <a:cubicBezTo>
                      <a:pt x="1902620" y="3108818"/>
                      <a:pt x="1867527" y="3130151"/>
                      <a:pt x="1833596" y="3153074"/>
                    </a:cubicBezTo>
                    <a:lnTo>
                      <a:pt x="1822515" y="3161360"/>
                    </a:lnTo>
                    <a:lnTo>
                      <a:pt x="1722538" y="3204234"/>
                    </a:lnTo>
                    <a:cubicBezTo>
                      <a:pt x="1378174" y="3332768"/>
                      <a:pt x="981190" y="3312223"/>
                      <a:pt x="638006" y="3114086"/>
                    </a:cubicBezTo>
                    <a:cubicBezTo>
                      <a:pt x="66033" y="2783857"/>
                      <a:pt x="-153439" y="2077551"/>
                      <a:pt x="111602" y="1487841"/>
                    </a:cubicBezTo>
                    <a:lnTo>
                      <a:pt x="157897" y="1397409"/>
                    </a:lnTo>
                    <a:lnTo>
                      <a:pt x="211823" y="1308643"/>
                    </a:lnTo>
                    <a:lnTo>
                      <a:pt x="272084" y="1209451"/>
                    </a:lnTo>
                    <a:cubicBezTo>
                      <a:pt x="765057" y="479755"/>
                      <a:pt x="1599897" y="0"/>
                      <a:pt x="2546789" y="0"/>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grpSp>
        <p:grpSp>
          <p:nvGrpSpPr>
            <p:cNvPr id="110" name="Groupe 109">
              <a:extLst>
                <a:ext uri="{FF2B5EF4-FFF2-40B4-BE49-F238E27FC236}">
                  <a16:creationId xmlns:a16="http://schemas.microsoft.com/office/drawing/2014/main" id="{F1CA3270-633F-481E-9616-9988B512E208}"/>
                </a:ext>
              </a:extLst>
            </p:cNvPr>
            <p:cNvGrpSpPr/>
            <p:nvPr/>
          </p:nvGrpSpPr>
          <p:grpSpPr>
            <a:xfrm>
              <a:off x="988758" y="1465499"/>
              <a:ext cx="4081271" cy="4112893"/>
              <a:chOff x="988758" y="1465499"/>
              <a:chExt cx="4081271" cy="4112893"/>
            </a:xfrm>
          </p:grpSpPr>
          <p:grpSp>
            <p:nvGrpSpPr>
              <p:cNvPr id="111" name="Group 51">
                <a:extLst>
                  <a:ext uri="{FF2B5EF4-FFF2-40B4-BE49-F238E27FC236}">
                    <a16:creationId xmlns:a16="http://schemas.microsoft.com/office/drawing/2014/main" id="{096D7F4C-E19F-4CD2-A509-E0F31F70135C}"/>
                  </a:ext>
                </a:extLst>
              </p:cNvPr>
              <p:cNvGrpSpPr/>
              <p:nvPr/>
            </p:nvGrpSpPr>
            <p:grpSpPr>
              <a:xfrm rot="1800000">
                <a:off x="2859889" y="2180034"/>
                <a:ext cx="1943099" cy="3398358"/>
                <a:chOff x="6096002" y="1367934"/>
                <a:chExt cx="2743199" cy="4797682"/>
              </a:xfrm>
              <a:solidFill>
                <a:schemeClr val="accent3">
                  <a:lumMod val="20000"/>
                  <a:lumOff val="80000"/>
                </a:schemeClr>
              </a:solidFill>
            </p:grpSpPr>
            <p:sp>
              <p:nvSpPr>
                <p:cNvPr id="135" name="Freeform: Shape 35">
                  <a:extLst>
                    <a:ext uri="{FF2B5EF4-FFF2-40B4-BE49-F238E27FC236}">
                      <a16:creationId xmlns:a16="http://schemas.microsoft.com/office/drawing/2014/main" id="{AFD87DAE-D897-476E-B448-9418F841D27C}"/>
                    </a:ext>
                  </a:extLst>
                </p:cNvPr>
                <p:cNvSpPr/>
                <p:nvPr/>
              </p:nvSpPr>
              <p:spPr>
                <a:xfrm>
                  <a:off x="6096002" y="1419393"/>
                  <a:ext cx="2743198" cy="474622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outerShdw blurRad="317500" dist="1524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6" name="Freeform: Shape 50">
                  <a:extLst>
                    <a:ext uri="{FF2B5EF4-FFF2-40B4-BE49-F238E27FC236}">
                      <a16:creationId xmlns:a16="http://schemas.microsoft.com/office/drawing/2014/main" id="{E13DE6C4-06AE-4233-9845-1FFD682EDA30}"/>
                    </a:ext>
                  </a:extLst>
                </p:cNvPr>
                <p:cNvSpPr/>
                <p:nvPr/>
              </p:nvSpPr>
              <p:spPr>
                <a:xfrm>
                  <a:off x="6096003" y="1367934"/>
                  <a:ext cx="2743198" cy="4797682"/>
                </a:xfrm>
                <a:custGeom>
                  <a:avLst/>
                  <a:gdLst>
                    <a:gd name="connsiteX0" fmla="*/ 1236734 w 2743198"/>
                    <a:gd name="connsiteY0" fmla="*/ 429 h 4746222"/>
                    <a:gd name="connsiteX1" fmla="*/ 2304766 w 2743198"/>
                    <a:gd name="connsiteY1" fmla="*/ 528352 h 4746222"/>
                    <a:gd name="connsiteX2" fmla="*/ 2334949 w 2743198"/>
                    <a:gd name="connsiteY2" fmla="*/ 575025 h 4746222"/>
                    <a:gd name="connsiteX3" fmla="*/ 2388898 w 2743198"/>
                    <a:gd name="connsiteY3" fmla="*/ 663826 h 4746222"/>
                    <a:gd name="connsiteX4" fmla="*/ 2388903 w 2743198"/>
                    <a:gd name="connsiteY4" fmla="*/ 663837 h 4746222"/>
                    <a:gd name="connsiteX5" fmla="*/ 2412109 w 2743198"/>
                    <a:gd name="connsiteY5" fmla="*/ 702035 h 4746222"/>
                    <a:gd name="connsiteX6" fmla="*/ 2743198 w 2743198"/>
                    <a:gd name="connsiteY6" fmla="*/ 2009607 h 4746222"/>
                    <a:gd name="connsiteX7" fmla="*/ 280475 w 2743198"/>
                    <a:gd name="connsiteY7" fmla="*/ 4738644 h 4746222"/>
                    <a:gd name="connsiteX8" fmla="*/ 130420 w 2743198"/>
                    <a:gd name="connsiteY8" fmla="*/ 4746222 h 4746222"/>
                    <a:gd name="connsiteX9" fmla="*/ 257074 w 2743198"/>
                    <a:gd name="connsiteY9" fmla="*/ 4726892 h 4746222"/>
                    <a:gd name="connsiteX10" fmla="*/ 1275586 w 2743198"/>
                    <a:gd name="connsiteY10" fmla="*/ 3477219 h 4746222"/>
                    <a:gd name="connsiteX11" fmla="*/ 811391 w 2743198"/>
                    <a:gd name="connsiteY11" fmla="*/ 2492913 h 4746222"/>
                    <a:gd name="connsiteX12" fmla="*/ 724271 w 2743198"/>
                    <a:gd name="connsiteY12" fmla="*/ 2427766 h 4746222"/>
                    <a:gd name="connsiteX13" fmla="*/ 787601 w 2743198"/>
                    <a:gd name="connsiteY13" fmla="*/ 2454925 h 4746222"/>
                    <a:gd name="connsiteX14" fmla="*/ 787601 w 2743198"/>
                    <a:gd name="connsiteY14" fmla="*/ 2454924 h 4746222"/>
                    <a:gd name="connsiteX15" fmla="*/ 724272 w 2743198"/>
                    <a:gd name="connsiteY15" fmla="*/ 2427766 h 4746222"/>
                    <a:gd name="connsiteX16" fmla="*/ 713192 w 2743198"/>
                    <a:gd name="connsiteY16" fmla="*/ 2419481 h 4746222"/>
                    <a:gd name="connsiteX17" fmla="*/ 608020 w 2743198"/>
                    <a:gd name="connsiteY17" fmla="*/ 2355588 h 4746222"/>
                    <a:gd name="connsiteX18" fmla="*/ 555099 w 2743198"/>
                    <a:gd name="connsiteY18" fmla="*/ 2330094 h 4746222"/>
                    <a:gd name="connsiteX19" fmla="*/ 501367 w 2743198"/>
                    <a:gd name="connsiteY19" fmla="*/ 2293470 h 4746222"/>
                    <a:gd name="connsiteX20" fmla="*/ 166297 w 2743198"/>
                    <a:gd name="connsiteY20" fmla="*/ 1913595 h 4746222"/>
                    <a:gd name="connsiteX21" fmla="*/ 4851 w 2743198"/>
                    <a:gd name="connsiteY21" fmla="*/ 1433478 h 4746222"/>
                    <a:gd name="connsiteX22" fmla="*/ 0 w 2743198"/>
                    <a:gd name="connsiteY22" fmla="*/ 1368632 h 4746222"/>
                    <a:gd name="connsiteX23" fmla="*/ 4382 w 2743198"/>
                    <a:gd name="connsiteY23" fmla="*/ 1310055 h 4746222"/>
                    <a:gd name="connsiteX24" fmla="*/ 1635 w 2743198"/>
                    <a:gd name="connsiteY24" fmla="*/ 1187026 h 4746222"/>
                    <a:gd name="connsiteX25" fmla="*/ 0 w 2743198"/>
                    <a:gd name="connsiteY25" fmla="*/ 1173287 h 4746222"/>
                    <a:gd name="connsiteX26" fmla="*/ 12858 w 2743198"/>
                    <a:gd name="connsiteY26" fmla="*/ 1065267 h 4746222"/>
                    <a:gd name="connsiteX27" fmla="*/ 633194 w 2743198"/>
                    <a:gd name="connsiteY27" fmla="*/ 171109 h 4746222"/>
                    <a:gd name="connsiteX28" fmla="*/ 1236734 w 2743198"/>
                    <a:gd name="connsiteY28" fmla="*/ 429 h 4746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43198" h="4746222">
                      <a:moveTo>
                        <a:pt x="1236734" y="429"/>
                      </a:moveTo>
                      <a:cubicBezTo>
                        <a:pt x="1647974" y="-10252"/>
                        <a:pt x="2052644" y="178761"/>
                        <a:pt x="2304766" y="528352"/>
                      </a:cubicBezTo>
                      <a:lnTo>
                        <a:pt x="2334949" y="575025"/>
                      </a:lnTo>
                      <a:lnTo>
                        <a:pt x="2388898" y="663826"/>
                      </a:lnTo>
                      <a:lnTo>
                        <a:pt x="2388903" y="663837"/>
                      </a:lnTo>
                      <a:lnTo>
                        <a:pt x="2412109" y="702035"/>
                      </a:lnTo>
                      <a:cubicBezTo>
                        <a:pt x="2623259" y="1090728"/>
                        <a:pt x="2743198" y="1536161"/>
                        <a:pt x="2743198" y="2009607"/>
                      </a:cubicBezTo>
                      <a:cubicBezTo>
                        <a:pt x="2743198" y="3429946"/>
                        <a:pt x="1663750" y="4598165"/>
                        <a:pt x="280475" y="4738644"/>
                      </a:cubicBezTo>
                      <a:lnTo>
                        <a:pt x="130420" y="4746222"/>
                      </a:lnTo>
                      <a:lnTo>
                        <a:pt x="257074" y="4726892"/>
                      </a:lnTo>
                      <a:cubicBezTo>
                        <a:pt x="838338" y="4607948"/>
                        <a:pt x="1275586" y="4093646"/>
                        <a:pt x="1275586" y="3477219"/>
                      </a:cubicBezTo>
                      <a:cubicBezTo>
                        <a:pt x="1275586" y="3080945"/>
                        <a:pt x="1094887" y="2726875"/>
                        <a:pt x="811391" y="2492913"/>
                      </a:cubicBezTo>
                      <a:lnTo>
                        <a:pt x="724271" y="2427766"/>
                      </a:lnTo>
                      <a:lnTo>
                        <a:pt x="787601" y="2454925"/>
                      </a:lnTo>
                      <a:lnTo>
                        <a:pt x="787601" y="2454924"/>
                      </a:lnTo>
                      <a:lnTo>
                        <a:pt x="724272" y="2427766"/>
                      </a:lnTo>
                      <a:lnTo>
                        <a:pt x="713192" y="2419481"/>
                      </a:lnTo>
                      <a:cubicBezTo>
                        <a:pt x="679262" y="2396558"/>
                        <a:pt x="644169" y="2375225"/>
                        <a:pt x="608020" y="2355588"/>
                      </a:cubicBezTo>
                      <a:lnTo>
                        <a:pt x="555099" y="2330094"/>
                      </a:lnTo>
                      <a:lnTo>
                        <a:pt x="501367" y="2293470"/>
                      </a:lnTo>
                      <a:cubicBezTo>
                        <a:pt x="369163" y="2193581"/>
                        <a:pt x="254358" y="2066121"/>
                        <a:pt x="166297" y="1913595"/>
                      </a:cubicBezTo>
                      <a:cubicBezTo>
                        <a:pt x="78236" y="1761069"/>
                        <a:pt x="25255" y="1597916"/>
                        <a:pt x="4851" y="1433478"/>
                      </a:cubicBezTo>
                      <a:lnTo>
                        <a:pt x="0" y="1368632"/>
                      </a:lnTo>
                      <a:lnTo>
                        <a:pt x="4382" y="1310055"/>
                      </a:lnTo>
                      <a:cubicBezTo>
                        <a:pt x="5451" y="1268931"/>
                        <a:pt x="4522" y="1227873"/>
                        <a:pt x="1635" y="1187026"/>
                      </a:cubicBezTo>
                      <a:lnTo>
                        <a:pt x="0" y="1173287"/>
                      </a:lnTo>
                      <a:lnTo>
                        <a:pt x="12858" y="1065267"/>
                      </a:lnTo>
                      <a:cubicBezTo>
                        <a:pt x="73727" y="702772"/>
                        <a:pt x="290011" y="369246"/>
                        <a:pt x="633194" y="171109"/>
                      </a:cubicBezTo>
                      <a:cubicBezTo>
                        <a:pt x="823852" y="61033"/>
                        <a:pt x="1031115" y="5769"/>
                        <a:pt x="1236734" y="429"/>
                      </a:cubicBezTo>
                      <a:close/>
                    </a:path>
                  </a:pathLst>
                </a:custGeom>
                <a:grp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2" name="Groupe 111">
                <a:extLst>
                  <a:ext uri="{FF2B5EF4-FFF2-40B4-BE49-F238E27FC236}">
                    <a16:creationId xmlns:a16="http://schemas.microsoft.com/office/drawing/2014/main" id="{FA941251-8F67-48D5-8931-BC0A272435FB}"/>
                  </a:ext>
                </a:extLst>
              </p:cNvPr>
              <p:cNvGrpSpPr/>
              <p:nvPr/>
            </p:nvGrpSpPr>
            <p:grpSpPr>
              <a:xfrm>
                <a:off x="988758" y="1465499"/>
                <a:ext cx="4081271" cy="3337640"/>
                <a:chOff x="988758" y="1465499"/>
                <a:chExt cx="4081271" cy="3337640"/>
              </a:xfrm>
            </p:grpSpPr>
            <p:grpSp>
              <p:nvGrpSpPr>
                <p:cNvPr id="113" name="Groupe 112">
                  <a:extLst>
                    <a:ext uri="{FF2B5EF4-FFF2-40B4-BE49-F238E27FC236}">
                      <a16:creationId xmlns:a16="http://schemas.microsoft.com/office/drawing/2014/main" id="{200430FC-9BAC-449F-A69F-B4383FA4B6BE}"/>
                    </a:ext>
                  </a:extLst>
                </p:cNvPr>
                <p:cNvGrpSpPr/>
                <p:nvPr/>
              </p:nvGrpSpPr>
              <p:grpSpPr>
                <a:xfrm>
                  <a:off x="988758" y="1906770"/>
                  <a:ext cx="2846642" cy="2896369"/>
                  <a:chOff x="988758" y="1906770"/>
                  <a:chExt cx="2846642" cy="2896369"/>
                </a:xfrm>
              </p:grpSpPr>
              <p:sp>
                <p:nvSpPr>
                  <p:cNvPr id="133" name="Freeform: Shape 27">
                    <a:extLst>
                      <a:ext uri="{FF2B5EF4-FFF2-40B4-BE49-F238E27FC236}">
                        <a16:creationId xmlns:a16="http://schemas.microsoft.com/office/drawing/2014/main" id="{363D3226-37A4-4DF2-9304-DD5A2423A5A2}"/>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outerShdw blurRad="317500" dist="1524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34" name="Freeform: Shape 53">
                    <a:extLst>
                      <a:ext uri="{FF2B5EF4-FFF2-40B4-BE49-F238E27FC236}">
                        <a16:creationId xmlns:a16="http://schemas.microsoft.com/office/drawing/2014/main" id="{61BC2D89-7AED-4C1A-82E4-F72205A9B177}"/>
                      </a:ext>
                    </a:extLst>
                  </p:cNvPr>
                  <p:cNvSpPr/>
                  <p:nvPr/>
                </p:nvSpPr>
                <p:spPr>
                  <a:xfrm rot="1800000">
                    <a:off x="988758" y="1906770"/>
                    <a:ext cx="2846642" cy="2896369"/>
                  </a:xfrm>
                  <a:custGeom>
                    <a:avLst/>
                    <a:gdLst>
                      <a:gd name="connsiteX0" fmla="*/ 354308 w 4018788"/>
                      <a:gd name="connsiteY0" fmla="*/ 0 h 4088991"/>
                      <a:gd name="connsiteX1" fmla="*/ 308013 w 4018788"/>
                      <a:gd name="connsiteY1" fmla="*/ 90432 h 4088991"/>
                      <a:gd name="connsiteX2" fmla="*/ 834417 w 4018788"/>
                      <a:gd name="connsiteY2" fmla="*/ 1716677 h 4088991"/>
                      <a:gd name="connsiteX3" fmla="*/ 1918949 w 4018788"/>
                      <a:gd name="connsiteY3" fmla="*/ 1806825 h 4088991"/>
                      <a:gd name="connsiteX4" fmla="*/ 2018926 w 4018788"/>
                      <a:gd name="connsiteY4" fmla="*/ 1763951 h 4088991"/>
                      <a:gd name="connsiteX5" fmla="*/ 2031642 w 4018788"/>
                      <a:gd name="connsiteY5" fmla="*/ 1758498 h 4088991"/>
                      <a:gd name="connsiteX6" fmla="*/ 2139562 w 4018788"/>
                      <a:gd name="connsiteY6" fmla="*/ 1699363 h 4088991"/>
                      <a:gd name="connsiteX7" fmla="*/ 2188103 w 4018788"/>
                      <a:gd name="connsiteY7" fmla="*/ 1666277 h 4088991"/>
                      <a:gd name="connsiteX8" fmla="*/ 2246684 w 4018788"/>
                      <a:gd name="connsiteY8" fmla="*/ 1638057 h 4088991"/>
                      <a:gd name="connsiteX9" fmla="*/ 2743200 w 4018788"/>
                      <a:gd name="connsiteY9" fmla="*/ 1537815 h 4088991"/>
                      <a:gd name="connsiteX10" fmla="*/ 3239717 w 4018788"/>
                      <a:gd name="connsiteY10" fmla="*/ 1638057 h 4088991"/>
                      <a:gd name="connsiteX11" fmla="*/ 3298300 w 4018788"/>
                      <a:gd name="connsiteY11" fmla="*/ 1666278 h 4088991"/>
                      <a:gd name="connsiteX12" fmla="*/ 3346839 w 4018788"/>
                      <a:gd name="connsiteY12" fmla="*/ 1699363 h 4088991"/>
                      <a:gd name="connsiteX13" fmla="*/ 3454759 w 4018788"/>
                      <a:gd name="connsiteY13" fmla="*/ 1758498 h 4088991"/>
                      <a:gd name="connsiteX14" fmla="*/ 3467473 w 4018788"/>
                      <a:gd name="connsiteY14" fmla="*/ 1763950 h 4088991"/>
                      <a:gd name="connsiteX15" fmla="*/ 3554593 w 4018788"/>
                      <a:gd name="connsiteY15" fmla="*/ 1829097 h 4088991"/>
                      <a:gd name="connsiteX16" fmla="*/ 4018788 w 4018788"/>
                      <a:gd name="connsiteY16" fmla="*/ 2813403 h 4088991"/>
                      <a:gd name="connsiteX17" fmla="*/ 2743200 w 4018788"/>
                      <a:gd name="connsiteY17" fmla="*/ 4088991 h 4088991"/>
                      <a:gd name="connsiteX18" fmla="*/ 2612779 w 4018788"/>
                      <a:gd name="connsiteY18" fmla="*/ 4082406 h 4088991"/>
                      <a:gd name="connsiteX19" fmla="*/ 2612778 w 4018788"/>
                      <a:gd name="connsiteY19" fmla="*/ 4082405 h 4088991"/>
                      <a:gd name="connsiteX20" fmla="*/ 2462724 w 4018788"/>
                      <a:gd name="connsiteY20" fmla="*/ 4074828 h 4088991"/>
                      <a:gd name="connsiteX21" fmla="*/ 0 w 4018788"/>
                      <a:gd name="connsiteY21" fmla="*/ 1345791 h 4088991"/>
                      <a:gd name="connsiteX22" fmla="*/ 331089 w 4018788"/>
                      <a:gd name="connsiteY22" fmla="*/ 38219 h 408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18788" h="4088991">
                        <a:moveTo>
                          <a:pt x="354308" y="0"/>
                        </a:moveTo>
                        <a:lnTo>
                          <a:pt x="308013" y="90432"/>
                        </a:lnTo>
                        <a:cubicBezTo>
                          <a:pt x="42972" y="680142"/>
                          <a:pt x="262444" y="1386448"/>
                          <a:pt x="834417" y="1716677"/>
                        </a:cubicBezTo>
                        <a:cubicBezTo>
                          <a:pt x="1177601" y="1914814"/>
                          <a:pt x="1574585" y="1935359"/>
                          <a:pt x="1918949" y="1806825"/>
                        </a:cubicBezTo>
                        <a:lnTo>
                          <a:pt x="2018926" y="1763951"/>
                        </a:lnTo>
                        <a:lnTo>
                          <a:pt x="2031642" y="1758498"/>
                        </a:lnTo>
                        <a:cubicBezTo>
                          <a:pt x="2068460" y="1740575"/>
                          <a:pt x="2104482" y="1720850"/>
                          <a:pt x="2139562" y="1699363"/>
                        </a:cubicBezTo>
                        <a:lnTo>
                          <a:pt x="2188103" y="1666277"/>
                        </a:lnTo>
                        <a:lnTo>
                          <a:pt x="2246684" y="1638057"/>
                        </a:lnTo>
                        <a:cubicBezTo>
                          <a:pt x="2399293" y="1573509"/>
                          <a:pt x="2567078" y="1537815"/>
                          <a:pt x="2743200" y="1537815"/>
                        </a:cubicBezTo>
                        <a:cubicBezTo>
                          <a:pt x="2919322" y="1537815"/>
                          <a:pt x="3087107" y="1573509"/>
                          <a:pt x="3239717" y="1638057"/>
                        </a:cubicBezTo>
                        <a:lnTo>
                          <a:pt x="3298300" y="1666278"/>
                        </a:lnTo>
                        <a:lnTo>
                          <a:pt x="3346839" y="1699363"/>
                        </a:lnTo>
                        <a:cubicBezTo>
                          <a:pt x="3381919" y="1720850"/>
                          <a:pt x="3417941" y="1740575"/>
                          <a:pt x="3454759" y="1758498"/>
                        </a:cubicBezTo>
                        <a:lnTo>
                          <a:pt x="3467473" y="1763950"/>
                        </a:lnTo>
                        <a:lnTo>
                          <a:pt x="3554593" y="1829097"/>
                        </a:lnTo>
                        <a:cubicBezTo>
                          <a:pt x="3838089" y="2063059"/>
                          <a:pt x="4018788" y="2417129"/>
                          <a:pt x="4018788" y="2813403"/>
                        </a:cubicBezTo>
                        <a:cubicBezTo>
                          <a:pt x="4018788" y="3517891"/>
                          <a:pt x="3447688" y="4088991"/>
                          <a:pt x="2743200" y="4088991"/>
                        </a:cubicBezTo>
                        <a:cubicBezTo>
                          <a:pt x="2699170" y="4088991"/>
                          <a:pt x="2655660" y="4086760"/>
                          <a:pt x="2612779" y="4082406"/>
                        </a:cubicBezTo>
                        <a:lnTo>
                          <a:pt x="2612778" y="4082405"/>
                        </a:lnTo>
                        <a:lnTo>
                          <a:pt x="2462724" y="4074828"/>
                        </a:lnTo>
                        <a:cubicBezTo>
                          <a:pt x="1079448" y="3934349"/>
                          <a:pt x="0" y="2766130"/>
                          <a:pt x="0" y="1345791"/>
                        </a:cubicBezTo>
                        <a:cubicBezTo>
                          <a:pt x="0" y="872345"/>
                          <a:pt x="119939" y="426912"/>
                          <a:pt x="331089" y="38219"/>
                        </a:cubicBezTo>
                        <a:close/>
                      </a:path>
                    </a:pathLst>
                  </a:custGeom>
                  <a:solidFill>
                    <a:schemeClr val="accent3">
                      <a:lumMod val="20000"/>
                      <a:lumOff val="80000"/>
                    </a:schemeClr>
                  </a:solidFill>
                  <a:ln w="57150">
                    <a:solidFill>
                      <a:schemeClr val="tx1">
                        <a:alpha val="5000"/>
                      </a:schemeClr>
                    </a:solidFill>
                  </a:ln>
                  <a:effectLst>
                    <a:innerShdw blurRad="762000">
                      <a:srgbClr val="00B0F0"/>
                    </a:inn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dirty="0">
                      <a:solidFill>
                        <a:prstClr val="white"/>
                      </a:solidFill>
                      <a:latin typeface="Calibri" panose="020F0502020204030204"/>
                    </a:endParaRPr>
                  </a:p>
                </p:txBody>
              </p:sp>
            </p:grpSp>
            <p:grpSp>
              <p:nvGrpSpPr>
                <p:cNvPr id="114" name="Groupe 113">
                  <a:extLst>
                    <a:ext uri="{FF2B5EF4-FFF2-40B4-BE49-F238E27FC236}">
                      <a16:creationId xmlns:a16="http://schemas.microsoft.com/office/drawing/2014/main" id="{B454F2C7-FAFA-49F0-9CD6-584046737CD5}"/>
                    </a:ext>
                  </a:extLst>
                </p:cNvPr>
                <p:cNvGrpSpPr/>
                <p:nvPr/>
              </p:nvGrpSpPr>
              <p:grpSpPr>
                <a:xfrm>
                  <a:off x="2112195" y="1465499"/>
                  <a:ext cx="2957834" cy="2865850"/>
                  <a:chOff x="2112195" y="1465499"/>
                  <a:chExt cx="2957834" cy="2865850"/>
                </a:xfrm>
              </p:grpSpPr>
              <p:sp>
                <p:nvSpPr>
                  <p:cNvPr id="115" name="Freeform: Shape 22">
                    <a:extLst>
                      <a:ext uri="{FF2B5EF4-FFF2-40B4-BE49-F238E27FC236}">
                        <a16:creationId xmlns:a16="http://schemas.microsoft.com/office/drawing/2014/main" id="{BDD14598-2123-487F-B57B-20071316D7E3}"/>
                      </a:ext>
                    </a:extLst>
                  </p:cNvPr>
                  <p:cNvSpPr/>
                  <p:nvPr/>
                </p:nvSpPr>
                <p:spPr>
                  <a:xfrm rot="1800000">
                    <a:off x="5031815" y="3138515"/>
                    <a:ext cx="38214" cy="62901"/>
                  </a:xfrm>
                  <a:custGeom>
                    <a:avLst/>
                    <a:gdLst>
                      <a:gd name="connsiteX0" fmla="*/ 0 w 53949"/>
                      <a:gd name="connsiteY0" fmla="*/ 0 h 88801"/>
                      <a:gd name="connsiteX1" fmla="*/ 40731 w 53949"/>
                      <a:gd name="connsiteY1" fmla="*/ 62982 h 88801"/>
                      <a:gd name="connsiteX2" fmla="*/ 53949 w 53949"/>
                      <a:gd name="connsiteY2" fmla="*/ 88801 h 88801"/>
                      <a:gd name="connsiteX3" fmla="*/ 0 w 53949"/>
                      <a:gd name="connsiteY3" fmla="*/ 0 h 88801"/>
                    </a:gdLst>
                    <a:ahLst/>
                    <a:cxnLst>
                      <a:cxn ang="0">
                        <a:pos x="connsiteX0" y="connsiteY0"/>
                      </a:cxn>
                      <a:cxn ang="0">
                        <a:pos x="connsiteX1" y="connsiteY1"/>
                      </a:cxn>
                      <a:cxn ang="0">
                        <a:pos x="connsiteX2" y="connsiteY2"/>
                      </a:cxn>
                      <a:cxn ang="0">
                        <a:pos x="connsiteX3" y="connsiteY3"/>
                      </a:cxn>
                    </a:cxnLst>
                    <a:rect l="l" t="t" r="r" b="b"/>
                    <a:pathLst>
                      <a:path w="53949" h="88801">
                        <a:moveTo>
                          <a:pt x="0" y="0"/>
                        </a:moveTo>
                        <a:lnTo>
                          <a:pt x="40731" y="62982"/>
                        </a:lnTo>
                        <a:lnTo>
                          <a:pt x="53949" y="88801"/>
                        </a:lnTo>
                        <a:lnTo>
                          <a:pt x="0"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6" name="Freeform: Shape 21">
                    <a:extLst>
                      <a:ext uri="{FF2B5EF4-FFF2-40B4-BE49-F238E27FC236}">
                        <a16:creationId xmlns:a16="http://schemas.microsoft.com/office/drawing/2014/main" id="{2DB3E455-B2A0-4738-8D97-667C23366100}"/>
                      </a:ext>
                    </a:extLst>
                  </p:cNvPr>
                  <p:cNvSpPr/>
                  <p:nvPr/>
                </p:nvSpPr>
                <p:spPr>
                  <a:xfrm rot="1800000">
                    <a:off x="2134044" y="1465499"/>
                    <a:ext cx="38198" cy="62876"/>
                  </a:xfrm>
                  <a:custGeom>
                    <a:avLst/>
                    <a:gdLst>
                      <a:gd name="connsiteX0" fmla="*/ 53926 w 53926"/>
                      <a:gd name="connsiteY0" fmla="*/ 0 h 88766"/>
                      <a:gd name="connsiteX1" fmla="*/ 0 w 53926"/>
                      <a:gd name="connsiteY1" fmla="*/ 88766 h 88766"/>
                      <a:gd name="connsiteX2" fmla="*/ 13212 w 53926"/>
                      <a:gd name="connsiteY2" fmla="*/ 62957 h 88766"/>
                      <a:gd name="connsiteX3" fmla="*/ 53926 w 53926"/>
                      <a:gd name="connsiteY3" fmla="*/ 0 h 88766"/>
                    </a:gdLst>
                    <a:ahLst/>
                    <a:cxnLst>
                      <a:cxn ang="0">
                        <a:pos x="connsiteX0" y="connsiteY0"/>
                      </a:cxn>
                      <a:cxn ang="0">
                        <a:pos x="connsiteX1" y="connsiteY1"/>
                      </a:cxn>
                      <a:cxn ang="0">
                        <a:pos x="connsiteX2" y="connsiteY2"/>
                      </a:cxn>
                      <a:cxn ang="0">
                        <a:pos x="connsiteX3" y="connsiteY3"/>
                      </a:cxn>
                    </a:cxnLst>
                    <a:rect l="l" t="t" r="r" b="b"/>
                    <a:pathLst>
                      <a:path w="53926" h="88766">
                        <a:moveTo>
                          <a:pt x="53926" y="0"/>
                        </a:moveTo>
                        <a:lnTo>
                          <a:pt x="0" y="88766"/>
                        </a:lnTo>
                        <a:lnTo>
                          <a:pt x="13212" y="62957"/>
                        </a:lnTo>
                        <a:lnTo>
                          <a:pt x="53926" y="0"/>
                        </a:lnTo>
                        <a:close/>
                      </a:path>
                    </a:pathLst>
                  </a:custGeom>
                  <a:solidFill>
                    <a:schemeClr val="accent3">
                      <a:lumMod val="20000"/>
                      <a:lumOff val="80000"/>
                    </a:schemeClr>
                  </a:solidFill>
                  <a:ln w="57150">
                    <a:solidFill>
                      <a:schemeClr val="tx1">
                        <a:alpha val="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7" name="Freeform: Shape 18">
                    <a:extLst>
                      <a:ext uri="{FF2B5EF4-FFF2-40B4-BE49-F238E27FC236}">
                        <a16:creationId xmlns:a16="http://schemas.microsoft.com/office/drawing/2014/main" id="{8258ACA7-6EDD-4144-8AC6-9719B018041D}"/>
                      </a:ext>
                    </a:extLst>
                  </p:cNvPr>
                  <p:cNvSpPr/>
                  <p:nvPr/>
                </p:nvSpPr>
                <p:spPr>
                  <a:xfrm rot="1800000">
                    <a:off x="3367875" y="2663939"/>
                    <a:ext cx="6817" cy="138369"/>
                  </a:xfrm>
                  <a:custGeom>
                    <a:avLst/>
                    <a:gdLst>
                      <a:gd name="connsiteX0" fmla="*/ 4813 w 9624"/>
                      <a:gd name="connsiteY0" fmla="*/ 0 h 195345"/>
                      <a:gd name="connsiteX1" fmla="*/ 6448 w 9624"/>
                      <a:gd name="connsiteY1" fmla="*/ 13739 h 195345"/>
                      <a:gd name="connsiteX2" fmla="*/ 9195 w 9624"/>
                      <a:gd name="connsiteY2" fmla="*/ 136768 h 195345"/>
                      <a:gd name="connsiteX3" fmla="*/ 4813 w 9624"/>
                      <a:gd name="connsiteY3" fmla="*/ 195345 h 195345"/>
                      <a:gd name="connsiteX4" fmla="*/ 430 w 9624"/>
                      <a:gd name="connsiteY4" fmla="*/ 136768 h 195345"/>
                      <a:gd name="connsiteX5" fmla="*/ 3177 w 9624"/>
                      <a:gd name="connsiteY5" fmla="*/ 13739 h 195345"/>
                      <a:gd name="connsiteX6" fmla="*/ 4813 w 9624"/>
                      <a:gd name="connsiteY6" fmla="*/ 0 h 19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24" h="195345">
                        <a:moveTo>
                          <a:pt x="4813" y="0"/>
                        </a:moveTo>
                        <a:lnTo>
                          <a:pt x="6448" y="13739"/>
                        </a:lnTo>
                        <a:cubicBezTo>
                          <a:pt x="9335" y="54586"/>
                          <a:pt x="10264" y="95644"/>
                          <a:pt x="9195" y="136768"/>
                        </a:cubicBezTo>
                        <a:lnTo>
                          <a:pt x="4813" y="195345"/>
                        </a:lnTo>
                        <a:lnTo>
                          <a:pt x="430" y="136768"/>
                        </a:lnTo>
                        <a:cubicBezTo>
                          <a:pt x="-638" y="95644"/>
                          <a:pt x="291" y="54586"/>
                          <a:pt x="3177" y="13739"/>
                        </a:cubicBezTo>
                        <a:lnTo>
                          <a:pt x="4813"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8" name="Freeform: Shape 16">
                    <a:extLst>
                      <a:ext uri="{FF2B5EF4-FFF2-40B4-BE49-F238E27FC236}">
                        <a16:creationId xmlns:a16="http://schemas.microsoft.com/office/drawing/2014/main" id="{AA9E83BA-026B-44AF-9849-5F69BB8AF6CA}"/>
                      </a:ext>
                    </a:extLst>
                  </p:cNvPr>
                  <p:cNvSpPr/>
                  <p:nvPr/>
                </p:nvSpPr>
                <p:spPr>
                  <a:xfrm rot="1800000">
                    <a:off x="2526556" y="3151643"/>
                    <a:ext cx="119834" cy="69186"/>
                  </a:xfrm>
                  <a:custGeom>
                    <a:avLst/>
                    <a:gdLst>
                      <a:gd name="connsiteX0" fmla="*/ 169177 w 169177"/>
                      <a:gd name="connsiteY0" fmla="*/ 0 h 97674"/>
                      <a:gd name="connsiteX1" fmla="*/ 120636 w 169177"/>
                      <a:gd name="connsiteY1" fmla="*/ 33086 h 97674"/>
                      <a:gd name="connsiteX2" fmla="*/ 12716 w 169177"/>
                      <a:gd name="connsiteY2" fmla="*/ 92221 h 97674"/>
                      <a:gd name="connsiteX3" fmla="*/ 0 w 169177"/>
                      <a:gd name="connsiteY3" fmla="*/ 97674 h 97674"/>
                      <a:gd name="connsiteX4" fmla="*/ 11081 w 169177"/>
                      <a:gd name="connsiteY4" fmla="*/ 89388 h 97674"/>
                      <a:gd name="connsiteX5" fmla="*/ 116253 w 169177"/>
                      <a:gd name="connsiteY5" fmla="*/ 25495 h 97674"/>
                      <a:gd name="connsiteX6" fmla="*/ 169177 w 169177"/>
                      <a:gd name="connsiteY6" fmla="*/ 0 h 9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7" h="97674">
                        <a:moveTo>
                          <a:pt x="169177" y="0"/>
                        </a:moveTo>
                        <a:lnTo>
                          <a:pt x="120636" y="33086"/>
                        </a:lnTo>
                        <a:cubicBezTo>
                          <a:pt x="85556" y="54573"/>
                          <a:pt x="49534" y="74298"/>
                          <a:pt x="12716" y="92221"/>
                        </a:cubicBezTo>
                        <a:lnTo>
                          <a:pt x="0" y="97674"/>
                        </a:lnTo>
                        <a:lnTo>
                          <a:pt x="11081" y="89388"/>
                        </a:lnTo>
                        <a:cubicBezTo>
                          <a:pt x="45012" y="66465"/>
                          <a:pt x="80105" y="45132"/>
                          <a:pt x="116253" y="25495"/>
                        </a:cubicBezTo>
                        <a:lnTo>
                          <a:pt x="169177"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19" name="Freeform: Shape 15">
                    <a:extLst>
                      <a:ext uri="{FF2B5EF4-FFF2-40B4-BE49-F238E27FC236}">
                        <a16:creationId xmlns:a16="http://schemas.microsoft.com/office/drawing/2014/main" id="{1A60A607-4FFD-40F1-AE09-5C34F147232F}"/>
                      </a:ext>
                    </a:extLst>
                  </p:cNvPr>
                  <p:cNvSpPr/>
                  <p:nvPr/>
                </p:nvSpPr>
                <p:spPr>
                  <a:xfrm rot="1800000">
                    <a:off x="3311368" y="3604754"/>
                    <a:ext cx="119831" cy="69184"/>
                  </a:xfrm>
                  <a:custGeom>
                    <a:avLst/>
                    <a:gdLst>
                      <a:gd name="connsiteX0" fmla="*/ 0 w 169173"/>
                      <a:gd name="connsiteY0" fmla="*/ 0 h 97672"/>
                      <a:gd name="connsiteX1" fmla="*/ 52921 w 169173"/>
                      <a:gd name="connsiteY1" fmla="*/ 25494 h 97672"/>
                      <a:gd name="connsiteX2" fmla="*/ 158093 w 169173"/>
                      <a:gd name="connsiteY2" fmla="*/ 89387 h 97672"/>
                      <a:gd name="connsiteX3" fmla="*/ 169173 w 169173"/>
                      <a:gd name="connsiteY3" fmla="*/ 97672 h 97672"/>
                      <a:gd name="connsiteX4" fmla="*/ 156459 w 169173"/>
                      <a:gd name="connsiteY4" fmla="*/ 92220 h 97672"/>
                      <a:gd name="connsiteX5" fmla="*/ 48539 w 169173"/>
                      <a:gd name="connsiteY5" fmla="*/ 33085 h 97672"/>
                      <a:gd name="connsiteX6" fmla="*/ 0 w 169173"/>
                      <a:gd name="connsiteY6" fmla="*/ 0 h 9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173" h="97672">
                        <a:moveTo>
                          <a:pt x="0" y="0"/>
                        </a:moveTo>
                        <a:lnTo>
                          <a:pt x="52921" y="25494"/>
                        </a:lnTo>
                        <a:cubicBezTo>
                          <a:pt x="89070" y="45131"/>
                          <a:pt x="124163" y="66464"/>
                          <a:pt x="158093" y="89387"/>
                        </a:cubicBezTo>
                        <a:lnTo>
                          <a:pt x="169173" y="97672"/>
                        </a:lnTo>
                        <a:lnTo>
                          <a:pt x="156459" y="92220"/>
                        </a:lnTo>
                        <a:cubicBezTo>
                          <a:pt x="119641" y="74297"/>
                          <a:pt x="83619" y="54572"/>
                          <a:pt x="48539" y="33085"/>
                        </a:cubicBezTo>
                        <a:lnTo>
                          <a:pt x="0" y="0"/>
                        </a:lnTo>
                        <a:close/>
                      </a:path>
                    </a:pathLst>
                  </a:custGeom>
                  <a:solidFill>
                    <a:schemeClr val="accent3">
                      <a:lumMod val="20000"/>
                      <a:lumOff val="80000"/>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685800">
                      <a:buClrTx/>
                    </a:pPr>
                    <a:endParaRPr lang="en-US" sz="1350" kern="1200">
                      <a:solidFill>
                        <a:prstClr val="white"/>
                      </a:solidFill>
                      <a:latin typeface="Calibri" panose="020F0502020204030204"/>
                    </a:endParaRPr>
                  </a:p>
                </p:txBody>
              </p:sp>
              <p:sp>
                <p:nvSpPr>
                  <p:cNvPr id="120" name="Google Shape;8107;p61">
                    <a:extLst>
                      <a:ext uri="{FF2B5EF4-FFF2-40B4-BE49-F238E27FC236}">
                        <a16:creationId xmlns:a16="http://schemas.microsoft.com/office/drawing/2014/main" id="{6CFE7999-FDB5-4AF1-BEF0-389AC722EE0C}"/>
                      </a:ext>
                    </a:extLst>
                  </p:cNvPr>
                  <p:cNvSpPr/>
                  <p:nvPr/>
                </p:nvSpPr>
                <p:spPr>
                  <a:xfrm rot="14069179">
                    <a:off x="2073139" y="2038472"/>
                    <a:ext cx="580692" cy="502580"/>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tx1"/>
                  </a:solid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nvGrpSpPr>
                  <p:cNvPr id="121" name="Google Shape;11709;p67">
                    <a:extLst>
                      <a:ext uri="{FF2B5EF4-FFF2-40B4-BE49-F238E27FC236}">
                        <a16:creationId xmlns:a16="http://schemas.microsoft.com/office/drawing/2014/main" id="{007ACC2F-8EBB-46AE-9109-0AA9157DB19C}"/>
                      </a:ext>
                    </a:extLst>
                  </p:cNvPr>
                  <p:cNvGrpSpPr/>
                  <p:nvPr/>
                </p:nvGrpSpPr>
                <p:grpSpPr>
                  <a:xfrm>
                    <a:off x="3930601" y="2946324"/>
                    <a:ext cx="475296" cy="620693"/>
                    <a:chOff x="1817317" y="2480330"/>
                    <a:chExt cx="350958" cy="263043"/>
                  </a:xfrm>
                  <a:solidFill>
                    <a:schemeClr val="tx1"/>
                  </a:solidFill>
                </p:grpSpPr>
                <p:sp>
                  <p:nvSpPr>
                    <p:cNvPr id="128" name="Google Shape;11710;p67">
                      <a:extLst>
                        <a:ext uri="{FF2B5EF4-FFF2-40B4-BE49-F238E27FC236}">
                          <a16:creationId xmlns:a16="http://schemas.microsoft.com/office/drawing/2014/main" id="{CFE2E4DD-68E5-43BB-BF11-C9CC7A6B0B71}"/>
                        </a:ext>
                      </a:extLst>
                    </p:cNvPr>
                    <p:cNvSpPr/>
                    <p:nvPr/>
                  </p:nvSpPr>
                  <p:spPr>
                    <a:xfrm>
                      <a:off x="1817317" y="2480330"/>
                      <a:ext cx="350958" cy="191426"/>
                    </a:xfrm>
                    <a:custGeom>
                      <a:avLst/>
                      <a:gdLst/>
                      <a:ahLst/>
                      <a:cxnLst/>
                      <a:rect l="l" t="t" r="r" b="b"/>
                      <a:pathLst>
                        <a:path w="11026" h="6014" extrusionOk="0">
                          <a:moveTo>
                            <a:pt x="4477" y="1"/>
                          </a:moveTo>
                          <a:cubicBezTo>
                            <a:pt x="3918" y="1"/>
                            <a:pt x="3382" y="179"/>
                            <a:pt x="2917" y="524"/>
                          </a:cubicBezTo>
                          <a:cubicBezTo>
                            <a:pt x="2513" y="834"/>
                            <a:pt x="2203" y="1251"/>
                            <a:pt x="2036" y="1727"/>
                          </a:cubicBezTo>
                          <a:cubicBezTo>
                            <a:pt x="905" y="1787"/>
                            <a:pt x="0" y="2727"/>
                            <a:pt x="0" y="3870"/>
                          </a:cubicBezTo>
                          <a:cubicBezTo>
                            <a:pt x="0" y="5061"/>
                            <a:pt x="965" y="6013"/>
                            <a:pt x="2143" y="6013"/>
                          </a:cubicBezTo>
                          <a:lnTo>
                            <a:pt x="2917" y="6013"/>
                          </a:lnTo>
                          <a:cubicBezTo>
                            <a:pt x="3001" y="6013"/>
                            <a:pt x="3084" y="5942"/>
                            <a:pt x="3084" y="5847"/>
                          </a:cubicBezTo>
                          <a:cubicBezTo>
                            <a:pt x="3084" y="5763"/>
                            <a:pt x="3001" y="5692"/>
                            <a:pt x="2917" y="5692"/>
                          </a:cubicBezTo>
                          <a:lnTo>
                            <a:pt x="2143" y="5692"/>
                          </a:lnTo>
                          <a:cubicBezTo>
                            <a:pt x="1131" y="5692"/>
                            <a:pt x="310" y="4870"/>
                            <a:pt x="310" y="3858"/>
                          </a:cubicBezTo>
                          <a:cubicBezTo>
                            <a:pt x="310" y="2846"/>
                            <a:pt x="1131" y="2025"/>
                            <a:pt x="2132" y="2025"/>
                          </a:cubicBezTo>
                          <a:lnTo>
                            <a:pt x="2143" y="2025"/>
                          </a:lnTo>
                          <a:cubicBezTo>
                            <a:pt x="2215" y="2025"/>
                            <a:pt x="2274" y="1977"/>
                            <a:pt x="2286" y="1906"/>
                          </a:cubicBezTo>
                          <a:cubicBezTo>
                            <a:pt x="2429" y="1441"/>
                            <a:pt x="2703" y="1036"/>
                            <a:pt x="3096" y="739"/>
                          </a:cubicBezTo>
                          <a:cubicBezTo>
                            <a:pt x="3477" y="441"/>
                            <a:pt x="3953" y="286"/>
                            <a:pt x="4453" y="286"/>
                          </a:cubicBezTo>
                          <a:cubicBezTo>
                            <a:pt x="5239" y="286"/>
                            <a:pt x="5953" y="679"/>
                            <a:pt x="6370" y="1334"/>
                          </a:cubicBezTo>
                          <a:cubicBezTo>
                            <a:pt x="6412" y="1386"/>
                            <a:pt x="6471" y="1420"/>
                            <a:pt x="6533" y="1420"/>
                          </a:cubicBezTo>
                          <a:cubicBezTo>
                            <a:pt x="6542" y="1420"/>
                            <a:pt x="6551" y="1419"/>
                            <a:pt x="6561" y="1417"/>
                          </a:cubicBezTo>
                          <a:cubicBezTo>
                            <a:pt x="6751" y="1358"/>
                            <a:pt x="6954" y="1322"/>
                            <a:pt x="7144" y="1322"/>
                          </a:cubicBezTo>
                          <a:cubicBezTo>
                            <a:pt x="7942" y="1322"/>
                            <a:pt x="8644" y="1846"/>
                            <a:pt x="8882" y="2608"/>
                          </a:cubicBezTo>
                          <a:cubicBezTo>
                            <a:pt x="8918" y="2679"/>
                            <a:pt x="8978" y="2727"/>
                            <a:pt x="9061" y="2727"/>
                          </a:cubicBezTo>
                          <a:cubicBezTo>
                            <a:pt x="9121" y="2727"/>
                            <a:pt x="9168" y="2703"/>
                            <a:pt x="9228" y="2703"/>
                          </a:cubicBezTo>
                          <a:cubicBezTo>
                            <a:pt x="10049" y="2703"/>
                            <a:pt x="10704" y="3382"/>
                            <a:pt x="10704" y="4180"/>
                          </a:cubicBezTo>
                          <a:cubicBezTo>
                            <a:pt x="10704" y="4989"/>
                            <a:pt x="10025" y="5656"/>
                            <a:pt x="9228" y="5656"/>
                          </a:cubicBezTo>
                          <a:lnTo>
                            <a:pt x="8109" y="5656"/>
                          </a:lnTo>
                          <a:cubicBezTo>
                            <a:pt x="8025" y="5656"/>
                            <a:pt x="7942" y="5727"/>
                            <a:pt x="7942" y="5823"/>
                          </a:cubicBezTo>
                          <a:cubicBezTo>
                            <a:pt x="7942" y="5906"/>
                            <a:pt x="8025" y="5978"/>
                            <a:pt x="8109" y="5978"/>
                          </a:cubicBezTo>
                          <a:lnTo>
                            <a:pt x="9228" y="5978"/>
                          </a:lnTo>
                          <a:cubicBezTo>
                            <a:pt x="10228" y="5978"/>
                            <a:pt x="11026" y="5180"/>
                            <a:pt x="11026" y="4180"/>
                          </a:cubicBezTo>
                          <a:cubicBezTo>
                            <a:pt x="11026" y="3180"/>
                            <a:pt x="10204" y="2429"/>
                            <a:pt x="9228" y="2429"/>
                          </a:cubicBezTo>
                          <a:lnTo>
                            <a:pt x="9168" y="2429"/>
                          </a:lnTo>
                          <a:cubicBezTo>
                            <a:pt x="9013" y="2060"/>
                            <a:pt x="8763" y="1715"/>
                            <a:pt x="8442" y="1477"/>
                          </a:cubicBezTo>
                          <a:cubicBezTo>
                            <a:pt x="8061" y="1191"/>
                            <a:pt x="7620" y="1048"/>
                            <a:pt x="7156" y="1048"/>
                          </a:cubicBezTo>
                          <a:cubicBezTo>
                            <a:pt x="6966" y="1048"/>
                            <a:pt x="6787" y="1072"/>
                            <a:pt x="6596" y="1120"/>
                          </a:cubicBezTo>
                          <a:cubicBezTo>
                            <a:pt x="6096" y="417"/>
                            <a:pt x="5322" y="1"/>
                            <a:pt x="4477"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9" name="Google Shape;11711;p67">
                      <a:extLst>
                        <a:ext uri="{FF2B5EF4-FFF2-40B4-BE49-F238E27FC236}">
                          <a16:creationId xmlns:a16="http://schemas.microsoft.com/office/drawing/2014/main" id="{8E5E2EC4-7796-4527-9EAF-CCCE4E6506FD}"/>
                        </a:ext>
                      </a:extLst>
                    </p:cNvPr>
                    <p:cNvSpPr/>
                    <p:nvPr/>
                  </p:nvSpPr>
                  <p:spPr>
                    <a:xfrm>
                      <a:off x="1926844" y="2568626"/>
                      <a:ext cx="131140" cy="174747"/>
                    </a:xfrm>
                    <a:custGeom>
                      <a:avLst/>
                      <a:gdLst/>
                      <a:ahLst/>
                      <a:cxnLst/>
                      <a:rect l="l" t="t" r="r" b="b"/>
                      <a:pathLst>
                        <a:path w="4120" h="5490" extrusionOk="0">
                          <a:moveTo>
                            <a:pt x="2417" y="322"/>
                          </a:moveTo>
                          <a:lnTo>
                            <a:pt x="2417" y="1370"/>
                          </a:lnTo>
                          <a:cubicBezTo>
                            <a:pt x="2417" y="1537"/>
                            <a:pt x="2572" y="1691"/>
                            <a:pt x="2751" y="1691"/>
                          </a:cubicBezTo>
                          <a:lnTo>
                            <a:pt x="3274" y="1691"/>
                          </a:lnTo>
                          <a:cubicBezTo>
                            <a:pt x="3358" y="1691"/>
                            <a:pt x="3429" y="1620"/>
                            <a:pt x="3429" y="1525"/>
                          </a:cubicBezTo>
                          <a:cubicBezTo>
                            <a:pt x="3429" y="1441"/>
                            <a:pt x="3358" y="1358"/>
                            <a:pt x="3274" y="1358"/>
                          </a:cubicBezTo>
                          <a:lnTo>
                            <a:pt x="2751" y="1358"/>
                          </a:lnTo>
                          <a:cubicBezTo>
                            <a:pt x="2751" y="1358"/>
                            <a:pt x="2727" y="1358"/>
                            <a:pt x="2727" y="1346"/>
                          </a:cubicBezTo>
                          <a:lnTo>
                            <a:pt x="2727" y="346"/>
                          </a:lnTo>
                          <a:lnTo>
                            <a:pt x="3751" y="1358"/>
                          </a:lnTo>
                          <a:cubicBezTo>
                            <a:pt x="3775" y="1394"/>
                            <a:pt x="3798" y="1441"/>
                            <a:pt x="3798" y="1501"/>
                          </a:cubicBezTo>
                          <a:lnTo>
                            <a:pt x="3798" y="5180"/>
                          </a:lnTo>
                          <a:lnTo>
                            <a:pt x="3810" y="5180"/>
                          </a:lnTo>
                          <a:lnTo>
                            <a:pt x="334" y="5192"/>
                          </a:lnTo>
                          <a:cubicBezTo>
                            <a:pt x="334" y="5192"/>
                            <a:pt x="322" y="5192"/>
                            <a:pt x="322" y="5180"/>
                          </a:cubicBezTo>
                          <a:lnTo>
                            <a:pt x="322" y="334"/>
                          </a:lnTo>
                          <a:cubicBezTo>
                            <a:pt x="322" y="334"/>
                            <a:pt x="322" y="322"/>
                            <a:pt x="334" y="322"/>
                          </a:cubicBezTo>
                          <a:close/>
                          <a:moveTo>
                            <a:pt x="322" y="1"/>
                          </a:moveTo>
                          <a:cubicBezTo>
                            <a:pt x="143" y="1"/>
                            <a:pt x="0" y="144"/>
                            <a:pt x="0" y="322"/>
                          </a:cubicBezTo>
                          <a:lnTo>
                            <a:pt x="0" y="5156"/>
                          </a:lnTo>
                          <a:cubicBezTo>
                            <a:pt x="0" y="5335"/>
                            <a:pt x="143" y="5489"/>
                            <a:pt x="322" y="5489"/>
                          </a:cubicBezTo>
                          <a:lnTo>
                            <a:pt x="3775" y="5489"/>
                          </a:lnTo>
                          <a:cubicBezTo>
                            <a:pt x="3953" y="5489"/>
                            <a:pt x="4108" y="5335"/>
                            <a:pt x="4108" y="5156"/>
                          </a:cubicBezTo>
                          <a:lnTo>
                            <a:pt x="4108" y="1501"/>
                          </a:lnTo>
                          <a:cubicBezTo>
                            <a:pt x="4120" y="1382"/>
                            <a:pt x="4072" y="1251"/>
                            <a:pt x="3965" y="1156"/>
                          </a:cubicBezTo>
                          <a:lnTo>
                            <a:pt x="2953" y="144"/>
                          </a:lnTo>
                          <a:cubicBezTo>
                            <a:pt x="2870" y="48"/>
                            <a:pt x="2739" y="1"/>
                            <a:pt x="2596"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0" name="Google Shape;11712;p67">
                      <a:extLst>
                        <a:ext uri="{FF2B5EF4-FFF2-40B4-BE49-F238E27FC236}">
                          <a16:creationId xmlns:a16="http://schemas.microsoft.com/office/drawing/2014/main" id="{9F1736A4-6188-413B-8B50-843E1D797DC0}"/>
                        </a:ext>
                      </a:extLst>
                    </p:cNvPr>
                    <p:cNvSpPr/>
                    <p:nvPr/>
                  </p:nvSpPr>
                  <p:spPr>
                    <a:xfrm>
                      <a:off x="1965485" y="2639893"/>
                      <a:ext cx="55002" cy="70885"/>
                    </a:xfrm>
                    <a:custGeom>
                      <a:avLst/>
                      <a:gdLst/>
                      <a:ahLst/>
                      <a:cxnLst/>
                      <a:rect l="l" t="t" r="r" b="b"/>
                      <a:pathLst>
                        <a:path w="1728" h="2227" extrusionOk="0">
                          <a:moveTo>
                            <a:pt x="870" y="0"/>
                          </a:moveTo>
                          <a:cubicBezTo>
                            <a:pt x="822" y="0"/>
                            <a:pt x="775" y="36"/>
                            <a:pt x="751" y="60"/>
                          </a:cubicBezTo>
                          <a:lnTo>
                            <a:pt x="60" y="929"/>
                          </a:lnTo>
                          <a:cubicBezTo>
                            <a:pt x="1" y="1000"/>
                            <a:pt x="13" y="1107"/>
                            <a:pt x="84" y="1155"/>
                          </a:cubicBezTo>
                          <a:cubicBezTo>
                            <a:pt x="117" y="1178"/>
                            <a:pt x="151" y="1189"/>
                            <a:pt x="183" y="1189"/>
                          </a:cubicBezTo>
                          <a:cubicBezTo>
                            <a:pt x="234" y="1189"/>
                            <a:pt x="281" y="1163"/>
                            <a:pt x="310" y="1119"/>
                          </a:cubicBezTo>
                          <a:lnTo>
                            <a:pt x="715" y="619"/>
                          </a:lnTo>
                          <a:lnTo>
                            <a:pt x="715" y="2060"/>
                          </a:lnTo>
                          <a:cubicBezTo>
                            <a:pt x="715" y="2143"/>
                            <a:pt x="787" y="2227"/>
                            <a:pt x="882" y="2227"/>
                          </a:cubicBezTo>
                          <a:cubicBezTo>
                            <a:pt x="965" y="2227"/>
                            <a:pt x="1048" y="2143"/>
                            <a:pt x="1048" y="2060"/>
                          </a:cubicBezTo>
                          <a:lnTo>
                            <a:pt x="1048" y="619"/>
                          </a:lnTo>
                          <a:lnTo>
                            <a:pt x="1441" y="1119"/>
                          </a:lnTo>
                          <a:cubicBezTo>
                            <a:pt x="1477" y="1167"/>
                            <a:pt x="1513" y="1179"/>
                            <a:pt x="1560" y="1179"/>
                          </a:cubicBezTo>
                          <a:cubicBezTo>
                            <a:pt x="1596" y="1179"/>
                            <a:pt x="1644" y="1167"/>
                            <a:pt x="1668" y="1155"/>
                          </a:cubicBezTo>
                          <a:cubicBezTo>
                            <a:pt x="1715" y="1107"/>
                            <a:pt x="1727" y="1000"/>
                            <a:pt x="1668" y="929"/>
                          </a:cubicBezTo>
                          <a:lnTo>
                            <a:pt x="989" y="60"/>
                          </a:lnTo>
                          <a:cubicBezTo>
                            <a:pt x="953" y="24"/>
                            <a:pt x="906" y="0"/>
                            <a:pt x="870"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1" name="Google Shape;11713;p67">
                      <a:extLst>
                        <a:ext uri="{FF2B5EF4-FFF2-40B4-BE49-F238E27FC236}">
                          <a16:creationId xmlns:a16="http://schemas.microsoft.com/office/drawing/2014/main" id="{06B59586-C599-41B0-8416-08B8C69BBA92}"/>
                        </a:ext>
                      </a:extLst>
                    </p:cNvPr>
                    <p:cNvSpPr/>
                    <p:nvPr/>
                  </p:nvSpPr>
                  <p:spPr>
                    <a:xfrm>
                      <a:off x="1965103" y="2503406"/>
                      <a:ext cx="43989" cy="31162"/>
                    </a:xfrm>
                    <a:custGeom>
                      <a:avLst/>
                      <a:gdLst/>
                      <a:ahLst/>
                      <a:cxnLst/>
                      <a:rect l="l" t="t" r="r" b="b"/>
                      <a:pathLst>
                        <a:path w="1382" h="979" extrusionOk="0">
                          <a:moveTo>
                            <a:pt x="181" y="0"/>
                          </a:moveTo>
                          <a:cubicBezTo>
                            <a:pt x="104" y="0"/>
                            <a:pt x="24" y="56"/>
                            <a:pt x="13" y="121"/>
                          </a:cubicBezTo>
                          <a:cubicBezTo>
                            <a:pt x="1" y="216"/>
                            <a:pt x="60" y="300"/>
                            <a:pt x="132" y="323"/>
                          </a:cubicBezTo>
                          <a:cubicBezTo>
                            <a:pt x="501" y="395"/>
                            <a:pt x="846" y="597"/>
                            <a:pt x="1072" y="919"/>
                          </a:cubicBezTo>
                          <a:cubicBezTo>
                            <a:pt x="1096" y="954"/>
                            <a:pt x="1144" y="978"/>
                            <a:pt x="1203" y="978"/>
                          </a:cubicBezTo>
                          <a:cubicBezTo>
                            <a:pt x="1227" y="978"/>
                            <a:pt x="1275" y="954"/>
                            <a:pt x="1310" y="942"/>
                          </a:cubicBezTo>
                          <a:cubicBezTo>
                            <a:pt x="1370" y="895"/>
                            <a:pt x="1382" y="800"/>
                            <a:pt x="1334" y="716"/>
                          </a:cubicBezTo>
                          <a:cubicBezTo>
                            <a:pt x="1060" y="347"/>
                            <a:pt x="656" y="97"/>
                            <a:pt x="203" y="2"/>
                          </a:cubicBezTo>
                          <a:cubicBezTo>
                            <a:pt x="196" y="1"/>
                            <a:pt x="189" y="0"/>
                            <a:pt x="181"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32" name="Google Shape;11714;p67">
                      <a:extLst>
                        <a:ext uri="{FF2B5EF4-FFF2-40B4-BE49-F238E27FC236}">
                          <a16:creationId xmlns:a16="http://schemas.microsoft.com/office/drawing/2014/main" id="{393020F8-1AA1-4A10-9190-0C82B90E775D}"/>
                        </a:ext>
                      </a:extLst>
                    </p:cNvPr>
                    <p:cNvSpPr/>
                    <p:nvPr/>
                  </p:nvSpPr>
                  <p:spPr>
                    <a:xfrm>
                      <a:off x="2052668" y="2537369"/>
                      <a:ext cx="34504" cy="30175"/>
                    </a:xfrm>
                    <a:custGeom>
                      <a:avLst/>
                      <a:gdLst/>
                      <a:ahLst/>
                      <a:cxnLst/>
                      <a:rect l="l" t="t" r="r" b="b"/>
                      <a:pathLst>
                        <a:path w="1084" h="948" extrusionOk="0">
                          <a:moveTo>
                            <a:pt x="194" y="0"/>
                          </a:moveTo>
                          <a:cubicBezTo>
                            <a:pt x="124" y="0"/>
                            <a:pt x="56" y="45"/>
                            <a:pt x="36" y="114"/>
                          </a:cubicBezTo>
                          <a:cubicBezTo>
                            <a:pt x="0" y="209"/>
                            <a:pt x="48" y="292"/>
                            <a:pt x="131" y="328"/>
                          </a:cubicBezTo>
                          <a:cubicBezTo>
                            <a:pt x="405" y="411"/>
                            <a:pt x="631" y="602"/>
                            <a:pt x="762" y="864"/>
                          </a:cubicBezTo>
                          <a:cubicBezTo>
                            <a:pt x="786" y="923"/>
                            <a:pt x="845" y="947"/>
                            <a:pt x="905" y="947"/>
                          </a:cubicBezTo>
                          <a:cubicBezTo>
                            <a:pt x="941" y="947"/>
                            <a:pt x="953" y="947"/>
                            <a:pt x="988" y="935"/>
                          </a:cubicBezTo>
                          <a:cubicBezTo>
                            <a:pt x="1060" y="887"/>
                            <a:pt x="1084" y="804"/>
                            <a:pt x="1048" y="709"/>
                          </a:cubicBezTo>
                          <a:cubicBezTo>
                            <a:pt x="869" y="387"/>
                            <a:pt x="584" y="149"/>
                            <a:pt x="238" y="6"/>
                          </a:cubicBezTo>
                          <a:cubicBezTo>
                            <a:pt x="224" y="2"/>
                            <a:pt x="209" y="0"/>
                            <a:pt x="194"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nvGrpSpPr>
                  <p:cNvPr id="122" name="Google Shape;11506;p67">
                    <a:extLst>
                      <a:ext uri="{FF2B5EF4-FFF2-40B4-BE49-F238E27FC236}">
                        <a16:creationId xmlns:a16="http://schemas.microsoft.com/office/drawing/2014/main" id="{DF4D1643-8731-467C-AD77-F0AD02EB5910}"/>
                      </a:ext>
                    </a:extLst>
                  </p:cNvPr>
                  <p:cNvGrpSpPr/>
                  <p:nvPr/>
                </p:nvGrpSpPr>
                <p:grpSpPr>
                  <a:xfrm rot="6148272">
                    <a:off x="2112236" y="3862168"/>
                    <a:ext cx="561237" cy="377126"/>
                    <a:chOff x="859265" y="3348175"/>
                    <a:chExt cx="312316" cy="368400"/>
                  </a:xfrm>
                  <a:solidFill>
                    <a:schemeClr val="tx1"/>
                  </a:solidFill>
                </p:grpSpPr>
                <p:sp>
                  <p:nvSpPr>
                    <p:cNvPr id="123" name="Google Shape;11507;p67">
                      <a:extLst>
                        <a:ext uri="{FF2B5EF4-FFF2-40B4-BE49-F238E27FC236}">
                          <a16:creationId xmlns:a16="http://schemas.microsoft.com/office/drawing/2014/main" id="{74D46B98-EAB9-4E61-A275-339ACBE5D1FA}"/>
                        </a:ext>
                      </a:extLst>
                    </p:cNvPr>
                    <p:cNvSpPr/>
                    <p:nvPr/>
                  </p:nvSpPr>
                  <p:spPr>
                    <a:xfrm>
                      <a:off x="968792" y="3507102"/>
                      <a:ext cx="92498" cy="30589"/>
                    </a:xfrm>
                    <a:custGeom>
                      <a:avLst/>
                      <a:gdLst/>
                      <a:ahLst/>
                      <a:cxnLst/>
                      <a:rect l="l" t="t" r="r" b="b"/>
                      <a:pathLst>
                        <a:path w="2906" h="961" extrusionOk="0">
                          <a:moveTo>
                            <a:pt x="1169" y="1"/>
                          </a:moveTo>
                          <a:cubicBezTo>
                            <a:pt x="820" y="1"/>
                            <a:pt x="503" y="37"/>
                            <a:pt x="298" y="68"/>
                          </a:cubicBezTo>
                          <a:cubicBezTo>
                            <a:pt x="119" y="104"/>
                            <a:pt x="0" y="247"/>
                            <a:pt x="0" y="413"/>
                          </a:cubicBezTo>
                          <a:lnTo>
                            <a:pt x="0" y="794"/>
                          </a:lnTo>
                          <a:cubicBezTo>
                            <a:pt x="0" y="890"/>
                            <a:pt x="72" y="961"/>
                            <a:pt x="167" y="961"/>
                          </a:cubicBezTo>
                          <a:cubicBezTo>
                            <a:pt x="250" y="961"/>
                            <a:pt x="322" y="890"/>
                            <a:pt x="322" y="794"/>
                          </a:cubicBezTo>
                          <a:lnTo>
                            <a:pt x="322" y="413"/>
                          </a:lnTo>
                          <a:cubicBezTo>
                            <a:pt x="322" y="413"/>
                            <a:pt x="322" y="401"/>
                            <a:pt x="346" y="401"/>
                          </a:cubicBezTo>
                          <a:cubicBezTo>
                            <a:pt x="513" y="373"/>
                            <a:pt x="820" y="331"/>
                            <a:pt x="1157" y="331"/>
                          </a:cubicBezTo>
                          <a:cubicBezTo>
                            <a:pt x="1250" y="331"/>
                            <a:pt x="1345" y="334"/>
                            <a:pt x="1441" y="342"/>
                          </a:cubicBezTo>
                          <a:cubicBezTo>
                            <a:pt x="1977" y="366"/>
                            <a:pt x="2346" y="497"/>
                            <a:pt x="2572" y="735"/>
                          </a:cubicBezTo>
                          <a:cubicBezTo>
                            <a:pt x="2602" y="764"/>
                            <a:pt x="2646" y="779"/>
                            <a:pt x="2691" y="779"/>
                          </a:cubicBezTo>
                          <a:cubicBezTo>
                            <a:pt x="2736" y="779"/>
                            <a:pt x="2780" y="764"/>
                            <a:pt x="2810" y="735"/>
                          </a:cubicBezTo>
                          <a:cubicBezTo>
                            <a:pt x="2905" y="675"/>
                            <a:pt x="2905" y="556"/>
                            <a:pt x="2834" y="497"/>
                          </a:cubicBezTo>
                          <a:cubicBezTo>
                            <a:pt x="2432" y="102"/>
                            <a:pt x="1754" y="1"/>
                            <a:pt x="1169"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4" name="Google Shape;11508;p67">
                      <a:extLst>
                        <a:ext uri="{FF2B5EF4-FFF2-40B4-BE49-F238E27FC236}">
                          <a16:creationId xmlns:a16="http://schemas.microsoft.com/office/drawing/2014/main" id="{EFD71A0F-8AC8-4415-8B7C-909CEE9214E9}"/>
                        </a:ext>
                      </a:extLst>
                    </p:cNvPr>
                    <p:cNvSpPr/>
                    <p:nvPr/>
                  </p:nvSpPr>
                  <p:spPr>
                    <a:xfrm>
                      <a:off x="911562" y="3458466"/>
                      <a:ext cx="206577" cy="258109"/>
                    </a:xfrm>
                    <a:custGeom>
                      <a:avLst/>
                      <a:gdLst/>
                      <a:ahLst/>
                      <a:cxnLst/>
                      <a:rect l="l" t="t" r="r" b="b"/>
                      <a:pathLst>
                        <a:path w="6490" h="8109" extrusionOk="0">
                          <a:moveTo>
                            <a:pt x="5061" y="322"/>
                          </a:moveTo>
                          <a:lnTo>
                            <a:pt x="5061" y="1953"/>
                          </a:lnTo>
                          <a:cubicBezTo>
                            <a:pt x="5061" y="2203"/>
                            <a:pt x="5001" y="2441"/>
                            <a:pt x="4894" y="2668"/>
                          </a:cubicBezTo>
                          <a:cubicBezTo>
                            <a:pt x="4882" y="2703"/>
                            <a:pt x="4882" y="2715"/>
                            <a:pt x="4882" y="2739"/>
                          </a:cubicBezTo>
                          <a:lnTo>
                            <a:pt x="4882" y="3215"/>
                          </a:lnTo>
                          <a:cubicBezTo>
                            <a:pt x="4882" y="3680"/>
                            <a:pt x="4703" y="4096"/>
                            <a:pt x="4358" y="4430"/>
                          </a:cubicBezTo>
                          <a:cubicBezTo>
                            <a:pt x="4044" y="4712"/>
                            <a:pt x="3660" y="4875"/>
                            <a:pt x="3244" y="4875"/>
                          </a:cubicBezTo>
                          <a:cubicBezTo>
                            <a:pt x="3203" y="4875"/>
                            <a:pt x="3161" y="4873"/>
                            <a:pt x="3120" y="4870"/>
                          </a:cubicBezTo>
                          <a:cubicBezTo>
                            <a:pt x="2275" y="4823"/>
                            <a:pt x="1596" y="4072"/>
                            <a:pt x="1596" y="3180"/>
                          </a:cubicBezTo>
                          <a:lnTo>
                            <a:pt x="1596" y="2763"/>
                          </a:lnTo>
                          <a:cubicBezTo>
                            <a:pt x="1596" y="2727"/>
                            <a:pt x="1596" y="2715"/>
                            <a:pt x="1572" y="2679"/>
                          </a:cubicBezTo>
                          <a:cubicBezTo>
                            <a:pt x="1477" y="2465"/>
                            <a:pt x="1417" y="2227"/>
                            <a:pt x="1417" y="1965"/>
                          </a:cubicBezTo>
                          <a:lnTo>
                            <a:pt x="1417" y="1596"/>
                          </a:lnTo>
                          <a:cubicBezTo>
                            <a:pt x="1417" y="894"/>
                            <a:pt x="1989" y="322"/>
                            <a:pt x="2691" y="322"/>
                          </a:cubicBezTo>
                          <a:close/>
                          <a:moveTo>
                            <a:pt x="4168" y="4989"/>
                          </a:moveTo>
                          <a:lnTo>
                            <a:pt x="4168" y="5299"/>
                          </a:lnTo>
                          <a:lnTo>
                            <a:pt x="3239" y="5930"/>
                          </a:lnTo>
                          <a:lnTo>
                            <a:pt x="2322" y="5299"/>
                          </a:lnTo>
                          <a:lnTo>
                            <a:pt x="2322" y="4989"/>
                          </a:lnTo>
                          <a:cubicBezTo>
                            <a:pt x="2560" y="5120"/>
                            <a:pt x="2822" y="5204"/>
                            <a:pt x="3108" y="5215"/>
                          </a:cubicBezTo>
                          <a:lnTo>
                            <a:pt x="3239" y="5215"/>
                          </a:lnTo>
                          <a:cubicBezTo>
                            <a:pt x="3572" y="5215"/>
                            <a:pt x="3882" y="5144"/>
                            <a:pt x="4168" y="4989"/>
                          </a:cubicBezTo>
                          <a:close/>
                          <a:moveTo>
                            <a:pt x="2191" y="5620"/>
                          </a:moveTo>
                          <a:lnTo>
                            <a:pt x="2989" y="6168"/>
                          </a:lnTo>
                          <a:lnTo>
                            <a:pt x="2560" y="6585"/>
                          </a:lnTo>
                          <a:lnTo>
                            <a:pt x="2548" y="6585"/>
                          </a:lnTo>
                          <a:lnTo>
                            <a:pt x="2024" y="5799"/>
                          </a:lnTo>
                          <a:lnTo>
                            <a:pt x="2191" y="5620"/>
                          </a:lnTo>
                          <a:close/>
                          <a:moveTo>
                            <a:pt x="4299" y="5596"/>
                          </a:moveTo>
                          <a:lnTo>
                            <a:pt x="4465" y="5775"/>
                          </a:lnTo>
                          <a:lnTo>
                            <a:pt x="3941" y="6585"/>
                          </a:lnTo>
                          <a:lnTo>
                            <a:pt x="3929" y="6585"/>
                          </a:lnTo>
                          <a:lnTo>
                            <a:pt x="3501" y="6156"/>
                          </a:lnTo>
                          <a:lnTo>
                            <a:pt x="4299" y="5596"/>
                          </a:lnTo>
                          <a:close/>
                          <a:moveTo>
                            <a:pt x="2703" y="1"/>
                          </a:moveTo>
                          <a:cubicBezTo>
                            <a:pt x="1810" y="1"/>
                            <a:pt x="1084" y="727"/>
                            <a:pt x="1084" y="1620"/>
                          </a:cubicBezTo>
                          <a:lnTo>
                            <a:pt x="1084" y="1977"/>
                          </a:lnTo>
                          <a:cubicBezTo>
                            <a:pt x="1084" y="2263"/>
                            <a:pt x="1143" y="2548"/>
                            <a:pt x="1262" y="2799"/>
                          </a:cubicBezTo>
                          <a:lnTo>
                            <a:pt x="1262" y="3191"/>
                          </a:lnTo>
                          <a:cubicBezTo>
                            <a:pt x="1262" y="3822"/>
                            <a:pt x="1548" y="4394"/>
                            <a:pt x="1989" y="4763"/>
                          </a:cubicBezTo>
                          <a:lnTo>
                            <a:pt x="1989" y="5335"/>
                          </a:lnTo>
                          <a:lnTo>
                            <a:pt x="1679" y="5656"/>
                          </a:lnTo>
                          <a:cubicBezTo>
                            <a:pt x="1655" y="5692"/>
                            <a:pt x="1632" y="5751"/>
                            <a:pt x="1632" y="5787"/>
                          </a:cubicBezTo>
                          <a:lnTo>
                            <a:pt x="596" y="6168"/>
                          </a:lnTo>
                          <a:cubicBezTo>
                            <a:pt x="239" y="6299"/>
                            <a:pt x="0" y="6620"/>
                            <a:pt x="0" y="7013"/>
                          </a:cubicBezTo>
                          <a:lnTo>
                            <a:pt x="0" y="7954"/>
                          </a:lnTo>
                          <a:cubicBezTo>
                            <a:pt x="0" y="8037"/>
                            <a:pt x="72" y="8109"/>
                            <a:pt x="155" y="8109"/>
                          </a:cubicBezTo>
                          <a:cubicBezTo>
                            <a:pt x="250" y="8109"/>
                            <a:pt x="322" y="8037"/>
                            <a:pt x="322" y="7954"/>
                          </a:cubicBezTo>
                          <a:lnTo>
                            <a:pt x="322" y="7013"/>
                          </a:lnTo>
                          <a:cubicBezTo>
                            <a:pt x="322" y="6775"/>
                            <a:pt x="477" y="6561"/>
                            <a:pt x="691" y="6489"/>
                          </a:cubicBezTo>
                          <a:lnTo>
                            <a:pt x="1798" y="6085"/>
                          </a:lnTo>
                          <a:lnTo>
                            <a:pt x="2263" y="6775"/>
                          </a:lnTo>
                          <a:cubicBezTo>
                            <a:pt x="2322" y="6859"/>
                            <a:pt x="2405" y="6918"/>
                            <a:pt x="2513" y="6918"/>
                          </a:cubicBezTo>
                          <a:lnTo>
                            <a:pt x="2536" y="6918"/>
                          </a:lnTo>
                          <a:cubicBezTo>
                            <a:pt x="2632" y="6918"/>
                            <a:pt x="2715" y="6894"/>
                            <a:pt x="2798" y="6823"/>
                          </a:cubicBezTo>
                          <a:lnTo>
                            <a:pt x="3072" y="6537"/>
                          </a:lnTo>
                          <a:lnTo>
                            <a:pt x="3072" y="7930"/>
                          </a:lnTo>
                          <a:cubicBezTo>
                            <a:pt x="3072" y="8025"/>
                            <a:pt x="3156" y="8097"/>
                            <a:pt x="3239" y="8097"/>
                          </a:cubicBezTo>
                          <a:cubicBezTo>
                            <a:pt x="3334" y="8097"/>
                            <a:pt x="3406" y="8025"/>
                            <a:pt x="3406" y="7930"/>
                          </a:cubicBezTo>
                          <a:lnTo>
                            <a:pt x="3406" y="6537"/>
                          </a:lnTo>
                          <a:lnTo>
                            <a:pt x="3691" y="6823"/>
                          </a:lnTo>
                          <a:cubicBezTo>
                            <a:pt x="3751" y="6882"/>
                            <a:pt x="3834" y="6918"/>
                            <a:pt x="3941" y="6918"/>
                          </a:cubicBezTo>
                          <a:lnTo>
                            <a:pt x="3965" y="6918"/>
                          </a:lnTo>
                          <a:cubicBezTo>
                            <a:pt x="4072" y="6906"/>
                            <a:pt x="4168" y="6859"/>
                            <a:pt x="4227" y="6775"/>
                          </a:cubicBezTo>
                          <a:lnTo>
                            <a:pt x="4680" y="6085"/>
                          </a:lnTo>
                          <a:lnTo>
                            <a:pt x="5787" y="6489"/>
                          </a:lnTo>
                          <a:cubicBezTo>
                            <a:pt x="6013" y="6561"/>
                            <a:pt x="6156" y="6775"/>
                            <a:pt x="6156" y="7013"/>
                          </a:cubicBezTo>
                          <a:lnTo>
                            <a:pt x="6156" y="7954"/>
                          </a:lnTo>
                          <a:cubicBezTo>
                            <a:pt x="6156" y="8037"/>
                            <a:pt x="6227" y="8109"/>
                            <a:pt x="6323" y="8109"/>
                          </a:cubicBezTo>
                          <a:cubicBezTo>
                            <a:pt x="6406" y="8109"/>
                            <a:pt x="6489" y="8037"/>
                            <a:pt x="6489" y="7954"/>
                          </a:cubicBezTo>
                          <a:lnTo>
                            <a:pt x="6489" y="7013"/>
                          </a:lnTo>
                          <a:cubicBezTo>
                            <a:pt x="6489" y="6632"/>
                            <a:pt x="6251" y="6299"/>
                            <a:pt x="5906" y="6168"/>
                          </a:cubicBezTo>
                          <a:lnTo>
                            <a:pt x="4870" y="5799"/>
                          </a:lnTo>
                          <a:cubicBezTo>
                            <a:pt x="4870" y="5751"/>
                            <a:pt x="4846" y="5704"/>
                            <a:pt x="4822" y="5656"/>
                          </a:cubicBezTo>
                          <a:lnTo>
                            <a:pt x="4513" y="5335"/>
                          </a:lnTo>
                          <a:lnTo>
                            <a:pt x="4513" y="4787"/>
                          </a:lnTo>
                          <a:cubicBezTo>
                            <a:pt x="4537" y="4751"/>
                            <a:pt x="4572" y="4727"/>
                            <a:pt x="4608" y="4692"/>
                          </a:cubicBezTo>
                          <a:cubicBezTo>
                            <a:pt x="5013" y="4323"/>
                            <a:pt x="5239" y="3787"/>
                            <a:pt x="5239" y="3251"/>
                          </a:cubicBezTo>
                          <a:lnTo>
                            <a:pt x="5239" y="2799"/>
                          </a:lnTo>
                          <a:cubicBezTo>
                            <a:pt x="5358" y="2537"/>
                            <a:pt x="5418" y="2263"/>
                            <a:pt x="5418" y="1977"/>
                          </a:cubicBezTo>
                          <a:lnTo>
                            <a:pt x="5418" y="167"/>
                          </a:lnTo>
                          <a:cubicBezTo>
                            <a:pt x="5418" y="72"/>
                            <a:pt x="5334" y="1"/>
                            <a:pt x="5251"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5" name="Google Shape;11509;p67">
                      <a:extLst>
                        <a:ext uri="{FF2B5EF4-FFF2-40B4-BE49-F238E27FC236}">
                          <a16:creationId xmlns:a16="http://schemas.microsoft.com/office/drawing/2014/main" id="{52FED858-0610-441F-9FAA-6843DEB1345F}"/>
                        </a:ext>
                      </a:extLst>
                    </p:cNvPr>
                    <p:cNvSpPr/>
                    <p:nvPr/>
                  </p:nvSpPr>
                  <p:spPr>
                    <a:xfrm>
                      <a:off x="946034" y="3694580"/>
                      <a:ext cx="10663" cy="21613"/>
                    </a:xfrm>
                    <a:custGeom>
                      <a:avLst/>
                      <a:gdLst/>
                      <a:ahLst/>
                      <a:cxnLst/>
                      <a:rect l="l" t="t" r="r" b="b"/>
                      <a:pathLst>
                        <a:path w="335" h="679" extrusionOk="0">
                          <a:moveTo>
                            <a:pt x="168" y="0"/>
                          </a:moveTo>
                          <a:cubicBezTo>
                            <a:pt x="72" y="0"/>
                            <a:pt x="1" y="72"/>
                            <a:pt x="1" y="167"/>
                          </a:cubicBezTo>
                          <a:lnTo>
                            <a:pt x="1" y="524"/>
                          </a:lnTo>
                          <a:cubicBezTo>
                            <a:pt x="1" y="607"/>
                            <a:pt x="72" y="679"/>
                            <a:pt x="168" y="679"/>
                          </a:cubicBezTo>
                          <a:cubicBezTo>
                            <a:pt x="251" y="679"/>
                            <a:pt x="334" y="607"/>
                            <a:pt x="334" y="524"/>
                          </a:cubicBezTo>
                          <a:lnTo>
                            <a:pt x="334" y="167"/>
                          </a:lnTo>
                          <a:cubicBezTo>
                            <a:pt x="334" y="72"/>
                            <a:pt x="251" y="0"/>
                            <a:pt x="168"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6" name="Google Shape;11510;p67">
                      <a:extLst>
                        <a:ext uri="{FF2B5EF4-FFF2-40B4-BE49-F238E27FC236}">
                          <a16:creationId xmlns:a16="http://schemas.microsoft.com/office/drawing/2014/main" id="{DC7F6C56-D803-4EA4-BAD8-FB2E3B133E88}"/>
                        </a:ext>
                      </a:extLst>
                    </p:cNvPr>
                    <p:cNvSpPr/>
                    <p:nvPr/>
                  </p:nvSpPr>
                  <p:spPr>
                    <a:xfrm>
                      <a:off x="1073004" y="3694580"/>
                      <a:ext cx="10631" cy="21613"/>
                    </a:xfrm>
                    <a:custGeom>
                      <a:avLst/>
                      <a:gdLst/>
                      <a:ahLst/>
                      <a:cxnLst/>
                      <a:rect l="l" t="t" r="r" b="b"/>
                      <a:pathLst>
                        <a:path w="334" h="679" extrusionOk="0">
                          <a:moveTo>
                            <a:pt x="167" y="0"/>
                          </a:moveTo>
                          <a:cubicBezTo>
                            <a:pt x="72" y="0"/>
                            <a:pt x="0" y="72"/>
                            <a:pt x="0" y="167"/>
                          </a:cubicBezTo>
                          <a:lnTo>
                            <a:pt x="0" y="524"/>
                          </a:lnTo>
                          <a:cubicBezTo>
                            <a:pt x="0" y="607"/>
                            <a:pt x="72" y="679"/>
                            <a:pt x="167" y="679"/>
                          </a:cubicBezTo>
                          <a:cubicBezTo>
                            <a:pt x="251" y="679"/>
                            <a:pt x="334" y="607"/>
                            <a:pt x="334" y="524"/>
                          </a:cubicBezTo>
                          <a:lnTo>
                            <a:pt x="334" y="167"/>
                          </a:lnTo>
                          <a:cubicBezTo>
                            <a:pt x="334" y="72"/>
                            <a:pt x="251" y="0"/>
                            <a:pt x="167" y="0"/>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sp>
                  <p:nvSpPr>
                    <p:cNvPr id="127" name="Google Shape;11511;p67">
                      <a:extLst>
                        <a:ext uri="{FF2B5EF4-FFF2-40B4-BE49-F238E27FC236}">
                          <a16:creationId xmlns:a16="http://schemas.microsoft.com/office/drawing/2014/main" id="{3993070F-9DAE-47B5-A9DB-83969D992063}"/>
                        </a:ext>
                      </a:extLst>
                    </p:cNvPr>
                    <p:cNvSpPr/>
                    <p:nvPr/>
                  </p:nvSpPr>
                  <p:spPr>
                    <a:xfrm>
                      <a:off x="859265" y="3348175"/>
                      <a:ext cx="312316" cy="293759"/>
                    </a:xfrm>
                    <a:custGeom>
                      <a:avLst/>
                      <a:gdLst/>
                      <a:ahLst/>
                      <a:cxnLst/>
                      <a:rect l="l" t="t" r="r" b="b"/>
                      <a:pathLst>
                        <a:path w="9812" h="9229" extrusionOk="0">
                          <a:moveTo>
                            <a:pt x="3275" y="632"/>
                          </a:moveTo>
                          <a:cubicBezTo>
                            <a:pt x="3025" y="846"/>
                            <a:pt x="2786" y="1120"/>
                            <a:pt x="2560" y="1441"/>
                          </a:cubicBezTo>
                          <a:cubicBezTo>
                            <a:pt x="2417" y="1680"/>
                            <a:pt x="2286" y="1918"/>
                            <a:pt x="2179" y="2180"/>
                          </a:cubicBezTo>
                          <a:lnTo>
                            <a:pt x="1239" y="2180"/>
                          </a:lnTo>
                          <a:cubicBezTo>
                            <a:pt x="1762" y="1489"/>
                            <a:pt x="2453" y="941"/>
                            <a:pt x="3275" y="632"/>
                          </a:cubicBezTo>
                          <a:close/>
                          <a:moveTo>
                            <a:pt x="4703" y="346"/>
                          </a:moveTo>
                          <a:lnTo>
                            <a:pt x="4703" y="2180"/>
                          </a:lnTo>
                          <a:lnTo>
                            <a:pt x="2536" y="2180"/>
                          </a:lnTo>
                          <a:cubicBezTo>
                            <a:pt x="3036" y="1132"/>
                            <a:pt x="3810" y="429"/>
                            <a:pt x="4703" y="346"/>
                          </a:cubicBezTo>
                          <a:close/>
                          <a:moveTo>
                            <a:pt x="5049" y="346"/>
                          </a:moveTo>
                          <a:cubicBezTo>
                            <a:pt x="5942" y="418"/>
                            <a:pt x="6715" y="1120"/>
                            <a:pt x="7227" y="2180"/>
                          </a:cubicBezTo>
                          <a:lnTo>
                            <a:pt x="5049" y="2180"/>
                          </a:lnTo>
                          <a:lnTo>
                            <a:pt x="5049" y="346"/>
                          </a:lnTo>
                          <a:close/>
                          <a:moveTo>
                            <a:pt x="6489" y="644"/>
                          </a:moveTo>
                          <a:lnTo>
                            <a:pt x="6489" y="644"/>
                          </a:lnTo>
                          <a:cubicBezTo>
                            <a:pt x="7311" y="953"/>
                            <a:pt x="8013" y="1489"/>
                            <a:pt x="8525" y="2192"/>
                          </a:cubicBezTo>
                          <a:lnTo>
                            <a:pt x="7597" y="2192"/>
                          </a:lnTo>
                          <a:cubicBezTo>
                            <a:pt x="7477" y="1918"/>
                            <a:pt x="7358" y="1680"/>
                            <a:pt x="7204" y="1453"/>
                          </a:cubicBezTo>
                          <a:cubicBezTo>
                            <a:pt x="7001" y="1132"/>
                            <a:pt x="6763" y="858"/>
                            <a:pt x="6489" y="644"/>
                          </a:cubicBezTo>
                          <a:close/>
                          <a:moveTo>
                            <a:pt x="2024" y="2513"/>
                          </a:moveTo>
                          <a:cubicBezTo>
                            <a:pt x="1786" y="3192"/>
                            <a:pt x="1655" y="3930"/>
                            <a:pt x="1632" y="4716"/>
                          </a:cubicBezTo>
                          <a:lnTo>
                            <a:pt x="334" y="4716"/>
                          </a:lnTo>
                          <a:cubicBezTo>
                            <a:pt x="358" y="3918"/>
                            <a:pt x="596" y="3168"/>
                            <a:pt x="1000" y="2513"/>
                          </a:cubicBezTo>
                          <a:close/>
                          <a:moveTo>
                            <a:pt x="8751" y="2513"/>
                          </a:moveTo>
                          <a:cubicBezTo>
                            <a:pt x="9156" y="3156"/>
                            <a:pt x="9394" y="3918"/>
                            <a:pt x="9430" y="4716"/>
                          </a:cubicBezTo>
                          <a:lnTo>
                            <a:pt x="8132" y="4716"/>
                          </a:lnTo>
                          <a:cubicBezTo>
                            <a:pt x="8120" y="3930"/>
                            <a:pt x="7978" y="3192"/>
                            <a:pt x="7728" y="2513"/>
                          </a:cubicBezTo>
                          <a:close/>
                          <a:moveTo>
                            <a:pt x="9430" y="5049"/>
                          </a:moveTo>
                          <a:cubicBezTo>
                            <a:pt x="9394" y="5811"/>
                            <a:pt x="9192" y="6549"/>
                            <a:pt x="8799" y="7192"/>
                          </a:cubicBezTo>
                          <a:cubicBezTo>
                            <a:pt x="8787" y="7204"/>
                            <a:pt x="8775" y="7228"/>
                            <a:pt x="8751" y="7252"/>
                          </a:cubicBezTo>
                          <a:lnTo>
                            <a:pt x="7728" y="7252"/>
                          </a:lnTo>
                          <a:cubicBezTo>
                            <a:pt x="7739" y="7204"/>
                            <a:pt x="7763" y="7156"/>
                            <a:pt x="7775" y="7097"/>
                          </a:cubicBezTo>
                          <a:cubicBezTo>
                            <a:pt x="8001" y="6466"/>
                            <a:pt x="8120" y="5775"/>
                            <a:pt x="8132" y="5049"/>
                          </a:cubicBezTo>
                          <a:close/>
                          <a:moveTo>
                            <a:pt x="1632" y="5061"/>
                          </a:moveTo>
                          <a:cubicBezTo>
                            <a:pt x="1655" y="5775"/>
                            <a:pt x="1762" y="6466"/>
                            <a:pt x="1989" y="7121"/>
                          </a:cubicBezTo>
                          <a:cubicBezTo>
                            <a:pt x="2001" y="7156"/>
                            <a:pt x="2013" y="7216"/>
                            <a:pt x="2024" y="7264"/>
                          </a:cubicBezTo>
                          <a:lnTo>
                            <a:pt x="989" y="7264"/>
                          </a:lnTo>
                          <a:cubicBezTo>
                            <a:pt x="584" y="6609"/>
                            <a:pt x="358" y="5847"/>
                            <a:pt x="334" y="5061"/>
                          </a:cubicBezTo>
                          <a:close/>
                          <a:moveTo>
                            <a:pt x="4882" y="1"/>
                          </a:moveTo>
                          <a:cubicBezTo>
                            <a:pt x="3572" y="1"/>
                            <a:pt x="2358" y="513"/>
                            <a:pt x="1429" y="1430"/>
                          </a:cubicBezTo>
                          <a:cubicBezTo>
                            <a:pt x="512" y="2358"/>
                            <a:pt x="0" y="3573"/>
                            <a:pt x="0" y="4882"/>
                          </a:cubicBezTo>
                          <a:cubicBezTo>
                            <a:pt x="0" y="6716"/>
                            <a:pt x="1012" y="8371"/>
                            <a:pt x="2644" y="9216"/>
                          </a:cubicBezTo>
                          <a:cubicBezTo>
                            <a:pt x="2667" y="9228"/>
                            <a:pt x="2679" y="9228"/>
                            <a:pt x="2715" y="9228"/>
                          </a:cubicBezTo>
                          <a:cubicBezTo>
                            <a:pt x="2775" y="9228"/>
                            <a:pt x="2834" y="9204"/>
                            <a:pt x="2858" y="9145"/>
                          </a:cubicBezTo>
                          <a:cubicBezTo>
                            <a:pt x="2905" y="9050"/>
                            <a:pt x="2882" y="8966"/>
                            <a:pt x="2786" y="8919"/>
                          </a:cubicBezTo>
                          <a:cubicBezTo>
                            <a:pt x="2167" y="8585"/>
                            <a:pt x="1643" y="8133"/>
                            <a:pt x="1239" y="7597"/>
                          </a:cubicBezTo>
                          <a:lnTo>
                            <a:pt x="2179" y="7597"/>
                          </a:lnTo>
                          <a:cubicBezTo>
                            <a:pt x="2382" y="8049"/>
                            <a:pt x="2644" y="8466"/>
                            <a:pt x="2941" y="8800"/>
                          </a:cubicBezTo>
                          <a:cubicBezTo>
                            <a:pt x="2972" y="8837"/>
                            <a:pt x="3013" y="8855"/>
                            <a:pt x="3057" y="8855"/>
                          </a:cubicBezTo>
                          <a:cubicBezTo>
                            <a:pt x="3097" y="8855"/>
                            <a:pt x="3140" y="8840"/>
                            <a:pt x="3179" y="8811"/>
                          </a:cubicBezTo>
                          <a:cubicBezTo>
                            <a:pt x="3251" y="8752"/>
                            <a:pt x="3251" y="8645"/>
                            <a:pt x="3191" y="8573"/>
                          </a:cubicBezTo>
                          <a:cubicBezTo>
                            <a:pt x="2941" y="8288"/>
                            <a:pt x="2727" y="7966"/>
                            <a:pt x="2548" y="7597"/>
                          </a:cubicBezTo>
                          <a:cubicBezTo>
                            <a:pt x="2644" y="7573"/>
                            <a:pt x="2703" y="7514"/>
                            <a:pt x="2703" y="7430"/>
                          </a:cubicBezTo>
                          <a:cubicBezTo>
                            <a:pt x="2703" y="7335"/>
                            <a:pt x="2620" y="7264"/>
                            <a:pt x="2536" y="7264"/>
                          </a:cubicBezTo>
                          <a:lnTo>
                            <a:pt x="2417" y="7264"/>
                          </a:lnTo>
                          <a:cubicBezTo>
                            <a:pt x="2167" y="6609"/>
                            <a:pt x="2001" y="5847"/>
                            <a:pt x="1977" y="5061"/>
                          </a:cubicBezTo>
                          <a:lnTo>
                            <a:pt x="2179" y="5061"/>
                          </a:lnTo>
                          <a:cubicBezTo>
                            <a:pt x="2263" y="5061"/>
                            <a:pt x="2346" y="4990"/>
                            <a:pt x="2346" y="4894"/>
                          </a:cubicBezTo>
                          <a:cubicBezTo>
                            <a:pt x="2346" y="4811"/>
                            <a:pt x="2263" y="4740"/>
                            <a:pt x="2179" y="4740"/>
                          </a:cubicBezTo>
                          <a:lnTo>
                            <a:pt x="1977" y="4740"/>
                          </a:lnTo>
                          <a:cubicBezTo>
                            <a:pt x="2001" y="3930"/>
                            <a:pt x="2155" y="3192"/>
                            <a:pt x="2417" y="2537"/>
                          </a:cubicBezTo>
                          <a:lnTo>
                            <a:pt x="4739" y="2537"/>
                          </a:lnTo>
                          <a:lnTo>
                            <a:pt x="4739" y="2906"/>
                          </a:lnTo>
                          <a:cubicBezTo>
                            <a:pt x="4739" y="2989"/>
                            <a:pt x="4810" y="3073"/>
                            <a:pt x="4894" y="3073"/>
                          </a:cubicBezTo>
                          <a:cubicBezTo>
                            <a:pt x="4989" y="3073"/>
                            <a:pt x="5061" y="2989"/>
                            <a:pt x="5061" y="2906"/>
                          </a:cubicBezTo>
                          <a:lnTo>
                            <a:pt x="5061" y="2537"/>
                          </a:lnTo>
                          <a:lnTo>
                            <a:pt x="7382" y="2537"/>
                          </a:lnTo>
                          <a:cubicBezTo>
                            <a:pt x="7632" y="3168"/>
                            <a:pt x="7787" y="3930"/>
                            <a:pt x="7811" y="4740"/>
                          </a:cubicBezTo>
                          <a:lnTo>
                            <a:pt x="7620" y="4740"/>
                          </a:lnTo>
                          <a:cubicBezTo>
                            <a:pt x="7537" y="4740"/>
                            <a:pt x="7454" y="4811"/>
                            <a:pt x="7454" y="4894"/>
                          </a:cubicBezTo>
                          <a:cubicBezTo>
                            <a:pt x="7454" y="4990"/>
                            <a:pt x="7537" y="5061"/>
                            <a:pt x="7620" y="5061"/>
                          </a:cubicBezTo>
                          <a:lnTo>
                            <a:pt x="7811" y="5061"/>
                          </a:lnTo>
                          <a:cubicBezTo>
                            <a:pt x="7799" y="5847"/>
                            <a:pt x="7656" y="6609"/>
                            <a:pt x="7382" y="7264"/>
                          </a:cubicBezTo>
                          <a:lnTo>
                            <a:pt x="7263" y="7264"/>
                          </a:lnTo>
                          <a:cubicBezTo>
                            <a:pt x="7180" y="7264"/>
                            <a:pt x="7096" y="7335"/>
                            <a:pt x="7096" y="7430"/>
                          </a:cubicBezTo>
                          <a:cubicBezTo>
                            <a:pt x="7096" y="7514"/>
                            <a:pt x="7156" y="7597"/>
                            <a:pt x="7251" y="7597"/>
                          </a:cubicBezTo>
                          <a:cubicBezTo>
                            <a:pt x="7073" y="7966"/>
                            <a:pt x="6846" y="8311"/>
                            <a:pt x="6608" y="8573"/>
                          </a:cubicBezTo>
                          <a:cubicBezTo>
                            <a:pt x="6549" y="8645"/>
                            <a:pt x="6549" y="8752"/>
                            <a:pt x="6620" y="8811"/>
                          </a:cubicBezTo>
                          <a:cubicBezTo>
                            <a:pt x="6656" y="8847"/>
                            <a:pt x="6704" y="8859"/>
                            <a:pt x="6739" y="8859"/>
                          </a:cubicBezTo>
                          <a:cubicBezTo>
                            <a:pt x="6787" y="8859"/>
                            <a:pt x="6835" y="8847"/>
                            <a:pt x="6882" y="8800"/>
                          </a:cubicBezTo>
                          <a:cubicBezTo>
                            <a:pt x="7180" y="8466"/>
                            <a:pt x="7442" y="8049"/>
                            <a:pt x="7632" y="7597"/>
                          </a:cubicBezTo>
                          <a:lnTo>
                            <a:pt x="8573" y="7597"/>
                          </a:lnTo>
                          <a:cubicBezTo>
                            <a:pt x="8204" y="8085"/>
                            <a:pt x="7739" y="8514"/>
                            <a:pt x="7192" y="8823"/>
                          </a:cubicBezTo>
                          <a:cubicBezTo>
                            <a:pt x="7120" y="8871"/>
                            <a:pt x="7085" y="8978"/>
                            <a:pt x="7132" y="9061"/>
                          </a:cubicBezTo>
                          <a:cubicBezTo>
                            <a:pt x="7163" y="9116"/>
                            <a:pt x="7215" y="9145"/>
                            <a:pt x="7274" y="9145"/>
                          </a:cubicBezTo>
                          <a:cubicBezTo>
                            <a:pt x="7305" y="9145"/>
                            <a:pt x="7338" y="9137"/>
                            <a:pt x="7370" y="9121"/>
                          </a:cubicBezTo>
                          <a:cubicBezTo>
                            <a:pt x="8097" y="8704"/>
                            <a:pt x="8704" y="8097"/>
                            <a:pt x="9144" y="7371"/>
                          </a:cubicBezTo>
                          <a:cubicBezTo>
                            <a:pt x="9585" y="6621"/>
                            <a:pt x="9811" y="5763"/>
                            <a:pt x="9811" y="4894"/>
                          </a:cubicBezTo>
                          <a:cubicBezTo>
                            <a:pt x="9763" y="3585"/>
                            <a:pt x="9263" y="2346"/>
                            <a:pt x="8335" y="1430"/>
                          </a:cubicBezTo>
                          <a:cubicBezTo>
                            <a:pt x="7418" y="513"/>
                            <a:pt x="6192" y="1"/>
                            <a:pt x="4882" y="1"/>
                          </a:cubicBezTo>
                          <a:close/>
                        </a:path>
                      </a:pathLst>
                    </a:custGeom>
                    <a:grpFill/>
                    <a:ln>
                      <a:noFill/>
                    </a:ln>
                  </p:spPr>
                  <p:txBody>
                    <a:bodyPr spcFirstLastPara="1" wrap="square" lIns="68569" tIns="68569" rIns="68569" bIns="68569" anchor="ctr" anchorCtr="0">
                      <a:noAutofit/>
                    </a:bodyPr>
                    <a:lstStyle/>
                    <a:p>
                      <a:pPr defTabSz="685800">
                        <a:buClrTx/>
                      </a:pPr>
                      <a:endParaRPr sz="1350" kern="1200">
                        <a:solidFill>
                          <a:prstClr val="black"/>
                        </a:solidFill>
                        <a:latin typeface="Calibri" panose="020F0502020204030204"/>
                        <a:ea typeface="+mn-ea"/>
                        <a:cs typeface="+mn-cs"/>
                      </a:endParaRPr>
                    </a:p>
                  </p:txBody>
                </p:sp>
              </p:grpSp>
            </p:grpSp>
          </p:grpSp>
        </p:grpSp>
      </p:grpSp>
      <p:sp>
        <p:nvSpPr>
          <p:cNvPr id="140" name="TextBox 139"/>
          <p:cNvSpPr txBox="1"/>
          <p:nvPr/>
        </p:nvSpPr>
        <p:spPr>
          <a:xfrm>
            <a:off x="254000" y="4898597"/>
            <a:ext cx="939681" cy="246221"/>
          </a:xfrm>
          <a:prstGeom prst="rect">
            <a:avLst/>
          </a:prstGeom>
          <a:noFill/>
        </p:spPr>
        <p:txBody>
          <a:bodyPr wrap="none">
            <a:spAutoFit/>
          </a:bodyPr>
          <a:lstStyle/>
          <a:p>
            <a:r>
              <a:rPr lang="fr-FR" sz="1000" dirty="0">
                <a:solidFill>
                  <a:srgbClr val="FFFFFF"/>
                </a:solidFill>
              </a:rPr>
              <a:t>33 | Etat d’art</a:t>
            </a:r>
          </a:p>
        </p:txBody>
      </p:sp>
    </p:spTree>
    <p:extLst>
      <p:ext uri="{BB962C8B-B14F-4D97-AF65-F5344CB8AC3E}">
        <p14:creationId xmlns:p14="http://schemas.microsoft.com/office/powerpoint/2010/main" val="2882468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50000">
                                          <p:cBhvr additive="base">
                                            <p:cTn id="7" dur="2000" fill="hold"/>
                                            <p:tgtEl>
                                              <p:spTgt spid="5"/>
                                            </p:tgtEl>
                                            <p:attrNameLst>
                                              <p:attrName>ppt_x</p:attrName>
                                            </p:attrNameLst>
                                          </p:cBhvr>
                                          <p:tavLst>
                                            <p:tav tm="0">
                                              <p:val>
                                                <p:strVal val="#ppt_x"/>
                                              </p:val>
                                            </p:tav>
                                            <p:tav tm="100000">
                                              <p:val>
                                                <p:strVal val="#ppt_x"/>
                                              </p:val>
                                            </p:tav>
                                          </p:tavLst>
                                        </p:anim>
                                        <p:anim calcmode="lin" valueType="num" p14:bounceEnd="50000">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50000">
                                      <p:stCondLst>
                                        <p:cond delay="0"/>
                                      </p:stCondLst>
                                      <p:childTnLst>
                                        <p:set>
                                          <p:cBhvr>
                                            <p:cTn id="10" dur="1" fill="hold">
                                              <p:stCondLst>
                                                <p:cond delay="0"/>
                                              </p:stCondLst>
                                            </p:cTn>
                                            <p:tgtEl>
                                              <p:spTgt spid="139"/>
                                            </p:tgtEl>
                                            <p:attrNameLst>
                                              <p:attrName>style.visibility</p:attrName>
                                            </p:attrNameLst>
                                          </p:cBhvr>
                                          <p:to>
                                            <p:strVal val="visible"/>
                                          </p:to>
                                        </p:set>
                                        <p:anim calcmode="lin" valueType="num" p14:bounceEnd="50000">
                                          <p:cBhvr additive="base">
                                            <p:cTn id="11" dur="2000" fill="hold"/>
                                            <p:tgtEl>
                                              <p:spTgt spid="139"/>
                                            </p:tgtEl>
                                            <p:attrNameLst>
                                              <p:attrName>ppt_x</p:attrName>
                                            </p:attrNameLst>
                                          </p:cBhvr>
                                          <p:tavLst>
                                            <p:tav tm="0">
                                              <p:val>
                                                <p:strVal val="#ppt_x"/>
                                              </p:val>
                                            </p:tav>
                                            <p:tav tm="100000">
                                              <p:val>
                                                <p:strVal val="#ppt_x"/>
                                              </p:val>
                                            </p:tav>
                                          </p:tavLst>
                                        </p:anim>
                                        <p:anim calcmode="lin" valueType="num" p14:bounceEnd="50000">
                                          <p:cBhvr additive="base">
                                            <p:cTn id="12" dur="20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p:bldP spid="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ppt_x"/>
                                              </p:val>
                                            </p:tav>
                                            <p:tav tm="100000">
                                              <p:val>
                                                <p:strVal val="#ppt_x"/>
                                              </p:val>
                                            </p:tav>
                                          </p:tavLst>
                                        </p:anim>
                                        <p:anim calcmode="lin" valueType="num">
                                          <p:cBhvr additive="base">
                                            <p:cTn id="8" dur="20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9"/>
                                            </p:tgtEl>
                                            <p:attrNameLst>
                                              <p:attrName>style.visibility</p:attrName>
                                            </p:attrNameLst>
                                          </p:cBhvr>
                                          <p:to>
                                            <p:strVal val="visible"/>
                                          </p:to>
                                        </p:set>
                                        <p:anim calcmode="lin" valueType="num">
                                          <p:cBhvr additive="base">
                                            <p:cTn id="11" dur="2000" fill="hold"/>
                                            <p:tgtEl>
                                              <p:spTgt spid="139"/>
                                            </p:tgtEl>
                                            <p:attrNameLst>
                                              <p:attrName>ppt_x</p:attrName>
                                            </p:attrNameLst>
                                          </p:cBhvr>
                                          <p:tavLst>
                                            <p:tav tm="0">
                                              <p:val>
                                                <p:strVal val="#ppt_x"/>
                                              </p:val>
                                            </p:tav>
                                            <p:tav tm="100000">
                                              <p:val>
                                                <p:strVal val="#ppt_x"/>
                                              </p:val>
                                            </p:tav>
                                          </p:tavLst>
                                        </p:anim>
                                        <p:anim calcmode="lin" valueType="num">
                                          <p:cBhvr additive="base">
                                            <p:cTn id="12" dur="2000" fill="hold"/>
                                            <p:tgtEl>
                                              <p:spTgt spid="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animBg="1"/>
          <p:bldP spid="5" grpId="0" animBg="1"/>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a:extLst>
              <a:ext uri="{FF2B5EF4-FFF2-40B4-BE49-F238E27FC236}">
                <a16:creationId xmlns:a16="http://schemas.microsoft.com/office/drawing/2014/main" id="{58B33969-7D5E-2633-057E-64B568959454}"/>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1D8E99CF-BB01-48ED-8803-1DBB856E1CE7}"/>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D24FA753-EB81-D31D-EE63-44B86B8B5DB1}"/>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74C1FD89-DB9F-C693-C964-B6E128E47EA9}"/>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812BA7B4-B375-44EE-8838-D94A1A91277F}"/>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F3DC31B2-7DC2-4A78-9833-59714A7408E6}"/>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7BF0A91A-D06A-4F30-9C5D-20DD77D6A96B}"/>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9697DD54-ECE6-4B9F-AE3E-3CBC2EC64465}"/>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ABF474BF-C239-4541-9558-6539A1E42E61}"/>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A841F63A-D0F7-4DAA-A3F0-57945B5D38C2}"/>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73FC0303-FAE4-49B7-88B2-EE5DAB221236}"/>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2AF7B233-47C9-4C7C-8B45-A3B949FEB426}"/>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B32C49DD-B95B-4B5F-9C3D-6AFAADB69CBE}"/>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38A16B46-FC77-40C3-8D91-7A84729C98BB}"/>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F5543740-561B-44DE-9CBB-33ED442E65EF}"/>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0AA543C2-79F4-4F68-A51F-849A6E09809D}"/>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2056CE43-7B41-4301-B553-2B105736B41E}"/>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4268DCE9-939F-4AC6-BC38-65123B5EA58A}"/>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3AFBD76E-5EA3-45CB-8CA1-501240046FC9}"/>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3E51E18B-A787-4B72-8A7B-7D02EACEF6C2}"/>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ADF9AFEA-0122-494C-92F4-7F1A9A5769C8}"/>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AD7E7DD6-FA3E-4186-95BF-3A57DB155DA8}"/>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857C2BCF-8D73-452A-999E-607B2AF9FC5A}"/>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E0351237-1E72-4899-9DAE-02F6153EF1FE}"/>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9FA02A40-5124-4408-959A-97C3C3C3D4DE}"/>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F0A04792-6106-4883-8BE0-700726DEB3DC}"/>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8312EC17-493B-40BB-9C18-004483969FE6}"/>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3E57AC7D-52EF-472D-B6B5-B773B5D890E0}"/>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598E3518-95B2-45F6-8EBE-A6104B43E0C4}"/>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99BEA96D-4C67-4679-921C-96E83F43C9A0}"/>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7D8F780E-7544-4608-ADCA-E7904953AD7E}"/>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2ABE03D3-9CB5-4264-AF0C-FEECB6836AE6}"/>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058EBD3F-DE6A-498F-BEB6-DBA16D9E5DAE}"/>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C93D9DE6-8E04-457E-825F-1ADFDCF5BFFA}"/>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9E6325AD-2ABC-4ED0-A309-2C8F557A39C0}"/>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6C43D2B3-872C-453C-B051-8F9E69AC354B}"/>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0239C298-3011-4EFE-A688-B6E3B2F5E21F}"/>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0620EAFA-1F48-4D40-908A-8101E7B6D9AF}"/>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88EB50DA-C23F-4B2B-9ECA-4E6EBE97E1B3}"/>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7D8A970C-A770-4E8F-8968-72EB43EE567D}"/>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1B400B74-69E7-46A7-8598-8E1A5EF1233A}"/>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10DB4E8C-0DD2-42F3-9FAB-E803AFB96327}"/>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7BD3CA51-B882-4E85-8C3E-8DBE1D871615}"/>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2E30A7A8-5F59-4A4A-9370-2ED717342A4A}"/>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717179C1-98A2-4D49-9DA7-D50DE0A7F725}"/>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B5CD361A-4416-41FB-A916-42D376D0E75D}"/>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5AEC21ED-8302-482A-A915-548C77D57E4D}"/>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031990A6-941A-4BC6-8158-16E602DCCA16}"/>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4FBD931B-5C45-4367-BBFD-4E7AA15D3566}"/>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1F10150D-28E1-49A4-9A6C-7112E2D593C0}"/>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9E39D803-85E9-4CED-93E6-539CB74485C4}"/>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651D468B-EEFC-4D99-AE68-7D31C56C12C5}"/>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84FCFC58-9502-4D01-86FC-CFFF55BCB91F}"/>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500C8CAD-8773-497F-8BD4-C2079FFD08B1}"/>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364752C1-C639-4D8E-B328-0DBD85B71844}"/>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C718D515-0A89-476E-9229-56B0DFD571D9}"/>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056B5ABC-CF34-4D9C-8991-C09E3CE2FEE3}"/>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0504D3F7-0CD2-4473-9763-4C67F6D1BD57}"/>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832D9450-2642-40C4-9233-2E1B1D2F97A1}"/>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789A0F7D-E417-4FCC-B155-CA084C7230E9}"/>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1355E135-1168-4532-A33F-26FBBC67C688}"/>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305A5BA9-E5E1-40F2-A3E7-C4DD65128A53}"/>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69DBDAC2-07F2-45D1-8C70-30A556125937}"/>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D93B125D-1077-49A3-B147-1F309A81D0E2}"/>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DA3D2F0E-FC8A-47B1-B8E3-68886B48338E}"/>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09308A42-D133-44A5-B048-2104C7F1A261}"/>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12A8BFA2-0E85-48CD-8F44-EA2FC5D54684}"/>
              </a:ext>
            </a:extLst>
          </p:cNvPr>
          <p:cNvSpPr txBox="1">
            <a:spLocks/>
          </p:cNvSpPr>
          <p:nvPr/>
        </p:nvSpPr>
        <p:spPr>
          <a:xfrm>
            <a:off x="769393" y="1496697"/>
            <a:ext cx="4389210" cy="1692580"/>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800" dirty="0">
                <a:solidFill>
                  <a:schemeClr val="accent1"/>
                </a:solidFill>
              </a:rPr>
              <a:t>Approche proposée</a:t>
            </a:r>
          </a:p>
          <a:p>
            <a:pPr algn="ctr"/>
            <a:endParaRPr lang="fr-FR" dirty="0">
              <a:solidFill>
                <a:schemeClr val="accent1"/>
              </a:solidFill>
            </a:endParaRPr>
          </a:p>
        </p:txBody>
      </p:sp>
      <p:sp>
        <p:nvSpPr>
          <p:cNvPr id="71" name="TextBox 70"/>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34</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853728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Shape 466"/>
        <p:cNvGrpSpPr/>
        <p:nvPr/>
      </p:nvGrpSpPr>
      <p:grpSpPr>
        <a:xfrm>
          <a:off x="0" y="0"/>
          <a:ext cx="0" cy="0"/>
          <a:chOff x="0" y="0"/>
          <a:chExt cx="0" cy="0"/>
        </a:xfrm>
      </p:grpSpPr>
      <p:grpSp>
        <p:nvGrpSpPr>
          <p:cNvPr id="467" name="Google Shape;467;p25"/>
          <p:cNvGrpSpPr/>
          <p:nvPr/>
        </p:nvGrpSpPr>
        <p:grpSpPr>
          <a:xfrm>
            <a:off x="-48169" y="1768356"/>
            <a:ext cx="9649203" cy="4206948"/>
            <a:chOff x="-48169" y="1768356"/>
            <a:chExt cx="9649203" cy="4206948"/>
          </a:xfrm>
        </p:grpSpPr>
        <p:sp>
          <p:nvSpPr>
            <p:cNvPr id="468" name="Google Shape;468;p25"/>
            <p:cNvSpPr/>
            <p:nvPr/>
          </p:nvSpPr>
          <p:spPr>
            <a:xfrm>
              <a:off x="-48169" y="2110120"/>
              <a:ext cx="9649203" cy="3865184"/>
            </a:xfrm>
            <a:custGeom>
              <a:avLst/>
              <a:gdLst/>
              <a:ahLst/>
              <a:cxnLst/>
              <a:rect l="l" t="t" r="r" b="b"/>
              <a:pathLst>
                <a:path w="44891" h="17982" extrusionOk="0">
                  <a:moveTo>
                    <a:pt x="0" y="1"/>
                  </a:moveTo>
                  <a:lnTo>
                    <a:pt x="0" y="687"/>
                  </a:lnTo>
                  <a:lnTo>
                    <a:pt x="10048" y="3398"/>
                  </a:lnTo>
                  <a:lnTo>
                    <a:pt x="10175" y="3434"/>
                  </a:lnTo>
                  <a:lnTo>
                    <a:pt x="10247" y="3470"/>
                  </a:lnTo>
                  <a:lnTo>
                    <a:pt x="10356" y="3507"/>
                  </a:lnTo>
                  <a:lnTo>
                    <a:pt x="10428" y="3560"/>
                  </a:lnTo>
                  <a:lnTo>
                    <a:pt x="10500" y="3615"/>
                  </a:lnTo>
                  <a:lnTo>
                    <a:pt x="10554" y="3669"/>
                  </a:lnTo>
                  <a:lnTo>
                    <a:pt x="10590" y="3723"/>
                  </a:lnTo>
                  <a:lnTo>
                    <a:pt x="10626" y="3796"/>
                  </a:lnTo>
                  <a:lnTo>
                    <a:pt x="10500" y="2946"/>
                  </a:lnTo>
                  <a:lnTo>
                    <a:pt x="10482" y="2892"/>
                  </a:lnTo>
                  <a:lnTo>
                    <a:pt x="10445" y="2837"/>
                  </a:lnTo>
                  <a:lnTo>
                    <a:pt x="10392" y="2784"/>
                  </a:lnTo>
                  <a:lnTo>
                    <a:pt x="10320" y="2729"/>
                  </a:lnTo>
                  <a:lnTo>
                    <a:pt x="10229" y="2675"/>
                  </a:lnTo>
                  <a:lnTo>
                    <a:pt x="10139" y="2620"/>
                  </a:lnTo>
                  <a:lnTo>
                    <a:pt x="10067" y="2603"/>
                  </a:lnTo>
                  <a:lnTo>
                    <a:pt x="9939" y="2567"/>
                  </a:lnTo>
                  <a:lnTo>
                    <a:pt x="0" y="1"/>
                  </a:lnTo>
                  <a:close/>
                  <a:moveTo>
                    <a:pt x="15235" y="2675"/>
                  </a:moveTo>
                  <a:lnTo>
                    <a:pt x="15235" y="2909"/>
                  </a:lnTo>
                  <a:lnTo>
                    <a:pt x="15180" y="3145"/>
                  </a:lnTo>
                  <a:lnTo>
                    <a:pt x="15091" y="3379"/>
                  </a:lnTo>
                  <a:lnTo>
                    <a:pt x="14910" y="3632"/>
                  </a:lnTo>
                  <a:lnTo>
                    <a:pt x="14674" y="3885"/>
                  </a:lnTo>
                  <a:lnTo>
                    <a:pt x="14385" y="4138"/>
                  </a:lnTo>
                  <a:lnTo>
                    <a:pt x="14151" y="4302"/>
                  </a:lnTo>
                  <a:lnTo>
                    <a:pt x="13717" y="4572"/>
                  </a:lnTo>
                  <a:lnTo>
                    <a:pt x="12271" y="5386"/>
                  </a:lnTo>
                  <a:lnTo>
                    <a:pt x="12144" y="5458"/>
                  </a:lnTo>
                  <a:lnTo>
                    <a:pt x="12036" y="5531"/>
                  </a:lnTo>
                  <a:lnTo>
                    <a:pt x="11927" y="5620"/>
                  </a:lnTo>
                  <a:lnTo>
                    <a:pt x="11855" y="5711"/>
                  </a:lnTo>
                  <a:lnTo>
                    <a:pt x="11802" y="5801"/>
                  </a:lnTo>
                  <a:lnTo>
                    <a:pt x="11765" y="5873"/>
                  </a:lnTo>
                  <a:lnTo>
                    <a:pt x="11729" y="5964"/>
                  </a:lnTo>
                  <a:lnTo>
                    <a:pt x="11729" y="6054"/>
                  </a:lnTo>
                  <a:lnTo>
                    <a:pt x="11855" y="6994"/>
                  </a:lnTo>
                  <a:lnTo>
                    <a:pt x="11855" y="6904"/>
                  </a:lnTo>
                  <a:lnTo>
                    <a:pt x="11874" y="6813"/>
                  </a:lnTo>
                  <a:lnTo>
                    <a:pt x="11910" y="6723"/>
                  </a:lnTo>
                  <a:lnTo>
                    <a:pt x="11982" y="6632"/>
                  </a:lnTo>
                  <a:lnTo>
                    <a:pt x="12055" y="6543"/>
                  </a:lnTo>
                  <a:lnTo>
                    <a:pt x="12144" y="6470"/>
                  </a:lnTo>
                  <a:lnTo>
                    <a:pt x="12253" y="6379"/>
                  </a:lnTo>
                  <a:lnTo>
                    <a:pt x="12380" y="6290"/>
                  </a:lnTo>
                  <a:lnTo>
                    <a:pt x="13807" y="5458"/>
                  </a:lnTo>
                  <a:lnTo>
                    <a:pt x="14223" y="5187"/>
                  </a:lnTo>
                  <a:lnTo>
                    <a:pt x="14457" y="5025"/>
                  </a:lnTo>
                  <a:lnTo>
                    <a:pt x="14765" y="4753"/>
                  </a:lnTo>
                  <a:lnTo>
                    <a:pt x="14982" y="4500"/>
                  </a:lnTo>
                  <a:lnTo>
                    <a:pt x="15163" y="4247"/>
                  </a:lnTo>
                  <a:lnTo>
                    <a:pt x="15253" y="3994"/>
                  </a:lnTo>
                  <a:lnTo>
                    <a:pt x="15307" y="3741"/>
                  </a:lnTo>
                  <a:lnTo>
                    <a:pt x="15307" y="3507"/>
                  </a:lnTo>
                  <a:lnTo>
                    <a:pt x="15235" y="2675"/>
                  </a:lnTo>
                  <a:close/>
                  <a:moveTo>
                    <a:pt x="34047" y="4825"/>
                  </a:moveTo>
                  <a:lnTo>
                    <a:pt x="33975" y="5097"/>
                  </a:lnTo>
                  <a:lnTo>
                    <a:pt x="33902" y="5278"/>
                  </a:lnTo>
                  <a:lnTo>
                    <a:pt x="33704" y="5567"/>
                  </a:lnTo>
                  <a:lnTo>
                    <a:pt x="31861" y="7808"/>
                  </a:lnTo>
                  <a:lnTo>
                    <a:pt x="31806" y="7897"/>
                  </a:lnTo>
                  <a:lnTo>
                    <a:pt x="31753" y="8006"/>
                  </a:lnTo>
                  <a:lnTo>
                    <a:pt x="31734" y="8114"/>
                  </a:lnTo>
                  <a:lnTo>
                    <a:pt x="31625" y="9109"/>
                  </a:lnTo>
                  <a:lnTo>
                    <a:pt x="31644" y="9000"/>
                  </a:lnTo>
                  <a:lnTo>
                    <a:pt x="31680" y="8892"/>
                  </a:lnTo>
                  <a:lnTo>
                    <a:pt x="31753" y="8801"/>
                  </a:lnTo>
                  <a:lnTo>
                    <a:pt x="33577" y="6488"/>
                  </a:lnTo>
                  <a:lnTo>
                    <a:pt x="33777" y="6199"/>
                  </a:lnTo>
                  <a:lnTo>
                    <a:pt x="33866" y="6000"/>
                  </a:lnTo>
                  <a:lnTo>
                    <a:pt x="33921" y="5729"/>
                  </a:lnTo>
                  <a:lnTo>
                    <a:pt x="34047" y="4825"/>
                  </a:lnTo>
                  <a:close/>
                  <a:moveTo>
                    <a:pt x="26620" y="3290"/>
                  </a:moveTo>
                  <a:lnTo>
                    <a:pt x="26440" y="3307"/>
                  </a:lnTo>
                  <a:lnTo>
                    <a:pt x="26295" y="3326"/>
                  </a:lnTo>
                  <a:lnTo>
                    <a:pt x="26132" y="3343"/>
                  </a:lnTo>
                  <a:lnTo>
                    <a:pt x="25987" y="3379"/>
                  </a:lnTo>
                  <a:lnTo>
                    <a:pt x="25843" y="3415"/>
                  </a:lnTo>
                  <a:lnTo>
                    <a:pt x="25698" y="3452"/>
                  </a:lnTo>
                  <a:lnTo>
                    <a:pt x="25590" y="3507"/>
                  </a:lnTo>
                  <a:lnTo>
                    <a:pt x="25464" y="3560"/>
                  </a:lnTo>
                  <a:lnTo>
                    <a:pt x="25391" y="3596"/>
                  </a:lnTo>
                  <a:lnTo>
                    <a:pt x="25300" y="3651"/>
                  </a:lnTo>
                  <a:lnTo>
                    <a:pt x="20132" y="7627"/>
                  </a:lnTo>
                  <a:lnTo>
                    <a:pt x="19662" y="7952"/>
                  </a:lnTo>
                  <a:lnTo>
                    <a:pt x="19139" y="8259"/>
                  </a:lnTo>
                  <a:lnTo>
                    <a:pt x="18542" y="8531"/>
                  </a:lnTo>
                  <a:lnTo>
                    <a:pt x="17910" y="8801"/>
                  </a:lnTo>
                  <a:lnTo>
                    <a:pt x="17223" y="9018"/>
                  </a:lnTo>
                  <a:lnTo>
                    <a:pt x="16500" y="9217"/>
                  </a:lnTo>
                  <a:lnTo>
                    <a:pt x="15741" y="9398"/>
                  </a:lnTo>
                  <a:lnTo>
                    <a:pt x="14946" y="9524"/>
                  </a:lnTo>
                  <a:lnTo>
                    <a:pt x="14151" y="9632"/>
                  </a:lnTo>
                  <a:lnTo>
                    <a:pt x="13337" y="9687"/>
                  </a:lnTo>
                  <a:lnTo>
                    <a:pt x="12524" y="9723"/>
                  </a:lnTo>
                  <a:lnTo>
                    <a:pt x="11710" y="9704"/>
                  </a:lnTo>
                  <a:lnTo>
                    <a:pt x="10934" y="9651"/>
                  </a:lnTo>
                  <a:lnTo>
                    <a:pt x="10175" y="9560"/>
                  </a:lnTo>
                  <a:lnTo>
                    <a:pt x="9470" y="9415"/>
                  </a:lnTo>
                  <a:lnTo>
                    <a:pt x="9000" y="9307"/>
                  </a:lnTo>
                  <a:lnTo>
                    <a:pt x="8368" y="9109"/>
                  </a:lnTo>
                  <a:lnTo>
                    <a:pt x="7790" y="8892"/>
                  </a:lnTo>
                  <a:lnTo>
                    <a:pt x="7301" y="8639"/>
                  </a:lnTo>
                  <a:lnTo>
                    <a:pt x="6903" y="8367"/>
                  </a:lnTo>
                  <a:lnTo>
                    <a:pt x="6578" y="8078"/>
                  </a:lnTo>
                  <a:lnTo>
                    <a:pt x="6344" y="7772"/>
                  </a:lnTo>
                  <a:lnTo>
                    <a:pt x="6181" y="7464"/>
                  </a:lnTo>
                  <a:lnTo>
                    <a:pt x="6091" y="7138"/>
                  </a:lnTo>
                  <a:lnTo>
                    <a:pt x="6091" y="7138"/>
                  </a:lnTo>
                  <a:lnTo>
                    <a:pt x="6272" y="8114"/>
                  </a:lnTo>
                  <a:lnTo>
                    <a:pt x="6361" y="8439"/>
                  </a:lnTo>
                  <a:lnTo>
                    <a:pt x="6542" y="8747"/>
                  </a:lnTo>
                  <a:lnTo>
                    <a:pt x="6778" y="9073"/>
                  </a:lnTo>
                  <a:lnTo>
                    <a:pt x="7103" y="9362"/>
                  </a:lnTo>
                  <a:lnTo>
                    <a:pt x="7500" y="9651"/>
                  </a:lnTo>
                  <a:lnTo>
                    <a:pt x="7970" y="9904"/>
                  </a:lnTo>
                  <a:lnTo>
                    <a:pt x="8549" y="10138"/>
                  </a:lnTo>
                  <a:lnTo>
                    <a:pt x="9180" y="10338"/>
                  </a:lnTo>
                  <a:lnTo>
                    <a:pt x="9633" y="10446"/>
                  </a:lnTo>
                  <a:lnTo>
                    <a:pt x="10337" y="10591"/>
                  </a:lnTo>
                  <a:lnTo>
                    <a:pt x="11079" y="10680"/>
                  </a:lnTo>
                  <a:lnTo>
                    <a:pt x="11855" y="10735"/>
                  </a:lnTo>
                  <a:lnTo>
                    <a:pt x="12650" y="10753"/>
                  </a:lnTo>
                  <a:lnTo>
                    <a:pt x="13445" y="10735"/>
                  </a:lnTo>
                  <a:lnTo>
                    <a:pt x="14259" y="10663"/>
                  </a:lnTo>
                  <a:lnTo>
                    <a:pt x="15036" y="10555"/>
                  </a:lnTo>
                  <a:lnTo>
                    <a:pt x="15813" y="10427"/>
                  </a:lnTo>
                  <a:lnTo>
                    <a:pt x="16572" y="10247"/>
                  </a:lnTo>
                  <a:lnTo>
                    <a:pt x="17295" y="10049"/>
                  </a:lnTo>
                  <a:lnTo>
                    <a:pt x="17963" y="9813"/>
                  </a:lnTo>
                  <a:lnTo>
                    <a:pt x="18596" y="9543"/>
                  </a:lnTo>
                  <a:lnTo>
                    <a:pt x="19175" y="9253"/>
                  </a:lnTo>
                  <a:lnTo>
                    <a:pt x="19698" y="8945"/>
                  </a:lnTo>
                  <a:lnTo>
                    <a:pt x="20151" y="8620"/>
                  </a:lnTo>
                  <a:lnTo>
                    <a:pt x="25283" y="4519"/>
                  </a:lnTo>
                  <a:lnTo>
                    <a:pt x="25373" y="4464"/>
                  </a:lnTo>
                  <a:lnTo>
                    <a:pt x="25445" y="4410"/>
                  </a:lnTo>
                  <a:lnTo>
                    <a:pt x="25553" y="4355"/>
                  </a:lnTo>
                  <a:lnTo>
                    <a:pt x="25681" y="4319"/>
                  </a:lnTo>
                  <a:lnTo>
                    <a:pt x="25806" y="4266"/>
                  </a:lnTo>
                  <a:lnTo>
                    <a:pt x="25951" y="4229"/>
                  </a:lnTo>
                  <a:lnTo>
                    <a:pt x="26096" y="4193"/>
                  </a:lnTo>
                  <a:lnTo>
                    <a:pt x="26240" y="4175"/>
                  </a:lnTo>
                  <a:lnTo>
                    <a:pt x="26403" y="4157"/>
                  </a:lnTo>
                  <a:lnTo>
                    <a:pt x="26565" y="4138"/>
                  </a:lnTo>
                  <a:lnTo>
                    <a:pt x="27090" y="4138"/>
                  </a:lnTo>
                  <a:lnTo>
                    <a:pt x="27252" y="4157"/>
                  </a:lnTo>
                  <a:lnTo>
                    <a:pt x="27433" y="4175"/>
                  </a:lnTo>
                  <a:lnTo>
                    <a:pt x="27596" y="4211"/>
                  </a:lnTo>
                  <a:lnTo>
                    <a:pt x="27777" y="4247"/>
                  </a:lnTo>
                  <a:lnTo>
                    <a:pt x="27939" y="4283"/>
                  </a:lnTo>
                  <a:lnTo>
                    <a:pt x="28047" y="4319"/>
                  </a:lnTo>
                  <a:lnTo>
                    <a:pt x="28192" y="4355"/>
                  </a:lnTo>
                  <a:lnTo>
                    <a:pt x="28319" y="4410"/>
                  </a:lnTo>
                  <a:lnTo>
                    <a:pt x="28445" y="4482"/>
                  </a:lnTo>
                  <a:lnTo>
                    <a:pt x="28553" y="4536"/>
                  </a:lnTo>
                  <a:lnTo>
                    <a:pt x="28644" y="4608"/>
                  </a:lnTo>
                  <a:lnTo>
                    <a:pt x="28734" y="4663"/>
                  </a:lnTo>
                  <a:lnTo>
                    <a:pt x="28789" y="4735"/>
                  </a:lnTo>
                  <a:lnTo>
                    <a:pt x="28842" y="4808"/>
                  </a:lnTo>
                  <a:lnTo>
                    <a:pt x="28879" y="4897"/>
                  </a:lnTo>
                  <a:lnTo>
                    <a:pt x="28915" y="4970"/>
                  </a:lnTo>
                  <a:lnTo>
                    <a:pt x="28915" y="5042"/>
                  </a:lnTo>
                  <a:lnTo>
                    <a:pt x="28987" y="4157"/>
                  </a:lnTo>
                  <a:lnTo>
                    <a:pt x="28970" y="4085"/>
                  </a:lnTo>
                  <a:lnTo>
                    <a:pt x="28951" y="4013"/>
                  </a:lnTo>
                  <a:lnTo>
                    <a:pt x="28915" y="3940"/>
                  </a:lnTo>
                  <a:lnTo>
                    <a:pt x="28861" y="3868"/>
                  </a:lnTo>
                  <a:lnTo>
                    <a:pt x="28789" y="3796"/>
                  </a:lnTo>
                  <a:lnTo>
                    <a:pt x="28698" y="3741"/>
                  </a:lnTo>
                  <a:lnTo>
                    <a:pt x="28608" y="3669"/>
                  </a:lnTo>
                  <a:lnTo>
                    <a:pt x="28500" y="3615"/>
                  </a:lnTo>
                  <a:lnTo>
                    <a:pt x="28373" y="3560"/>
                  </a:lnTo>
                  <a:lnTo>
                    <a:pt x="28247" y="3507"/>
                  </a:lnTo>
                  <a:lnTo>
                    <a:pt x="28102" y="3452"/>
                  </a:lnTo>
                  <a:lnTo>
                    <a:pt x="27994" y="3415"/>
                  </a:lnTo>
                  <a:lnTo>
                    <a:pt x="27830" y="3379"/>
                  </a:lnTo>
                  <a:lnTo>
                    <a:pt x="27650" y="3343"/>
                  </a:lnTo>
                  <a:lnTo>
                    <a:pt x="27488" y="3326"/>
                  </a:lnTo>
                  <a:lnTo>
                    <a:pt x="27307" y="3307"/>
                  </a:lnTo>
                  <a:lnTo>
                    <a:pt x="27126" y="3290"/>
                  </a:lnTo>
                  <a:close/>
                  <a:moveTo>
                    <a:pt x="25825" y="8061"/>
                  </a:moveTo>
                  <a:lnTo>
                    <a:pt x="25770" y="9054"/>
                  </a:lnTo>
                  <a:lnTo>
                    <a:pt x="25806" y="9434"/>
                  </a:lnTo>
                  <a:lnTo>
                    <a:pt x="25897" y="9832"/>
                  </a:lnTo>
                  <a:lnTo>
                    <a:pt x="26059" y="10229"/>
                  </a:lnTo>
                  <a:lnTo>
                    <a:pt x="26312" y="10644"/>
                  </a:lnTo>
                  <a:lnTo>
                    <a:pt x="26638" y="11042"/>
                  </a:lnTo>
                  <a:lnTo>
                    <a:pt x="27035" y="11458"/>
                  </a:lnTo>
                  <a:lnTo>
                    <a:pt x="27505" y="11856"/>
                  </a:lnTo>
                  <a:lnTo>
                    <a:pt x="28066" y="12235"/>
                  </a:lnTo>
                  <a:lnTo>
                    <a:pt x="28698" y="12615"/>
                  </a:lnTo>
                  <a:lnTo>
                    <a:pt x="29403" y="12957"/>
                  </a:lnTo>
                  <a:lnTo>
                    <a:pt x="30180" y="13301"/>
                  </a:lnTo>
                  <a:lnTo>
                    <a:pt x="31047" y="13591"/>
                  </a:lnTo>
                  <a:lnTo>
                    <a:pt x="44890" y="17981"/>
                  </a:lnTo>
                  <a:lnTo>
                    <a:pt x="44890" y="16663"/>
                  </a:lnTo>
                  <a:lnTo>
                    <a:pt x="31156" y="12488"/>
                  </a:lnTo>
                  <a:lnTo>
                    <a:pt x="30288" y="12198"/>
                  </a:lnTo>
                  <a:lnTo>
                    <a:pt x="29493" y="11873"/>
                  </a:lnTo>
                  <a:lnTo>
                    <a:pt x="28770" y="11530"/>
                  </a:lnTo>
                  <a:lnTo>
                    <a:pt x="28138" y="11169"/>
                  </a:lnTo>
                  <a:lnTo>
                    <a:pt x="27577" y="10789"/>
                  </a:lnTo>
                  <a:lnTo>
                    <a:pt x="27090" y="10391"/>
                  </a:lnTo>
                  <a:lnTo>
                    <a:pt x="26693" y="9994"/>
                  </a:lnTo>
                  <a:lnTo>
                    <a:pt x="26367" y="9596"/>
                  </a:lnTo>
                  <a:lnTo>
                    <a:pt x="26114" y="9198"/>
                  </a:lnTo>
                  <a:lnTo>
                    <a:pt x="25951" y="8820"/>
                  </a:lnTo>
                  <a:lnTo>
                    <a:pt x="25843" y="8422"/>
                  </a:lnTo>
                  <a:lnTo>
                    <a:pt x="25825" y="8061"/>
                  </a:lnTo>
                  <a:close/>
                </a:path>
              </a:pathLst>
            </a:custGeom>
            <a:solidFill>
              <a:schemeClr val="tx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25"/>
            <p:cNvSpPr/>
            <p:nvPr/>
          </p:nvSpPr>
          <p:spPr>
            <a:xfrm>
              <a:off x="-48169" y="1768356"/>
              <a:ext cx="9649203" cy="3923434"/>
            </a:xfrm>
            <a:custGeom>
              <a:avLst/>
              <a:gdLst/>
              <a:ahLst/>
              <a:cxnLst/>
              <a:rect l="l" t="t" r="r" b="b"/>
              <a:pathLst>
                <a:path w="44891" h="18253" extrusionOk="0">
                  <a:moveTo>
                    <a:pt x="742" y="0"/>
                  </a:moveTo>
                  <a:lnTo>
                    <a:pt x="706" y="18"/>
                  </a:lnTo>
                  <a:lnTo>
                    <a:pt x="614" y="18"/>
                  </a:lnTo>
                  <a:lnTo>
                    <a:pt x="597" y="36"/>
                  </a:lnTo>
                  <a:lnTo>
                    <a:pt x="561" y="36"/>
                  </a:lnTo>
                  <a:lnTo>
                    <a:pt x="0" y="217"/>
                  </a:lnTo>
                  <a:lnTo>
                    <a:pt x="0" y="1591"/>
                  </a:lnTo>
                  <a:lnTo>
                    <a:pt x="9939" y="4157"/>
                  </a:lnTo>
                  <a:lnTo>
                    <a:pt x="10067" y="4193"/>
                  </a:lnTo>
                  <a:lnTo>
                    <a:pt x="10139" y="4210"/>
                  </a:lnTo>
                  <a:lnTo>
                    <a:pt x="10229" y="4265"/>
                  </a:lnTo>
                  <a:lnTo>
                    <a:pt x="10320" y="4319"/>
                  </a:lnTo>
                  <a:lnTo>
                    <a:pt x="10392" y="4374"/>
                  </a:lnTo>
                  <a:lnTo>
                    <a:pt x="10445" y="4427"/>
                  </a:lnTo>
                  <a:lnTo>
                    <a:pt x="10482" y="4482"/>
                  </a:lnTo>
                  <a:lnTo>
                    <a:pt x="10500" y="4536"/>
                  </a:lnTo>
                  <a:lnTo>
                    <a:pt x="10518" y="4608"/>
                  </a:lnTo>
                  <a:lnTo>
                    <a:pt x="10500" y="4663"/>
                  </a:lnTo>
                  <a:lnTo>
                    <a:pt x="10482" y="4735"/>
                  </a:lnTo>
                  <a:lnTo>
                    <a:pt x="10445" y="4807"/>
                  </a:lnTo>
                  <a:lnTo>
                    <a:pt x="10392" y="4861"/>
                  </a:lnTo>
                  <a:lnTo>
                    <a:pt x="10320" y="4933"/>
                  </a:lnTo>
                  <a:lnTo>
                    <a:pt x="10229" y="5005"/>
                  </a:lnTo>
                  <a:lnTo>
                    <a:pt x="10120" y="5078"/>
                  </a:lnTo>
                  <a:lnTo>
                    <a:pt x="9994" y="5133"/>
                  </a:lnTo>
                  <a:lnTo>
                    <a:pt x="8476" y="5873"/>
                  </a:lnTo>
                  <a:lnTo>
                    <a:pt x="7988" y="6126"/>
                  </a:lnTo>
                  <a:lnTo>
                    <a:pt x="7681" y="6307"/>
                  </a:lnTo>
                  <a:lnTo>
                    <a:pt x="7284" y="6578"/>
                  </a:lnTo>
                  <a:lnTo>
                    <a:pt x="6940" y="6868"/>
                  </a:lnTo>
                  <a:lnTo>
                    <a:pt x="6650" y="7174"/>
                  </a:lnTo>
                  <a:lnTo>
                    <a:pt x="6416" y="7463"/>
                  </a:lnTo>
                  <a:lnTo>
                    <a:pt x="6235" y="7789"/>
                  </a:lnTo>
                  <a:lnTo>
                    <a:pt x="6108" y="8096"/>
                  </a:lnTo>
                  <a:lnTo>
                    <a:pt x="6072" y="8422"/>
                  </a:lnTo>
                  <a:lnTo>
                    <a:pt x="6091" y="8728"/>
                  </a:lnTo>
                  <a:lnTo>
                    <a:pt x="6181" y="9054"/>
                  </a:lnTo>
                  <a:lnTo>
                    <a:pt x="6344" y="9362"/>
                  </a:lnTo>
                  <a:lnTo>
                    <a:pt x="6578" y="9668"/>
                  </a:lnTo>
                  <a:lnTo>
                    <a:pt x="6903" y="9957"/>
                  </a:lnTo>
                  <a:lnTo>
                    <a:pt x="7301" y="10229"/>
                  </a:lnTo>
                  <a:lnTo>
                    <a:pt x="7790" y="10482"/>
                  </a:lnTo>
                  <a:lnTo>
                    <a:pt x="8368" y="10699"/>
                  </a:lnTo>
                  <a:lnTo>
                    <a:pt x="9000" y="10897"/>
                  </a:lnTo>
                  <a:lnTo>
                    <a:pt x="9470" y="11005"/>
                  </a:lnTo>
                  <a:lnTo>
                    <a:pt x="10175" y="11150"/>
                  </a:lnTo>
                  <a:lnTo>
                    <a:pt x="10934" y="11241"/>
                  </a:lnTo>
                  <a:lnTo>
                    <a:pt x="11710" y="11294"/>
                  </a:lnTo>
                  <a:lnTo>
                    <a:pt x="12524" y="11313"/>
                  </a:lnTo>
                  <a:lnTo>
                    <a:pt x="13337" y="11277"/>
                  </a:lnTo>
                  <a:lnTo>
                    <a:pt x="14151" y="11222"/>
                  </a:lnTo>
                  <a:lnTo>
                    <a:pt x="14946" y="11114"/>
                  </a:lnTo>
                  <a:lnTo>
                    <a:pt x="15741" y="10988"/>
                  </a:lnTo>
                  <a:lnTo>
                    <a:pt x="16500" y="10807"/>
                  </a:lnTo>
                  <a:lnTo>
                    <a:pt x="17223" y="10608"/>
                  </a:lnTo>
                  <a:lnTo>
                    <a:pt x="17910" y="10391"/>
                  </a:lnTo>
                  <a:lnTo>
                    <a:pt x="18542" y="10121"/>
                  </a:lnTo>
                  <a:lnTo>
                    <a:pt x="19139" y="9849"/>
                  </a:lnTo>
                  <a:lnTo>
                    <a:pt x="19662" y="9542"/>
                  </a:lnTo>
                  <a:lnTo>
                    <a:pt x="20132" y="9217"/>
                  </a:lnTo>
                  <a:lnTo>
                    <a:pt x="25300" y="5241"/>
                  </a:lnTo>
                  <a:lnTo>
                    <a:pt x="25391" y="5186"/>
                  </a:lnTo>
                  <a:lnTo>
                    <a:pt x="25464" y="5150"/>
                  </a:lnTo>
                  <a:lnTo>
                    <a:pt x="25590" y="5097"/>
                  </a:lnTo>
                  <a:lnTo>
                    <a:pt x="25698" y="5042"/>
                  </a:lnTo>
                  <a:lnTo>
                    <a:pt x="25843" y="5005"/>
                  </a:lnTo>
                  <a:lnTo>
                    <a:pt x="25987" y="4969"/>
                  </a:lnTo>
                  <a:lnTo>
                    <a:pt x="26132" y="4933"/>
                  </a:lnTo>
                  <a:lnTo>
                    <a:pt x="26295" y="4916"/>
                  </a:lnTo>
                  <a:lnTo>
                    <a:pt x="26440" y="4897"/>
                  </a:lnTo>
                  <a:lnTo>
                    <a:pt x="26620" y="4880"/>
                  </a:lnTo>
                  <a:lnTo>
                    <a:pt x="27126" y="4880"/>
                  </a:lnTo>
                  <a:lnTo>
                    <a:pt x="27307" y="4897"/>
                  </a:lnTo>
                  <a:lnTo>
                    <a:pt x="27488" y="4916"/>
                  </a:lnTo>
                  <a:lnTo>
                    <a:pt x="27650" y="4933"/>
                  </a:lnTo>
                  <a:lnTo>
                    <a:pt x="27830" y="4969"/>
                  </a:lnTo>
                  <a:lnTo>
                    <a:pt x="27994" y="5005"/>
                  </a:lnTo>
                  <a:lnTo>
                    <a:pt x="28102" y="5042"/>
                  </a:lnTo>
                  <a:lnTo>
                    <a:pt x="28247" y="5097"/>
                  </a:lnTo>
                  <a:lnTo>
                    <a:pt x="28373" y="5150"/>
                  </a:lnTo>
                  <a:lnTo>
                    <a:pt x="28500" y="5205"/>
                  </a:lnTo>
                  <a:lnTo>
                    <a:pt x="28608" y="5259"/>
                  </a:lnTo>
                  <a:lnTo>
                    <a:pt x="28698" y="5331"/>
                  </a:lnTo>
                  <a:lnTo>
                    <a:pt x="28789" y="5386"/>
                  </a:lnTo>
                  <a:lnTo>
                    <a:pt x="28861" y="5458"/>
                  </a:lnTo>
                  <a:lnTo>
                    <a:pt x="28915" y="5530"/>
                  </a:lnTo>
                  <a:lnTo>
                    <a:pt x="28951" y="5603"/>
                  </a:lnTo>
                  <a:lnTo>
                    <a:pt x="28970" y="5675"/>
                  </a:lnTo>
                  <a:lnTo>
                    <a:pt x="28987" y="5747"/>
                  </a:lnTo>
                  <a:lnTo>
                    <a:pt x="28970" y="5819"/>
                  </a:lnTo>
                  <a:lnTo>
                    <a:pt x="28934" y="5892"/>
                  </a:lnTo>
                  <a:lnTo>
                    <a:pt x="28897" y="5964"/>
                  </a:lnTo>
                  <a:lnTo>
                    <a:pt x="28825" y="6036"/>
                  </a:lnTo>
                  <a:lnTo>
                    <a:pt x="26620" y="8060"/>
                  </a:lnTo>
                  <a:lnTo>
                    <a:pt x="26331" y="8367"/>
                  </a:lnTo>
                  <a:lnTo>
                    <a:pt x="26168" y="8584"/>
                  </a:lnTo>
                  <a:lnTo>
                    <a:pt x="25987" y="8928"/>
                  </a:lnTo>
                  <a:lnTo>
                    <a:pt x="25861" y="9270"/>
                  </a:lnTo>
                  <a:lnTo>
                    <a:pt x="25825" y="9651"/>
                  </a:lnTo>
                  <a:lnTo>
                    <a:pt x="25843" y="10012"/>
                  </a:lnTo>
                  <a:lnTo>
                    <a:pt x="25951" y="10410"/>
                  </a:lnTo>
                  <a:lnTo>
                    <a:pt x="26114" y="10788"/>
                  </a:lnTo>
                  <a:lnTo>
                    <a:pt x="26367" y="11186"/>
                  </a:lnTo>
                  <a:lnTo>
                    <a:pt x="26693" y="11584"/>
                  </a:lnTo>
                  <a:lnTo>
                    <a:pt x="27090" y="11981"/>
                  </a:lnTo>
                  <a:lnTo>
                    <a:pt x="27577" y="12379"/>
                  </a:lnTo>
                  <a:lnTo>
                    <a:pt x="28138" y="12759"/>
                  </a:lnTo>
                  <a:lnTo>
                    <a:pt x="28770" y="13120"/>
                  </a:lnTo>
                  <a:lnTo>
                    <a:pt x="29493" y="13463"/>
                  </a:lnTo>
                  <a:lnTo>
                    <a:pt x="30288" y="13788"/>
                  </a:lnTo>
                  <a:lnTo>
                    <a:pt x="31156" y="14078"/>
                  </a:lnTo>
                  <a:lnTo>
                    <a:pt x="44890" y="18253"/>
                  </a:lnTo>
                  <a:lnTo>
                    <a:pt x="44890" y="14078"/>
                  </a:lnTo>
                  <a:lnTo>
                    <a:pt x="33360" y="11005"/>
                  </a:lnTo>
                  <a:lnTo>
                    <a:pt x="33126" y="10933"/>
                  </a:lnTo>
                  <a:lnTo>
                    <a:pt x="32982" y="10897"/>
                  </a:lnTo>
                  <a:lnTo>
                    <a:pt x="32782" y="10807"/>
                  </a:lnTo>
                  <a:lnTo>
                    <a:pt x="32601" y="10716"/>
                  </a:lnTo>
                  <a:lnTo>
                    <a:pt x="32421" y="10627"/>
                  </a:lnTo>
                  <a:lnTo>
                    <a:pt x="32276" y="10535"/>
                  </a:lnTo>
                  <a:lnTo>
                    <a:pt x="32131" y="10446"/>
                  </a:lnTo>
                  <a:lnTo>
                    <a:pt x="32023" y="10337"/>
                  </a:lnTo>
                  <a:lnTo>
                    <a:pt x="31933" y="10229"/>
                  </a:lnTo>
                  <a:lnTo>
                    <a:pt x="31842" y="10121"/>
                  </a:lnTo>
                  <a:lnTo>
                    <a:pt x="31789" y="10012"/>
                  </a:lnTo>
                  <a:lnTo>
                    <a:pt x="31753" y="9904"/>
                  </a:lnTo>
                  <a:lnTo>
                    <a:pt x="31734" y="9795"/>
                  </a:lnTo>
                  <a:lnTo>
                    <a:pt x="31734" y="9704"/>
                  </a:lnTo>
                  <a:lnTo>
                    <a:pt x="31753" y="9596"/>
                  </a:lnTo>
                  <a:lnTo>
                    <a:pt x="31806" y="9487"/>
                  </a:lnTo>
                  <a:lnTo>
                    <a:pt x="31861" y="9398"/>
                  </a:lnTo>
                  <a:lnTo>
                    <a:pt x="33704" y="7157"/>
                  </a:lnTo>
                  <a:lnTo>
                    <a:pt x="33902" y="6868"/>
                  </a:lnTo>
                  <a:lnTo>
                    <a:pt x="33975" y="6687"/>
                  </a:lnTo>
                  <a:lnTo>
                    <a:pt x="34047" y="6415"/>
                  </a:lnTo>
                  <a:lnTo>
                    <a:pt x="34047" y="6126"/>
                  </a:lnTo>
                  <a:lnTo>
                    <a:pt x="33975" y="5873"/>
                  </a:lnTo>
                  <a:lnTo>
                    <a:pt x="33866" y="5603"/>
                  </a:lnTo>
                  <a:lnTo>
                    <a:pt x="33686" y="5350"/>
                  </a:lnTo>
                  <a:lnTo>
                    <a:pt x="33451" y="5097"/>
                  </a:lnTo>
                  <a:lnTo>
                    <a:pt x="33180" y="4861"/>
                  </a:lnTo>
                  <a:lnTo>
                    <a:pt x="32873" y="4644"/>
                  </a:lnTo>
                  <a:lnTo>
                    <a:pt x="32512" y="4427"/>
                  </a:lnTo>
                  <a:lnTo>
                    <a:pt x="32114" y="4229"/>
                  </a:lnTo>
                  <a:lnTo>
                    <a:pt x="31680" y="4048"/>
                  </a:lnTo>
                  <a:lnTo>
                    <a:pt x="31211" y="3868"/>
                  </a:lnTo>
                  <a:lnTo>
                    <a:pt x="30722" y="3723"/>
                  </a:lnTo>
                  <a:lnTo>
                    <a:pt x="30199" y="3579"/>
                  </a:lnTo>
                  <a:lnTo>
                    <a:pt x="29638" y="3451"/>
                  </a:lnTo>
                  <a:lnTo>
                    <a:pt x="29059" y="3362"/>
                  </a:lnTo>
                  <a:lnTo>
                    <a:pt x="28681" y="3307"/>
                  </a:lnTo>
                  <a:lnTo>
                    <a:pt x="28120" y="3234"/>
                  </a:lnTo>
                  <a:lnTo>
                    <a:pt x="27541" y="3198"/>
                  </a:lnTo>
                  <a:lnTo>
                    <a:pt x="26982" y="3162"/>
                  </a:lnTo>
                  <a:lnTo>
                    <a:pt x="25861" y="3162"/>
                  </a:lnTo>
                  <a:lnTo>
                    <a:pt x="25319" y="3198"/>
                  </a:lnTo>
                  <a:lnTo>
                    <a:pt x="24777" y="3253"/>
                  </a:lnTo>
                  <a:lnTo>
                    <a:pt x="24252" y="3326"/>
                  </a:lnTo>
                  <a:lnTo>
                    <a:pt x="23746" y="3398"/>
                  </a:lnTo>
                  <a:lnTo>
                    <a:pt x="23259" y="3506"/>
                  </a:lnTo>
                  <a:lnTo>
                    <a:pt x="22789" y="3632"/>
                  </a:lnTo>
                  <a:lnTo>
                    <a:pt x="22355" y="3777"/>
                  </a:lnTo>
                  <a:lnTo>
                    <a:pt x="21939" y="3940"/>
                  </a:lnTo>
                  <a:lnTo>
                    <a:pt x="21541" y="4121"/>
                  </a:lnTo>
                  <a:lnTo>
                    <a:pt x="21199" y="4319"/>
                  </a:lnTo>
                  <a:lnTo>
                    <a:pt x="15542" y="7916"/>
                  </a:lnTo>
                  <a:lnTo>
                    <a:pt x="15397" y="7988"/>
                  </a:lnTo>
                  <a:lnTo>
                    <a:pt x="15307" y="8042"/>
                  </a:lnTo>
                  <a:lnTo>
                    <a:pt x="15144" y="8114"/>
                  </a:lnTo>
                  <a:lnTo>
                    <a:pt x="14963" y="8169"/>
                  </a:lnTo>
                  <a:lnTo>
                    <a:pt x="14783" y="8222"/>
                  </a:lnTo>
                  <a:lnTo>
                    <a:pt x="14602" y="8277"/>
                  </a:lnTo>
                  <a:lnTo>
                    <a:pt x="14404" y="8313"/>
                  </a:lnTo>
                  <a:lnTo>
                    <a:pt x="14204" y="8349"/>
                  </a:lnTo>
                  <a:lnTo>
                    <a:pt x="14006" y="8386"/>
                  </a:lnTo>
                  <a:lnTo>
                    <a:pt x="13807" y="8386"/>
                  </a:lnTo>
                  <a:lnTo>
                    <a:pt x="13590" y="8403"/>
                  </a:lnTo>
                  <a:lnTo>
                    <a:pt x="13392" y="8403"/>
                  </a:lnTo>
                  <a:lnTo>
                    <a:pt x="13192" y="8386"/>
                  </a:lnTo>
                  <a:lnTo>
                    <a:pt x="12994" y="8367"/>
                  </a:lnTo>
                  <a:lnTo>
                    <a:pt x="12814" y="8349"/>
                  </a:lnTo>
                  <a:lnTo>
                    <a:pt x="12633" y="8313"/>
                  </a:lnTo>
                  <a:lnTo>
                    <a:pt x="12469" y="8258"/>
                  </a:lnTo>
                  <a:lnTo>
                    <a:pt x="12308" y="8205"/>
                  </a:lnTo>
                  <a:lnTo>
                    <a:pt x="12216" y="8169"/>
                  </a:lnTo>
                  <a:lnTo>
                    <a:pt x="12091" y="8114"/>
                  </a:lnTo>
                  <a:lnTo>
                    <a:pt x="11982" y="8042"/>
                  </a:lnTo>
                  <a:lnTo>
                    <a:pt x="11891" y="7969"/>
                  </a:lnTo>
                  <a:lnTo>
                    <a:pt x="11819" y="7897"/>
                  </a:lnTo>
                  <a:lnTo>
                    <a:pt x="11783" y="7807"/>
                  </a:lnTo>
                  <a:lnTo>
                    <a:pt x="11747" y="7735"/>
                  </a:lnTo>
                  <a:lnTo>
                    <a:pt x="11729" y="7644"/>
                  </a:lnTo>
                  <a:lnTo>
                    <a:pt x="11729" y="7554"/>
                  </a:lnTo>
                  <a:lnTo>
                    <a:pt x="11765" y="7463"/>
                  </a:lnTo>
                  <a:lnTo>
                    <a:pt x="11802" y="7391"/>
                  </a:lnTo>
                  <a:lnTo>
                    <a:pt x="11855" y="7301"/>
                  </a:lnTo>
                  <a:lnTo>
                    <a:pt x="11927" y="7210"/>
                  </a:lnTo>
                  <a:lnTo>
                    <a:pt x="12036" y="7121"/>
                  </a:lnTo>
                  <a:lnTo>
                    <a:pt x="12144" y="7048"/>
                  </a:lnTo>
                  <a:lnTo>
                    <a:pt x="12271" y="6976"/>
                  </a:lnTo>
                  <a:lnTo>
                    <a:pt x="13717" y="6162"/>
                  </a:lnTo>
                  <a:lnTo>
                    <a:pt x="14151" y="5892"/>
                  </a:lnTo>
                  <a:lnTo>
                    <a:pt x="14385" y="5728"/>
                  </a:lnTo>
                  <a:lnTo>
                    <a:pt x="14674" y="5475"/>
                  </a:lnTo>
                  <a:lnTo>
                    <a:pt x="14910" y="5222"/>
                  </a:lnTo>
                  <a:lnTo>
                    <a:pt x="15091" y="4969"/>
                  </a:lnTo>
                  <a:lnTo>
                    <a:pt x="15180" y="4735"/>
                  </a:lnTo>
                  <a:lnTo>
                    <a:pt x="15235" y="4499"/>
                  </a:lnTo>
                  <a:lnTo>
                    <a:pt x="15235" y="4265"/>
                  </a:lnTo>
                  <a:lnTo>
                    <a:pt x="15163" y="4048"/>
                  </a:lnTo>
                  <a:lnTo>
                    <a:pt x="15054" y="3849"/>
                  </a:lnTo>
                  <a:lnTo>
                    <a:pt x="14891" y="3651"/>
                  </a:lnTo>
                  <a:lnTo>
                    <a:pt x="14693" y="3470"/>
                  </a:lnTo>
                  <a:lnTo>
                    <a:pt x="14440" y="3289"/>
                  </a:lnTo>
                  <a:lnTo>
                    <a:pt x="14132" y="3145"/>
                  </a:lnTo>
                  <a:lnTo>
                    <a:pt x="13789" y="3000"/>
                  </a:lnTo>
                  <a:lnTo>
                    <a:pt x="13392" y="2873"/>
                  </a:lnTo>
                  <a:lnTo>
                    <a:pt x="12958" y="2765"/>
                  </a:lnTo>
                  <a:lnTo>
                    <a:pt x="1048" y="0"/>
                  </a:lnTo>
                  <a:close/>
                </a:path>
              </a:pathLst>
            </a:cu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80" name="Google Shape;480;p25"/>
          <p:cNvGrpSpPr/>
          <p:nvPr/>
        </p:nvGrpSpPr>
        <p:grpSpPr>
          <a:xfrm>
            <a:off x="5961140" y="1805059"/>
            <a:ext cx="676800" cy="982802"/>
            <a:chOff x="5988909" y="2316154"/>
            <a:chExt cx="457517" cy="787629"/>
          </a:xfrm>
        </p:grpSpPr>
        <p:sp>
          <p:nvSpPr>
            <p:cNvPr id="481" name="Google Shape;481;p25"/>
            <p:cNvSpPr/>
            <p:nvPr/>
          </p:nvSpPr>
          <p:spPr>
            <a:xfrm>
              <a:off x="6213251" y="2771177"/>
              <a:ext cx="169" cy="332606"/>
            </a:xfrm>
            <a:custGeom>
              <a:avLst/>
              <a:gdLst/>
              <a:ahLst/>
              <a:cxnLst/>
              <a:rect l="l" t="t" r="r" b="b"/>
              <a:pathLst>
                <a:path w="1" h="1971" extrusionOk="0">
                  <a:moveTo>
                    <a:pt x="1" y="1970"/>
                  </a:moveTo>
                  <a:lnTo>
                    <a:pt x="1" y="1"/>
                  </a:lnTo>
                  <a:close/>
                </a:path>
              </a:pathLst>
            </a:custGeom>
            <a:no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5"/>
            <p:cNvSpPr/>
            <p:nvPr/>
          </p:nvSpPr>
          <p:spPr>
            <a:xfrm>
              <a:off x="5984736" y="2316155"/>
              <a:ext cx="457198" cy="457198"/>
            </a:xfrm>
            <a:custGeom>
              <a:avLst/>
              <a:gdLst/>
              <a:ahLst/>
              <a:cxnLst/>
              <a:rect l="l" t="t" r="r" b="b"/>
              <a:pathLst>
                <a:path w="2133" h="2133" extrusionOk="0">
                  <a:moveTo>
                    <a:pt x="1066" y="1"/>
                  </a:moveTo>
                  <a:cubicBezTo>
                    <a:pt x="487" y="1"/>
                    <a:pt x="0" y="470"/>
                    <a:pt x="0" y="1066"/>
                  </a:cubicBezTo>
                  <a:cubicBezTo>
                    <a:pt x="0" y="1644"/>
                    <a:pt x="487" y="2133"/>
                    <a:pt x="1066" y="2133"/>
                  </a:cubicBezTo>
                  <a:cubicBezTo>
                    <a:pt x="1663" y="2133"/>
                    <a:pt x="2133" y="1644"/>
                    <a:pt x="2133" y="1066"/>
                  </a:cubicBezTo>
                  <a:cubicBezTo>
                    <a:pt x="2133" y="470"/>
                    <a:pt x="1663" y="1"/>
                    <a:pt x="10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96" name="Google Shape;496;p25"/>
          <p:cNvGrpSpPr/>
          <p:nvPr/>
        </p:nvGrpSpPr>
        <p:grpSpPr>
          <a:xfrm>
            <a:off x="909262" y="1366031"/>
            <a:ext cx="675157" cy="983505"/>
            <a:chOff x="1052601" y="1679090"/>
            <a:chExt cx="457198" cy="695584"/>
          </a:xfrm>
          <a:solidFill>
            <a:srgbClr val="92D050"/>
          </a:solidFill>
        </p:grpSpPr>
        <p:sp>
          <p:nvSpPr>
            <p:cNvPr id="497" name="Google Shape;497;p25"/>
            <p:cNvSpPr/>
            <p:nvPr/>
          </p:nvSpPr>
          <p:spPr>
            <a:xfrm>
              <a:off x="1284706" y="2039031"/>
              <a:ext cx="169" cy="335643"/>
            </a:xfrm>
            <a:custGeom>
              <a:avLst/>
              <a:gdLst/>
              <a:ahLst/>
              <a:cxnLst/>
              <a:rect l="l" t="t" r="r" b="b"/>
              <a:pathLst>
                <a:path w="1" h="1989" extrusionOk="0">
                  <a:moveTo>
                    <a:pt x="1" y="1988"/>
                  </a:moveTo>
                  <a:lnTo>
                    <a:pt x="1" y="0"/>
                  </a:lnTo>
                  <a:close/>
                </a:path>
              </a:pathLst>
            </a:custGeom>
            <a:solidFill>
              <a:schemeClr val="tx1">
                <a:lumMod val="50000"/>
              </a:schemeClr>
            </a:solid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8" name="Google Shape;498;p25"/>
            <p:cNvSpPr/>
            <p:nvPr/>
          </p:nvSpPr>
          <p:spPr>
            <a:xfrm>
              <a:off x="1052601" y="1679090"/>
              <a:ext cx="457198" cy="457199"/>
            </a:xfrm>
            <a:custGeom>
              <a:avLst/>
              <a:gdLst/>
              <a:ahLst/>
              <a:cxnLst/>
              <a:rect l="l" t="t" r="r" b="b"/>
              <a:pathLst>
                <a:path w="2133" h="2134" extrusionOk="0">
                  <a:moveTo>
                    <a:pt x="1066" y="1"/>
                  </a:moveTo>
                  <a:cubicBezTo>
                    <a:pt x="470" y="1"/>
                    <a:pt x="0" y="471"/>
                    <a:pt x="0" y="1068"/>
                  </a:cubicBezTo>
                  <a:cubicBezTo>
                    <a:pt x="0" y="1646"/>
                    <a:pt x="470" y="2133"/>
                    <a:pt x="1066" y="2133"/>
                  </a:cubicBezTo>
                  <a:cubicBezTo>
                    <a:pt x="1644" y="2133"/>
                    <a:pt x="2133" y="1646"/>
                    <a:pt x="2133" y="1068"/>
                  </a:cubicBezTo>
                  <a:cubicBezTo>
                    <a:pt x="2133" y="471"/>
                    <a:pt x="1644" y="1"/>
                    <a:pt x="10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13" name="Google Shape;513;p25"/>
          <p:cNvGrpSpPr/>
          <p:nvPr/>
        </p:nvGrpSpPr>
        <p:grpSpPr>
          <a:xfrm>
            <a:off x="3379856" y="2566489"/>
            <a:ext cx="676800" cy="982800"/>
            <a:chOff x="2696646" y="2084555"/>
            <a:chExt cx="457199" cy="787796"/>
          </a:xfrm>
        </p:grpSpPr>
        <p:sp>
          <p:nvSpPr>
            <p:cNvPr id="514" name="Google Shape;514;p25"/>
            <p:cNvSpPr/>
            <p:nvPr/>
          </p:nvSpPr>
          <p:spPr>
            <a:xfrm>
              <a:off x="2925161" y="2539745"/>
              <a:ext cx="169" cy="332606"/>
            </a:xfrm>
            <a:custGeom>
              <a:avLst/>
              <a:gdLst/>
              <a:ahLst/>
              <a:cxnLst/>
              <a:rect l="l" t="t" r="r" b="b"/>
              <a:pathLst>
                <a:path w="1" h="1971" extrusionOk="0">
                  <a:moveTo>
                    <a:pt x="0" y="1971"/>
                  </a:moveTo>
                  <a:lnTo>
                    <a:pt x="0" y="0"/>
                  </a:lnTo>
                  <a:close/>
                </a:path>
              </a:pathLst>
            </a:custGeom>
            <a:no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5"/>
            <p:cNvSpPr/>
            <p:nvPr/>
          </p:nvSpPr>
          <p:spPr>
            <a:xfrm>
              <a:off x="2696646" y="2084555"/>
              <a:ext cx="457199" cy="457199"/>
            </a:xfrm>
            <a:custGeom>
              <a:avLst/>
              <a:gdLst/>
              <a:ahLst/>
              <a:cxnLst/>
              <a:rect l="l" t="t" r="r" b="b"/>
              <a:pathLst>
                <a:path w="2116" h="2134" extrusionOk="0">
                  <a:moveTo>
                    <a:pt x="1048" y="1"/>
                  </a:moveTo>
                  <a:cubicBezTo>
                    <a:pt x="470" y="1"/>
                    <a:pt x="0" y="471"/>
                    <a:pt x="0" y="1068"/>
                  </a:cubicBezTo>
                  <a:cubicBezTo>
                    <a:pt x="0" y="1646"/>
                    <a:pt x="470" y="2133"/>
                    <a:pt x="1048" y="2133"/>
                  </a:cubicBezTo>
                  <a:cubicBezTo>
                    <a:pt x="1645" y="2133"/>
                    <a:pt x="2115" y="1646"/>
                    <a:pt x="2115" y="1068"/>
                  </a:cubicBezTo>
                  <a:cubicBezTo>
                    <a:pt x="2115" y="471"/>
                    <a:pt x="1645" y="1"/>
                    <a:pt x="1048" y="1"/>
                  </a:cubicBezTo>
                  <a:close/>
                </a:path>
              </a:pathLst>
            </a:cu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9" name="Google Shape;519;p25"/>
          <p:cNvSpPr txBox="1"/>
          <p:nvPr/>
        </p:nvSpPr>
        <p:spPr>
          <a:xfrm>
            <a:off x="2791116" y="2091480"/>
            <a:ext cx="1831758" cy="736412"/>
          </a:xfrm>
          <a:prstGeom prst="rect">
            <a:avLst/>
          </a:prstGeom>
          <a:noFill/>
          <a:ln>
            <a:noFill/>
          </a:ln>
        </p:spPr>
        <p:txBody>
          <a:bodyPr spcFirstLastPara="1" wrap="square" lIns="91425" tIns="91425" rIns="91425" bIns="91425" anchor="ctr" anchorCtr="0">
            <a:noAutofit/>
          </a:bodyPr>
          <a:lstStyle/>
          <a:p>
            <a:pPr algn="ctr"/>
            <a:r>
              <a:rPr lang="fr-FR" b="1" dirty="0">
                <a:solidFill>
                  <a:schemeClr val="accent1">
                    <a:lumMod val="10000"/>
                  </a:schemeClr>
                </a:solidFill>
                <a:latin typeface="Times New Roman" panose="02020603050405020304" pitchFamily="18" charset="0"/>
                <a:cs typeface="Times New Roman" panose="02020603050405020304" pitchFamily="18" charset="0"/>
              </a:rPr>
              <a:t>Équilibrage des classes</a:t>
            </a:r>
          </a:p>
          <a:p>
            <a:pPr marL="0" lvl="0" indent="0" algn="ctr" rtl="0">
              <a:spcBef>
                <a:spcPts val="0"/>
              </a:spcBef>
              <a:spcAft>
                <a:spcPts val="0"/>
              </a:spcAft>
              <a:buNone/>
            </a:pPr>
            <a:endParaRPr b="1" dirty="0">
              <a:solidFill>
                <a:schemeClr val="dk2"/>
              </a:solidFill>
              <a:latin typeface="Roboto"/>
              <a:ea typeface="Roboto"/>
              <a:cs typeface="Roboto"/>
              <a:sym typeface="Roboto"/>
            </a:endParaRPr>
          </a:p>
        </p:txBody>
      </p:sp>
      <p:sp>
        <p:nvSpPr>
          <p:cNvPr id="522" name="Google Shape;522;p25"/>
          <p:cNvSpPr txBox="1"/>
          <p:nvPr/>
        </p:nvSpPr>
        <p:spPr>
          <a:xfrm>
            <a:off x="5741745" y="3072090"/>
            <a:ext cx="1369467" cy="414936"/>
          </a:xfrm>
          <a:prstGeom prst="rect">
            <a:avLst/>
          </a:prstGeom>
          <a:noFill/>
          <a:ln>
            <a:noFill/>
          </a:ln>
        </p:spPr>
        <p:txBody>
          <a:bodyPr spcFirstLastPara="1" wrap="square" lIns="91425" tIns="91425" rIns="91425" bIns="91425" anchor="ctr" anchorCtr="0">
            <a:noAutofit/>
          </a:bodyPr>
          <a:lstStyle/>
          <a:p>
            <a:pPr algn="ctr"/>
            <a:r>
              <a:rPr lang="fr-FR" b="1" dirty="0">
                <a:solidFill>
                  <a:srgbClr val="0D0D0D"/>
                </a:solidFill>
                <a:latin typeface="Times New Roman" panose="02020603050405020304" pitchFamily="18" charset="0"/>
                <a:ea typeface="Calibri" panose="020F0502020204030204" pitchFamily="34" charset="0"/>
              </a:rPr>
              <a:t>Evaluation</a:t>
            </a:r>
            <a:endParaRPr lang="fr-FR" b="1" dirty="0">
              <a:solidFill>
                <a:schemeClr val="accent1">
                  <a:lumMod val="10000"/>
                </a:schemeClr>
              </a:solidFill>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413C1E24-EA3A-CCC5-C6C1-6351BBFFCCD3}"/>
              </a:ext>
            </a:extLst>
          </p:cNvPr>
          <p:cNvSpPr txBox="1"/>
          <p:nvPr/>
        </p:nvSpPr>
        <p:spPr>
          <a:xfrm>
            <a:off x="5756606" y="1480290"/>
            <a:ext cx="1354606" cy="307777"/>
          </a:xfrm>
          <a:prstGeom prst="rect">
            <a:avLst/>
          </a:prstGeom>
          <a:noFill/>
        </p:spPr>
        <p:txBody>
          <a:bodyPr wrap="square">
            <a:spAutoFit/>
          </a:bodyPr>
          <a:lstStyle/>
          <a:p>
            <a:r>
              <a:rPr lang="fr-FR" b="1"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Modélisation</a:t>
            </a:r>
            <a:r>
              <a:rPr lang="fr-FR" dirty="0">
                <a:solidFill>
                  <a:srgbClr val="0D0D0D"/>
                </a:solidFill>
                <a:latin typeface="Montserrat Medium" panose="00000600000000000000" pitchFamily="2" charset="0"/>
                <a:ea typeface="Calibri" panose="020F0502020204030204" pitchFamily="34" charset="0"/>
              </a:rPr>
              <a:t> </a:t>
            </a:r>
            <a:endParaRPr lang="fr-FR" dirty="0">
              <a:latin typeface="Montserrat Medium" panose="00000600000000000000" pitchFamily="2" charset="0"/>
            </a:endParaRPr>
          </a:p>
        </p:txBody>
      </p:sp>
      <p:sp>
        <p:nvSpPr>
          <p:cNvPr id="8" name="Google Shape;479;p25">
            <a:extLst>
              <a:ext uri="{FF2B5EF4-FFF2-40B4-BE49-F238E27FC236}">
                <a16:creationId xmlns:a16="http://schemas.microsoft.com/office/drawing/2014/main" id="{3FD415CF-51C0-E66D-07ED-9E8E93F2E3E9}"/>
              </a:ext>
            </a:extLst>
          </p:cNvPr>
          <p:cNvSpPr txBox="1"/>
          <p:nvPr/>
        </p:nvSpPr>
        <p:spPr>
          <a:xfrm>
            <a:off x="2032788" y="1287246"/>
            <a:ext cx="1300833" cy="368233"/>
          </a:xfrm>
          <a:prstGeom prst="rect">
            <a:avLst/>
          </a:prstGeom>
          <a:noFill/>
          <a:ln>
            <a:noFill/>
          </a:ln>
        </p:spPr>
        <p:txBody>
          <a:bodyPr spcFirstLastPara="1" wrap="square" lIns="91425" tIns="91425" rIns="91425" bIns="91425" anchor="ctr" anchorCtr="0">
            <a:noAutofit/>
          </a:bodyPr>
          <a:lstStyle/>
          <a:p>
            <a:pPr algn="ctr"/>
            <a:r>
              <a:rPr lang="fr-FR" b="1" dirty="0">
                <a:solidFill>
                  <a:schemeClr val="accent1">
                    <a:lumMod val="10000"/>
                  </a:schemeClr>
                </a:solidFill>
                <a:latin typeface="Times New Roman" panose="02020603050405020304" pitchFamily="18" charset="0"/>
                <a:cs typeface="Times New Roman" panose="02020603050405020304" pitchFamily="18" charset="0"/>
              </a:rPr>
              <a:t>Prétraitement</a:t>
            </a:r>
            <a:endParaRPr lang="fr-FR" b="1" dirty="0"/>
          </a:p>
          <a:p>
            <a:pPr marL="0" lvl="0" indent="0" algn="ctr" rtl="0">
              <a:spcBef>
                <a:spcPts val="0"/>
              </a:spcBef>
              <a:spcAft>
                <a:spcPts val="0"/>
              </a:spcAft>
              <a:buNone/>
            </a:pPr>
            <a:endParaRPr b="1" dirty="0">
              <a:solidFill>
                <a:schemeClr val="tx1">
                  <a:lumMod val="50000"/>
                </a:schemeClr>
              </a:solidFill>
              <a:latin typeface="Montserrat Medium" panose="00000600000000000000" pitchFamily="2" charset="0"/>
              <a:ea typeface="Roboto"/>
              <a:cs typeface="Roboto"/>
              <a:sym typeface="Roboto"/>
            </a:endParaRPr>
          </a:p>
        </p:txBody>
      </p:sp>
      <p:grpSp>
        <p:nvGrpSpPr>
          <p:cNvPr id="9" name="Google Shape;496;p25">
            <a:extLst>
              <a:ext uri="{FF2B5EF4-FFF2-40B4-BE49-F238E27FC236}">
                <a16:creationId xmlns:a16="http://schemas.microsoft.com/office/drawing/2014/main" id="{18157CBF-9B34-2668-F874-6C1FC9C150AC}"/>
              </a:ext>
            </a:extLst>
          </p:cNvPr>
          <p:cNvGrpSpPr/>
          <p:nvPr/>
        </p:nvGrpSpPr>
        <p:grpSpPr>
          <a:xfrm>
            <a:off x="2214876" y="1550243"/>
            <a:ext cx="675157" cy="983505"/>
            <a:chOff x="1052601" y="1679090"/>
            <a:chExt cx="457198" cy="695584"/>
          </a:xfrm>
          <a:solidFill>
            <a:srgbClr val="92D050"/>
          </a:solidFill>
        </p:grpSpPr>
        <p:sp>
          <p:nvSpPr>
            <p:cNvPr id="10" name="Google Shape;497;p25">
              <a:extLst>
                <a:ext uri="{FF2B5EF4-FFF2-40B4-BE49-F238E27FC236}">
                  <a16:creationId xmlns:a16="http://schemas.microsoft.com/office/drawing/2014/main" id="{6052ECFD-2FF2-D853-B465-3DDB63D3EE40}"/>
                </a:ext>
              </a:extLst>
            </p:cNvPr>
            <p:cNvSpPr/>
            <p:nvPr/>
          </p:nvSpPr>
          <p:spPr>
            <a:xfrm>
              <a:off x="1284706" y="2039031"/>
              <a:ext cx="169" cy="335643"/>
            </a:xfrm>
            <a:custGeom>
              <a:avLst/>
              <a:gdLst/>
              <a:ahLst/>
              <a:cxnLst/>
              <a:rect l="l" t="t" r="r" b="b"/>
              <a:pathLst>
                <a:path w="1" h="1989" extrusionOk="0">
                  <a:moveTo>
                    <a:pt x="1" y="1988"/>
                  </a:moveTo>
                  <a:lnTo>
                    <a:pt x="1" y="0"/>
                  </a:lnTo>
                  <a:close/>
                </a:path>
              </a:pathLst>
            </a:custGeom>
            <a:solidFill>
              <a:schemeClr val="tx1">
                <a:lumMod val="50000"/>
              </a:schemeClr>
            </a:solid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498;p25">
              <a:extLst>
                <a:ext uri="{FF2B5EF4-FFF2-40B4-BE49-F238E27FC236}">
                  <a16:creationId xmlns:a16="http://schemas.microsoft.com/office/drawing/2014/main" id="{3410ADA4-819E-B75E-8FB7-3A3363E98815}"/>
                </a:ext>
              </a:extLst>
            </p:cNvPr>
            <p:cNvSpPr/>
            <p:nvPr/>
          </p:nvSpPr>
          <p:spPr>
            <a:xfrm>
              <a:off x="1052601" y="1679090"/>
              <a:ext cx="457198" cy="457199"/>
            </a:xfrm>
            <a:custGeom>
              <a:avLst/>
              <a:gdLst/>
              <a:ahLst/>
              <a:cxnLst/>
              <a:rect l="l" t="t" r="r" b="b"/>
              <a:pathLst>
                <a:path w="2133" h="2134" extrusionOk="0">
                  <a:moveTo>
                    <a:pt x="1066" y="1"/>
                  </a:moveTo>
                  <a:cubicBezTo>
                    <a:pt x="470" y="1"/>
                    <a:pt x="0" y="471"/>
                    <a:pt x="0" y="1068"/>
                  </a:cubicBezTo>
                  <a:cubicBezTo>
                    <a:pt x="0" y="1646"/>
                    <a:pt x="470" y="2133"/>
                    <a:pt x="1066" y="2133"/>
                  </a:cubicBezTo>
                  <a:cubicBezTo>
                    <a:pt x="1644" y="2133"/>
                    <a:pt x="2133" y="1646"/>
                    <a:pt x="2133" y="1068"/>
                  </a:cubicBezTo>
                  <a:cubicBezTo>
                    <a:pt x="2133" y="471"/>
                    <a:pt x="1644" y="1"/>
                    <a:pt x="1066" y="1"/>
                  </a:cubicBezTo>
                  <a:close/>
                </a:path>
              </a:pathLst>
            </a:custGeom>
            <a:solidFill>
              <a:srgbClr val="FF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3" name="Google Shape;479;p25">
            <a:extLst>
              <a:ext uri="{FF2B5EF4-FFF2-40B4-BE49-F238E27FC236}">
                <a16:creationId xmlns:a16="http://schemas.microsoft.com/office/drawing/2014/main" id="{E7C47205-5708-75AF-76BF-9E8D3DEF09CC}"/>
              </a:ext>
            </a:extLst>
          </p:cNvPr>
          <p:cNvSpPr txBox="1"/>
          <p:nvPr/>
        </p:nvSpPr>
        <p:spPr>
          <a:xfrm>
            <a:off x="3548135" y="1242468"/>
            <a:ext cx="2151922" cy="910242"/>
          </a:xfrm>
          <a:prstGeom prst="rect">
            <a:avLst/>
          </a:prstGeom>
          <a:noFill/>
          <a:ln>
            <a:noFill/>
          </a:ln>
        </p:spPr>
        <p:txBody>
          <a:bodyPr spcFirstLastPara="1" wrap="square" lIns="91425" tIns="91425" rIns="91425" bIns="91425" anchor="ctr" anchorCtr="0">
            <a:noAutofit/>
          </a:bodyPr>
          <a:lstStyle/>
          <a:p>
            <a:pPr algn="ctr">
              <a:lnSpc>
                <a:spcPct val="115000"/>
              </a:lnSpc>
              <a:spcAft>
                <a:spcPts val="1600"/>
              </a:spcAft>
            </a:pPr>
            <a:r>
              <a:rPr lang="fr-FR" b="1" dirty="0">
                <a:solidFill>
                  <a:schemeClr val="accent1">
                    <a:lumMod val="10000"/>
                  </a:schemeClr>
                </a:solidFill>
                <a:latin typeface="Times New Roman" panose="02020603050405020304" pitchFamily="18" charset="0"/>
                <a:cs typeface="Times New Roman" panose="02020603050405020304" pitchFamily="18" charset="0"/>
              </a:rPr>
              <a:t>Séparation du </a:t>
            </a:r>
            <a:r>
              <a:rPr lang="fr-FR" b="1" dirty="0" err="1">
                <a:solidFill>
                  <a:schemeClr val="accent1">
                    <a:lumMod val="10000"/>
                  </a:schemeClr>
                </a:solidFill>
                <a:latin typeface="Times New Roman" panose="02020603050405020304" pitchFamily="18" charset="0"/>
                <a:cs typeface="Times New Roman" panose="02020603050405020304" pitchFamily="18" charset="0"/>
              </a:rPr>
              <a:t>dataset</a:t>
            </a:r>
            <a:r>
              <a:rPr lang="fr-FR" b="1" dirty="0">
                <a:solidFill>
                  <a:schemeClr val="accent1">
                    <a:lumMod val="10000"/>
                  </a:schemeClr>
                </a:solidFill>
                <a:latin typeface="Times New Roman" panose="02020603050405020304" pitchFamily="18" charset="0"/>
                <a:cs typeface="Times New Roman" panose="02020603050405020304" pitchFamily="18" charset="0"/>
              </a:rPr>
              <a:t> (80% tarin et 20% test)</a:t>
            </a:r>
          </a:p>
        </p:txBody>
      </p:sp>
      <p:grpSp>
        <p:nvGrpSpPr>
          <p:cNvPr id="24" name="Google Shape;496;p25">
            <a:extLst>
              <a:ext uri="{FF2B5EF4-FFF2-40B4-BE49-F238E27FC236}">
                <a16:creationId xmlns:a16="http://schemas.microsoft.com/office/drawing/2014/main" id="{749A2B45-AD55-1BF8-C60C-5A1AFA7043DD}"/>
              </a:ext>
            </a:extLst>
          </p:cNvPr>
          <p:cNvGrpSpPr/>
          <p:nvPr/>
        </p:nvGrpSpPr>
        <p:grpSpPr>
          <a:xfrm>
            <a:off x="4320507" y="1818404"/>
            <a:ext cx="675157" cy="983505"/>
            <a:chOff x="1052601" y="1679090"/>
            <a:chExt cx="457198" cy="695584"/>
          </a:xfrm>
          <a:solidFill>
            <a:srgbClr val="92D050"/>
          </a:solidFill>
        </p:grpSpPr>
        <p:sp>
          <p:nvSpPr>
            <p:cNvPr id="25" name="Google Shape;497;p25">
              <a:extLst>
                <a:ext uri="{FF2B5EF4-FFF2-40B4-BE49-F238E27FC236}">
                  <a16:creationId xmlns:a16="http://schemas.microsoft.com/office/drawing/2014/main" id="{498FEA36-164F-2336-ECA5-B83C27C52940}"/>
                </a:ext>
              </a:extLst>
            </p:cNvPr>
            <p:cNvSpPr/>
            <p:nvPr/>
          </p:nvSpPr>
          <p:spPr>
            <a:xfrm>
              <a:off x="1284706" y="2039031"/>
              <a:ext cx="169" cy="335643"/>
            </a:xfrm>
            <a:custGeom>
              <a:avLst/>
              <a:gdLst/>
              <a:ahLst/>
              <a:cxnLst/>
              <a:rect l="l" t="t" r="r" b="b"/>
              <a:pathLst>
                <a:path w="1" h="1989" extrusionOk="0">
                  <a:moveTo>
                    <a:pt x="1" y="1988"/>
                  </a:moveTo>
                  <a:lnTo>
                    <a:pt x="1" y="0"/>
                  </a:lnTo>
                  <a:close/>
                </a:path>
              </a:pathLst>
            </a:custGeom>
            <a:solidFill>
              <a:schemeClr val="tx1">
                <a:lumMod val="50000"/>
              </a:schemeClr>
            </a:solid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498;p25">
              <a:extLst>
                <a:ext uri="{FF2B5EF4-FFF2-40B4-BE49-F238E27FC236}">
                  <a16:creationId xmlns:a16="http://schemas.microsoft.com/office/drawing/2014/main" id="{F2575A21-42C2-E520-5BC0-F9FD6B4D54FD}"/>
                </a:ext>
              </a:extLst>
            </p:cNvPr>
            <p:cNvSpPr/>
            <p:nvPr/>
          </p:nvSpPr>
          <p:spPr>
            <a:xfrm>
              <a:off x="1052601" y="1679090"/>
              <a:ext cx="457198" cy="457199"/>
            </a:xfrm>
            <a:custGeom>
              <a:avLst/>
              <a:gdLst/>
              <a:ahLst/>
              <a:cxnLst/>
              <a:rect l="l" t="t" r="r" b="b"/>
              <a:pathLst>
                <a:path w="2133" h="2134" extrusionOk="0">
                  <a:moveTo>
                    <a:pt x="1066" y="1"/>
                  </a:moveTo>
                  <a:cubicBezTo>
                    <a:pt x="470" y="1"/>
                    <a:pt x="0" y="471"/>
                    <a:pt x="0" y="1068"/>
                  </a:cubicBezTo>
                  <a:cubicBezTo>
                    <a:pt x="0" y="1646"/>
                    <a:pt x="470" y="2133"/>
                    <a:pt x="1066" y="2133"/>
                  </a:cubicBezTo>
                  <a:cubicBezTo>
                    <a:pt x="1644" y="2133"/>
                    <a:pt x="2133" y="1646"/>
                    <a:pt x="2133" y="1068"/>
                  </a:cubicBezTo>
                  <a:cubicBezTo>
                    <a:pt x="2133" y="471"/>
                    <a:pt x="1644" y="1"/>
                    <a:pt x="1066" y="1"/>
                  </a:cubicBezTo>
                  <a:close/>
                </a:path>
              </a:pathLst>
            </a:custGeom>
            <a:solidFill>
              <a:srgbClr val="FF9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 name="Google Shape;479;p25">
            <a:extLst>
              <a:ext uri="{FF2B5EF4-FFF2-40B4-BE49-F238E27FC236}">
                <a16:creationId xmlns:a16="http://schemas.microsoft.com/office/drawing/2014/main" id="{1EAB9BAB-373F-66BD-7111-C5E84ED9CB97}"/>
              </a:ext>
            </a:extLst>
          </p:cNvPr>
          <p:cNvSpPr txBox="1"/>
          <p:nvPr/>
        </p:nvSpPr>
        <p:spPr>
          <a:xfrm>
            <a:off x="-261962" y="842145"/>
            <a:ext cx="1289400" cy="15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err="1">
                <a:solidFill>
                  <a:schemeClr val="tx1">
                    <a:lumMod val="50000"/>
                  </a:schemeClr>
                </a:solidFill>
                <a:latin typeface="Montserrat Medium" panose="00000600000000000000" pitchFamily="2" charset="0"/>
                <a:ea typeface="Roboto"/>
                <a:cs typeface="Roboto"/>
                <a:sym typeface="Roboto"/>
              </a:rPr>
              <a:t>Dataset</a:t>
            </a:r>
            <a:endParaRPr b="1" dirty="0">
              <a:solidFill>
                <a:schemeClr val="tx1">
                  <a:lumMod val="50000"/>
                </a:schemeClr>
              </a:solidFill>
              <a:latin typeface="Montserrat Medium" panose="00000600000000000000" pitchFamily="2" charset="0"/>
              <a:ea typeface="Roboto"/>
              <a:cs typeface="Roboto"/>
              <a:sym typeface="Roboto"/>
            </a:endParaRPr>
          </a:p>
        </p:txBody>
      </p:sp>
      <p:grpSp>
        <p:nvGrpSpPr>
          <p:cNvPr id="29" name="Google Shape;496;p25">
            <a:extLst>
              <a:ext uri="{FF2B5EF4-FFF2-40B4-BE49-F238E27FC236}">
                <a16:creationId xmlns:a16="http://schemas.microsoft.com/office/drawing/2014/main" id="{11E820C6-152C-CAF7-23F8-B5771789D7FE}"/>
              </a:ext>
            </a:extLst>
          </p:cNvPr>
          <p:cNvGrpSpPr/>
          <p:nvPr/>
        </p:nvGrpSpPr>
        <p:grpSpPr>
          <a:xfrm>
            <a:off x="-21805" y="1051143"/>
            <a:ext cx="675157" cy="983505"/>
            <a:chOff x="1052601" y="1679090"/>
            <a:chExt cx="457198" cy="695584"/>
          </a:xfrm>
          <a:solidFill>
            <a:srgbClr val="92D050"/>
          </a:solidFill>
        </p:grpSpPr>
        <p:sp>
          <p:nvSpPr>
            <p:cNvPr id="30" name="Google Shape;497;p25">
              <a:extLst>
                <a:ext uri="{FF2B5EF4-FFF2-40B4-BE49-F238E27FC236}">
                  <a16:creationId xmlns:a16="http://schemas.microsoft.com/office/drawing/2014/main" id="{C1DE8F32-2312-4C83-90C5-BB7CECC5DDC7}"/>
                </a:ext>
              </a:extLst>
            </p:cNvPr>
            <p:cNvSpPr/>
            <p:nvPr/>
          </p:nvSpPr>
          <p:spPr>
            <a:xfrm>
              <a:off x="1284706" y="2039031"/>
              <a:ext cx="169" cy="335643"/>
            </a:xfrm>
            <a:custGeom>
              <a:avLst/>
              <a:gdLst/>
              <a:ahLst/>
              <a:cxnLst/>
              <a:rect l="l" t="t" r="r" b="b"/>
              <a:pathLst>
                <a:path w="1" h="1989" extrusionOk="0">
                  <a:moveTo>
                    <a:pt x="1" y="1988"/>
                  </a:moveTo>
                  <a:lnTo>
                    <a:pt x="1" y="0"/>
                  </a:lnTo>
                  <a:close/>
                </a:path>
              </a:pathLst>
            </a:custGeom>
            <a:solidFill>
              <a:schemeClr val="tx1">
                <a:lumMod val="50000"/>
              </a:schemeClr>
            </a:solid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498;p25">
              <a:extLst>
                <a:ext uri="{FF2B5EF4-FFF2-40B4-BE49-F238E27FC236}">
                  <a16:creationId xmlns:a16="http://schemas.microsoft.com/office/drawing/2014/main" id="{BFE9B25D-A7FB-1122-6DD6-F4DC37765193}"/>
                </a:ext>
              </a:extLst>
            </p:cNvPr>
            <p:cNvSpPr/>
            <p:nvPr/>
          </p:nvSpPr>
          <p:spPr>
            <a:xfrm>
              <a:off x="1052601" y="1679090"/>
              <a:ext cx="457198" cy="457199"/>
            </a:xfrm>
            <a:custGeom>
              <a:avLst/>
              <a:gdLst/>
              <a:ahLst/>
              <a:cxnLst/>
              <a:rect l="l" t="t" r="r" b="b"/>
              <a:pathLst>
                <a:path w="2133" h="2134" extrusionOk="0">
                  <a:moveTo>
                    <a:pt x="1066" y="1"/>
                  </a:moveTo>
                  <a:cubicBezTo>
                    <a:pt x="470" y="1"/>
                    <a:pt x="0" y="471"/>
                    <a:pt x="0" y="1068"/>
                  </a:cubicBezTo>
                  <a:cubicBezTo>
                    <a:pt x="0" y="1646"/>
                    <a:pt x="470" y="2133"/>
                    <a:pt x="1066" y="2133"/>
                  </a:cubicBezTo>
                  <a:cubicBezTo>
                    <a:pt x="1644" y="2133"/>
                    <a:pt x="2133" y="1646"/>
                    <a:pt x="2133" y="1068"/>
                  </a:cubicBezTo>
                  <a:cubicBezTo>
                    <a:pt x="2133" y="471"/>
                    <a:pt x="1644" y="1"/>
                    <a:pt x="1066" y="1"/>
                  </a:cubicBezTo>
                  <a:close/>
                </a:path>
              </a:pathLst>
            </a:custGeom>
            <a:solidFill>
              <a:schemeClr val="accent5">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48" name="Image 447">
            <a:extLst>
              <a:ext uri="{FF2B5EF4-FFF2-40B4-BE49-F238E27FC236}">
                <a16:creationId xmlns:a16="http://schemas.microsoft.com/office/drawing/2014/main" id="{41D16E2B-D3C1-C680-6329-3AE3A77834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109" y="1126912"/>
            <a:ext cx="451370" cy="451370"/>
          </a:xfrm>
          <a:prstGeom prst="rect">
            <a:avLst/>
          </a:prstGeom>
        </p:spPr>
      </p:pic>
      <p:grpSp>
        <p:nvGrpSpPr>
          <p:cNvPr id="454" name="Google Shape;496;p25">
            <a:extLst>
              <a:ext uri="{FF2B5EF4-FFF2-40B4-BE49-F238E27FC236}">
                <a16:creationId xmlns:a16="http://schemas.microsoft.com/office/drawing/2014/main" id="{BCAA7DE9-C71A-3BE0-756C-42D6068F76FE}"/>
              </a:ext>
            </a:extLst>
          </p:cNvPr>
          <p:cNvGrpSpPr/>
          <p:nvPr/>
        </p:nvGrpSpPr>
        <p:grpSpPr>
          <a:xfrm>
            <a:off x="6063352" y="3459120"/>
            <a:ext cx="675157" cy="983505"/>
            <a:chOff x="1052601" y="1679090"/>
            <a:chExt cx="457198" cy="695584"/>
          </a:xfrm>
          <a:solidFill>
            <a:srgbClr val="FF3399"/>
          </a:solidFill>
        </p:grpSpPr>
        <p:sp>
          <p:nvSpPr>
            <p:cNvPr id="455" name="Google Shape;497;p25">
              <a:extLst>
                <a:ext uri="{FF2B5EF4-FFF2-40B4-BE49-F238E27FC236}">
                  <a16:creationId xmlns:a16="http://schemas.microsoft.com/office/drawing/2014/main" id="{DA433661-6BA4-2A23-ED53-B0295C0A4EF2}"/>
                </a:ext>
              </a:extLst>
            </p:cNvPr>
            <p:cNvSpPr/>
            <p:nvPr/>
          </p:nvSpPr>
          <p:spPr>
            <a:xfrm>
              <a:off x="1284706" y="2039031"/>
              <a:ext cx="169" cy="335643"/>
            </a:xfrm>
            <a:custGeom>
              <a:avLst/>
              <a:gdLst/>
              <a:ahLst/>
              <a:cxnLst/>
              <a:rect l="l" t="t" r="r" b="b"/>
              <a:pathLst>
                <a:path w="1" h="1989" extrusionOk="0">
                  <a:moveTo>
                    <a:pt x="1" y="1988"/>
                  </a:moveTo>
                  <a:lnTo>
                    <a:pt x="1" y="0"/>
                  </a:lnTo>
                  <a:close/>
                </a:path>
              </a:pathLst>
            </a:custGeom>
            <a:grp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 name="Google Shape;498;p25">
              <a:extLst>
                <a:ext uri="{FF2B5EF4-FFF2-40B4-BE49-F238E27FC236}">
                  <a16:creationId xmlns:a16="http://schemas.microsoft.com/office/drawing/2014/main" id="{117A736E-AE85-05CF-8006-988444A579F0}"/>
                </a:ext>
              </a:extLst>
            </p:cNvPr>
            <p:cNvSpPr/>
            <p:nvPr/>
          </p:nvSpPr>
          <p:spPr>
            <a:xfrm>
              <a:off x="1052601" y="1679090"/>
              <a:ext cx="457198" cy="457199"/>
            </a:xfrm>
            <a:custGeom>
              <a:avLst/>
              <a:gdLst/>
              <a:ahLst/>
              <a:cxnLst/>
              <a:rect l="l" t="t" r="r" b="b"/>
              <a:pathLst>
                <a:path w="2133" h="2134" extrusionOk="0">
                  <a:moveTo>
                    <a:pt x="1066" y="1"/>
                  </a:moveTo>
                  <a:cubicBezTo>
                    <a:pt x="470" y="1"/>
                    <a:pt x="0" y="471"/>
                    <a:pt x="0" y="1068"/>
                  </a:cubicBezTo>
                  <a:cubicBezTo>
                    <a:pt x="0" y="1646"/>
                    <a:pt x="470" y="2133"/>
                    <a:pt x="1066" y="2133"/>
                  </a:cubicBezTo>
                  <a:cubicBezTo>
                    <a:pt x="1644" y="2133"/>
                    <a:pt x="2133" y="1646"/>
                    <a:pt x="2133" y="1068"/>
                  </a:cubicBezTo>
                  <a:cubicBezTo>
                    <a:pt x="2133" y="471"/>
                    <a:pt x="1644" y="1"/>
                    <a:pt x="10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58" name="Google Shape;496;p25">
            <a:extLst>
              <a:ext uri="{FF2B5EF4-FFF2-40B4-BE49-F238E27FC236}">
                <a16:creationId xmlns:a16="http://schemas.microsoft.com/office/drawing/2014/main" id="{D4011D3D-094D-F06B-D29A-C5873AE73BD6}"/>
              </a:ext>
            </a:extLst>
          </p:cNvPr>
          <p:cNvGrpSpPr/>
          <p:nvPr/>
        </p:nvGrpSpPr>
        <p:grpSpPr>
          <a:xfrm>
            <a:off x="7660689" y="3801354"/>
            <a:ext cx="675157" cy="983505"/>
            <a:chOff x="1052601" y="1679090"/>
            <a:chExt cx="457198" cy="695584"/>
          </a:xfrm>
          <a:solidFill>
            <a:srgbClr val="4C49D7"/>
          </a:solidFill>
        </p:grpSpPr>
        <p:sp>
          <p:nvSpPr>
            <p:cNvPr id="459" name="Google Shape;497;p25">
              <a:extLst>
                <a:ext uri="{FF2B5EF4-FFF2-40B4-BE49-F238E27FC236}">
                  <a16:creationId xmlns:a16="http://schemas.microsoft.com/office/drawing/2014/main" id="{D9DF0DAB-9B18-DE2F-1713-12C7F9A0032C}"/>
                </a:ext>
              </a:extLst>
            </p:cNvPr>
            <p:cNvSpPr/>
            <p:nvPr/>
          </p:nvSpPr>
          <p:spPr>
            <a:xfrm>
              <a:off x="1284706" y="2039031"/>
              <a:ext cx="169" cy="335643"/>
            </a:xfrm>
            <a:custGeom>
              <a:avLst/>
              <a:gdLst/>
              <a:ahLst/>
              <a:cxnLst/>
              <a:rect l="l" t="t" r="r" b="b"/>
              <a:pathLst>
                <a:path w="1" h="1989" extrusionOk="0">
                  <a:moveTo>
                    <a:pt x="1" y="1988"/>
                  </a:moveTo>
                  <a:lnTo>
                    <a:pt x="1" y="0"/>
                  </a:lnTo>
                  <a:close/>
                </a:path>
              </a:pathLst>
            </a:custGeom>
            <a:grpFill/>
            <a:ln w="9525" cap="flat" cmpd="sng">
              <a:solidFill>
                <a:schemeClr val="tx1">
                  <a:lumMod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98;p25">
              <a:extLst>
                <a:ext uri="{FF2B5EF4-FFF2-40B4-BE49-F238E27FC236}">
                  <a16:creationId xmlns:a16="http://schemas.microsoft.com/office/drawing/2014/main" id="{3DBD76FB-0F8A-DB88-7944-25BF3F25189E}"/>
                </a:ext>
              </a:extLst>
            </p:cNvPr>
            <p:cNvSpPr/>
            <p:nvPr/>
          </p:nvSpPr>
          <p:spPr>
            <a:xfrm>
              <a:off x="1052601" y="1679090"/>
              <a:ext cx="457198" cy="457199"/>
            </a:xfrm>
            <a:custGeom>
              <a:avLst/>
              <a:gdLst/>
              <a:ahLst/>
              <a:cxnLst/>
              <a:rect l="l" t="t" r="r" b="b"/>
              <a:pathLst>
                <a:path w="2133" h="2134" extrusionOk="0">
                  <a:moveTo>
                    <a:pt x="1066" y="1"/>
                  </a:moveTo>
                  <a:cubicBezTo>
                    <a:pt x="470" y="1"/>
                    <a:pt x="0" y="471"/>
                    <a:pt x="0" y="1068"/>
                  </a:cubicBezTo>
                  <a:cubicBezTo>
                    <a:pt x="0" y="1646"/>
                    <a:pt x="470" y="2133"/>
                    <a:pt x="1066" y="2133"/>
                  </a:cubicBezTo>
                  <a:cubicBezTo>
                    <a:pt x="1644" y="2133"/>
                    <a:pt x="2133" y="1646"/>
                    <a:pt x="2133" y="1068"/>
                  </a:cubicBezTo>
                  <a:cubicBezTo>
                    <a:pt x="2133" y="471"/>
                    <a:pt x="1644" y="1"/>
                    <a:pt x="1066" y="1"/>
                  </a:cubicBezTo>
                  <a:close/>
                </a:path>
              </a:pathLst>
            </a:custGeom>
            <a:solidFill>
              <a:srgbClr val="FFFF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62" name="Image 461">
            <a:extLst>
              <a:ext uri="{FF2B5EF4-FFF2-40B4-BE49-F238E27FC236}">
                <a16:creationId xmlns:a16="http://schemas.microsoft.com/office/drawing/2014/main" id="{A5652EEA-1194-0867-5ACC-5A8C94A4F8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2472" y="1417138"/>
            <a:ext cx="484323" cy="484323"/>
          </a:xfrm>
          <a:prstGeom prst="rect">
            <a:avLst/>
          </a:prstGeom>
        </p:spPr>
      </p:pic>
      <p:sp>
        <p:nvSpPr>
          <p:cNvPr id="464" name="ZoneTexte 463">
            <a:extLst>
              <a:ext uri="{FF2B5EF4-FFF2-40B4-BE49-F238E27FC236}">
                <a16:creationId xmlns:a16="http://schemas.microsoft.com/office/drawing/2014/main" id="{0883A54E-1D3F-03BA-4B99-64A4BFCBEA84}"/>
              </a:ext>
            </a:extLst>
          </p:cNvPr>
          <p:cNvSpPr txBox="1"/>
          <p:nvPr/>
        </p:nvSpPr>
        <p:spPr>
          <a:xfrm>
            <a:off x="610290" y="698702"/>
            <a:ext cx="1793010" cy="738664"/>
          </a:xfrm>
          <a:prstGeom prst="rect">
            <a:avLst/>
          </a:prstGeom>
          <a:noFill/>
        </p:spPr>
        <p:txBody>
          <a:bodyPr wrap="square">
            <a:spAutoFit/>
          </a:bodyPr>
          <a:lstStyle/>
          <a:p>
            <a:pPr algn="ctr"/>
            <a:r>
              <a:rPr lang="fr-FR" b="1" dirty="0">
                <a:solidFill>
                  <a:schemeClr val="accent1">
                    <a:lumMod val="10000"/>
                  </a:schemeClr>
                </a:solidFill>
                <a:latin typeface="Times New Roman" panose="02020603050405020304" pitchFamily="18" charset="0"/>
                <a:cs typeface="Times New Roman" panose="02020603050405020304" pitchFamily="18" charset="0"/>
              </a:rPr>
              <a:t>Visualisation et exploration de </a:t>
            </a:r>
            <a:r>
              <a:rPr lang="fr-FR" b="1" dirty="0" err="1">
                <a:solidFill>
                  <a:schemeClr val="accent1">
                    <a:lumMod val="10000"/>
                  </a:schemeClr>
                </a:solidFill>
                <a:latin typeface="Times New Roman" panose="02020603050405020304" pitchFamily="18" charset="0"/>
                <a:cs typeface="Times New Roman" panose="02020603050405020304" pitchFamily="18" charset="0"/>
              </a:rPr>
              <a:t>dataset</a:t>
            </a:r>
            <a:endParaRPr lang="fr-FR" b="1" dirty="0">
              <a:solidFill>
                <a:schemeClr val="accent1">
                  <a:lumMod val="10000"/>
                </a:schemeClr>
              </a:solidFill>
              <a:latin typeface="Times New Roman" panose="02020603050405020304" pitchFamily="18" charset="0"/>
              <a:cs typeface="Times New Roman" panose="02020603050405020304" pitchFamily="18" charset="0"/>
            </a:endParaRPr>
          </a:p>
        </p:txBody>
      </p:sp>
      <p:pic>
        <p:nvPicPr>
          <p:cNvPr id="465" name="Image 464">
            <a:extLst>
              <a:ext uri="{FF2B5EF4-FFF2-40B4-BE49-F238E27FC236}">
                <a16:creationId xmlns:a16="http://schemas.microsoft.com/office/drawing/2014/main" id="{25B4B965-103A-0A31-4CBC-64E8B7688E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3118" y="1642351"/>
            <a:ext cx="488107" cy="456818"/>
          </a:xfrm>
          <a:prstGeom prst="rect">
            <a:avLst/>
          </a:prstGeom>
        </p:spPr>
      </p:pic>
      <p:pic>
        <p:nvPicPr>
          <p:cNvPr id="466" name="Image 465">
            <a:extLst>
              <a:ext uri="{FF2B5EF4-FFF2-40B4-BE49-F238E27FC236}">
                <a16:creationId xmlns:a16="http://schemas.microsoft.com/office/drawing/2014/main" id="{775E9D94-6F87-A020-5E66-F6C34AECE111}"/>
              </a:ext>
            </a:extLst>
          </p:cNvPr>
          <p:cNvPicPr>
            <a:picLocks noChangeAspect="1"/>
          </p:cNvPicPr>
          <p:nvPr/>
        </p:nvPicPr>
        <p:blipFill>
          <a:blip r:embed="rId6"/>
          <a:stretch>
            <a:fillRect/>
          </a:stretch>
        </p:blipFill>
        <p:spPr>
          <a:xfrm rot="10800000" flipV="1">
            <a:off x="3472833" y="2614264"/>
            <a:ext cx="469058" cy="469058"/>
          </a:xfrm>
          <a:prstGeom prst="rect">
            <a:avLst/>
          </a:prstGeom>
        </p:spPr>
      </p:pic>
      <p:pic>
        <p:nvPicPr>
          <p:cNvPr id="523" name="Image 522">
            <a:extLst>
              <a:ext uri="{FF2B5EF4-FFF2-40B4-BE49-F238E27FC236}">
                <a16:creationId xmlns:a16="http://schemas.microsoft.com/office/drawing/2014/main" id="{12E0C140-93EB-58CD-F8E6-280C519207E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01508" y="1903454"/>
            <a:ext cx="452179" cy="452179"/>
          </a:xfrm>
          <a:prstGeom prst="rect">
            <a:avLst/>
          </a:prstGeom>
        </p:spPr>
      </p:pic>
      <p:pic>
        <p:nvPicPr>
          <p:cNvPr id="524" name="Image 523">
            <a:extLst>
              <a:ext uri="{FF2B5EF4-FFF2-40B4-BE49-F238E27FC236}">
                <a16:creationId xmlns:a16="http://schemas.microsoft.com/office/drawing/2014/main" id="{E1A2DF27-B166-DD1F-8D25-724E88B0223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974155" y="1818816"/>
            <a:ext cx="637703" cy="480963"/>
          </a:xfrm>
          <a:prstGeom prst="rect">
            <a:avLst/>
          </a:prstGeom>
        </p:spPr>
      </p:pic>
      <p:pic>
        <p:nvPicPr>
          <p:cNvPr id="525" name="Image 524">
            <a:extLst>
              <a:ext uri="{FF2B5EF4-FFF2-40B4-BE49-F238E27FC236}">
                <a16:creationId xmlns:a16="http://schemas.microsoft.com/office/drawing/2014/main" id="{BB5DB62A-7E23-BCE9-F888-E0906B3CB97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203352" y="3557793"/>
            <a:ext cx="461114" cy="461114"/>
          </a:xfrm>
          <a:prstGeom prst="rect">
            <a:avLst/>
          </a:prstGeom>
        </p:spPr>
      </p:pic>
      <p:sp>
        <p:nvSpPr>
          <p:cNvPr id="527" name="ZoneTexte 526">
            <a:extLst>
              <a:ext uri="{FF2B5EF4-FFF2-40B4-BE49-F238E27FC236}">
                <a16:creationId xmlns:a16="http://schemas.microsoft.com/office/drawing/2014/main" id="{ABC62D0E-6A15-0116-6452-11F58CB4989C}"/>
              </a:ext>
            </a:extLst>
          </p:cNvPr>
          <p:cNvSpPr txBox="1"/>
          <p:nvPr/>
        </p:nvSpPr>
        <p:spPr>
          <a:xfrm>
            <a:off x="7149922" y="3214629"/>
            <a:ext cx="1707045" cy="537904"/>
          </a:xfrm>
          <a:prstGeom prst="rect">
            <a:avLst/>
          </a:prstGeom>
          <a:noFill/>
        </p:spPr>
        <p:txBody>
          <a:bodyPr wrap="square">
            <a:spAutoFit/>
          </a:bodyPr>
          <a:lstStyle/>
          <a:p>
            <a:pPr algn="ctr">
              <a:lnSpc>
                <a:spcPct val="107000"/>
              </a:lnSpc>
              <a:spcAft>
                <a:spcPts val="600"/>
              </a:spcAft>
            </a:pPr>
            <a:r>
              <a:rPr lang="fr-FR" sz="1400" b="1" kern="100" dirty="0">
                <a:solidFill>
                  <a:srgbClr val="0D0D0D"/>
                </a:solidFill>
                <a:latin typeface="Times New Roman" panose="02020603050405020304" pitchFamily="18" charset="0"/>
                <a:ea typeface="Calibri" panose="020F0502020204030204" pitchFamily="34" charset="0"/>
                <a:cs typeface="Arial" panose="020B0604020202020204" pitchFamily="34" charset="0"/>
              </a:rPr>
              <a:t> </a:t>
            </a:r>
            <a:r>
              <a:rPr lang="fr-FR" sz="1400" b="1" kern="100" dirty="0">
                <a:solidFill>
                  <a:schemeClr val="accent1">
                    <a:lumMod val="10000"/>
                  </a:schemeClr>
                </a:solidFill>
                <a:latin typeface="Times New Roman" panose="02020603050405020304" pitchFamily="18" charset="0"/>
                <a:ea typeface="Calibri" panose="020F0502020204030204" pitchFamily="34" charset="0"/>
                <a:cs typeface="Times New Roman" panose="02020603050405020304" pitchFamily="18" charset="0"/>
              </a:rPr>
              <a:t>Déploiement</a:t>
            </a:r>
            <a:r>
              <a:rPr lang="fr-FR" sz="1400" b="1" kern="10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 du modèle</a:t>
            </a:r>
            <a:endParaRPr lang="fr-FR" sz="1400" b="1" dirty="0">
              <a:latin typeface="Times New Roman" panose="02020603050405020304" pitchFamily="18" charset="0"/>
              <a:cs typeface="Times New Roman" panose="02020603050405020304" pitchFamily="18" charset="0"/>
            </a:endParaRPr>
          </a:p>
        </p:txBody>
      </p:sp>
      <p:pic>
        <p:nvPicPr>
          <p:cNvPr id="528" name="Image 527">
            <a:extLst>
              <a:ext uri="{FF2B5EF4-FFF2-40B4-BE49-F238E27FC236}">
                <a16:creationId xmlns:a16="http://schemas.microsoft.com/office/drawing/2014/main" id="{86BBDEDE-CDEB-285B-84AC-92B37DA4B7D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745799" y="3875207"/>
            <a:ext cx="494082" cy="4940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wipe(down)">
                                      <p:cBhvr>
                                        <p:cTn id="7" dur="500"/>
                                        <p:tgtEl>
                                          <p:spTgt spid="44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64"/>
                                        </p:tgtEl>
                                        <p:attrNameLst>
                                          <p:attrName>style.visibility</p:attrName>
                                        </p:attrNameLst>
                                      </p:cBhvr>
                                      <p:to>
                                        <p:strVal val="visible"/>
                                      </p:to>
                                    </p:set>
                                    <p:animEffect transition="in" filter="fade">
                                      <p:cBhvr>
                                        <p:cTn id="18" dur="500"/>
                                        <p:tgtEl>
                                          <p:spTgt spid="464"/>
                                        </p:tgtEl>
                                      </p:cBhvr>
                                    </p:animEffect>
                                  </p:childTnLst>
                                </p:cTn>
                              </p:par>
                              <p:par>
                                <p:cTn id="19" presetID="10" presetClass="entr" presetSubtype="0" fill="hold" nodeType="withEffect">
                                  <p:stCondLst>
                                    <p:cond delay="0"/>
                                  </p:stCondLst>
                                  <p:childTnLst>
                                    <p:set>
                                      <p:cBhvr>
                                        <p:cTn id="20" dur="1" fill="hold">
                                          <p:stCondLst>
                                            <p:cond delay="0"/>
                                          </p:stCondLst>
                                        </p:cTn>
                                        <p:tgtEl>
                                          <p:spTgt spid="462"/>
                                        </p:tgtEl>
                                        <p:attrNameLst>
                                          <p:attrName>style.visibility</p:attrName>
                                        </p:attrNameLst>
                                      </p:cBhvr>
                                      <p:to>
                                        <p:strVal val="visible"/>
                                      </p:to>
                                    </p:set>
                                    <p:animEffect transition="in" filter="fade">
                                      <p:cBhvr>
                                        <p:cTn id="21" dur="500"/>
                                        <p:tgtEl>
                                          <p:spTgt spid="462"/>
                                        </p:tgtEl>
                                      </p:cBhvr>
                                    </p:animEffect>
                                  </p:childTnLst>
                                </p:cTn>
                              </p:par>
                              <p:par>
                                <p:cTn id="22" presetID="10" presetClass="entr" presetSubtype="0" fill="hold" nodeType="withEffect">
                                  <p:stCondLst>
                                    <p:cond delay="0"/>
                                  </p:stCondLst>
                                  <p:childTnLst>
                                    <p:set>
                                      <p:cBhvr>
                                        <p:cTn id="23" dur="1" fill="hold">
                                          <p:stCondLst>
                                            <p:cond delay="0"/>
                                          </p:stCondLst>
                                        </p:cTn>
                                        <p:tgtEl>
                                          <p:spTgt spid="496"/>
                                        </p:tgtEl>
                                        <p:attrNameLst>
                                          <p:attrName>style.visibility</p:attrName>
                                        </p:attrNameLst>
                                      </p:cBhvr>
                                      <p:to>
                                        <p:strVal val="visible"/>
                                      </p:to>
                                    </p:set>
                                    <p:animEffect transition="in" filter="fade">
                                      <p:cBhvr>
                                        <p:cTn id="24" dur="500"/>
                                        <p:tgtEl>
                                          <p:spTgt spid="49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nodeType="withEffect">
                                  <p:stCondLst>
                                    <p:cond delay="0"/>
                                  </p:stCondLst>
                                  <p:childTnLst>
                                    <p:set>
                                      <p:cBhvr>
                                        <p:cTn id="31" dur="1" fill="hold">
                                          <p:stCondLst>
                                            <p:cond delay="0"/>
                                          </p:stCondLst>
                                        </p:cTn>
                                        <p:tgtEl>
                                          <p:spTgt spid="465"/>
                                        </p:tgtEl>
                                        <p:attrNameLst>
                                          <p:attrName>style.visibility</p:attrName>
                                        </p:attrNameLst>
                                      </p:cBhvr>
                                      <p:to>
                                        <p:strVal val="visible"/>
                                      </p:to>
                                    </p:set>
                                    <p:animEffect transition="in" filter="fade">
                                      <p:cBhvr>
                                        <p:cTn id="32" dur="500"/>
                                        <p:tgtEl>
                                          <p:spTgt spid="465"/>
                                        </p:tgtEl>
                                      </p:cBhvr>
                                    </p:animEffect>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13"/>
                                        </p:tgtEl>
                                        <p:attrNameLst>
                                          <p:attrName>style.visibility</p:attrName>
                                        </p:attrNameLst>
                                      </p:cBhvr>
                                      <p:to>
                                        <p:strVal val="visible"/>
                                      </p:to>
                                    </p:set>
                                    <p:animEffect transition="in" filter="fade">
                                      <p:cBhvr>
                                        <p:cTn id="40" dur="500"/>
                                        <p:tgtEl>
                                          <p:spTgt spid="5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19"/>
                                        </p:tgtEl>
                                        <p:attrNameLst>
                                          <p:attrName>style.visibility</p:attrName>
                                        </p:attrNameLst>
                                      </p:cBhvr>
                                      <p:to>
                                        <p:strVal val="visible"/>
                                      </p:to>
                                    </p:set>
                                    <p:animEffect transition="in" filter="fade">
                                      <p:cBhvr>
                                        <p:cTn id="43" dur="500"/>
                                        <p:tgtEl>
                                          <p:spTgt spid="519"/>
                                        </p:tgtEl>
                                      </p:cBhvr>
                                    </p:animEffect>
                                  </p:childTnLst>
                                </p:cTn>
                              </p:par>
                              <p:par>
                                <p:cTn id="44" presetID="10" presetClass="entr" presetSubtype="0" fill="hold" nodeType="withEffect">
                                  <p:stCondLst>
                                    <p:cond delay="0"/>
                                  </p:stCondLst>
                                  <p:childTnLst>
                                    <p:set>
                                      <p:cBhvr>
                                        <p:cTn id="45" dur="1" fill="hold">
                                          <p:stCondLst>
                                            <p:cond delay="0"/>
                                          </p:stCondLst>
                                        </p:cTn>
                                        <p:tgtEl>
                                          <p:spTgt spid="466"/>
                                        </p:tgtEl>
                                        <p:attrNameLst>
                                          <p:attrName>style.visibility</p:attrName>
                                        </p:attrNameLst>
                                      </p:cBhvr>
                                      <p:to>
                                        <p:strVal val="visible"/>
                                      </p:to>
                                    </p:set>
                                    <p:animEffect transition="in" filter="fade">
                                      <p:cBhvr>
                                        <p:cTn id="46" dur="500"/>
                                        <p:tgtEl>
                                          <p:spTgt spid="46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nodeType="withEffect">
                                  <p:stCondLst>
                                    <p:cond delay="0"/>
                                  </p:stCondLst>
                                  <p:childTnLst>
                                    <p:set>
                                      <p:cBhvr>
                                        <p:cTn id="53" dur="1" fill="hold">
                                          <p:stCondLst>
                                            <p:cond delay="0"/>
                                          </p:stCondLst>
                                        </p:cTn>
                                        <p:tgtEl>
                                          <p:spTgt spid="523"/>
                                        </p:tgtEl>
                                        <p:attrNameLst>
                                          <p:attrName>style.visibility</p:attrName>
                                        </p:attrNameLst>
                                      </p:cBhvr>
                                      <p:to>
                                        <p:strVal val="visible"/>
                                      </p:to>
                                    </p:set>
                                    <p:animEffect transition="in" filter="fade">
                                      <p:cBhvr>
                                        <p:cTn id="54" dur="500"/>
                                        <p:tgtEl>
                                          <p:spTgt spid="5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par>
                                <p:cTn id="63" presetID="10" presetClass="entr" presetSubtype="0" fill="hold" nodeType="withEffect">
                                  <p:stCondLst>
                                    <p:cond delay="0"/>
                                  </p:stCondLst>
                                  <p:childTnLst>
                                    <p:set>
                                      <p:cBhvr>
                                        <p:cTn id="64" dur="1" fill="hold">
                                          <p:stCondLst>
                                            <p:cond delay="0"/>
                                          </p:stCondLst>
                                        </p:cTn>
                                        <p:tgtEl>
                                          <p:spTgt spid="524"/>
                                        </p:tgtEl>
                                        <p:attrNameLst>
                                          <p:attrName>style.visibility</p:attrName>
                                        </p:attrNameLst>
                                      </p:cBhvr>
                                      <p:to>
                                        <p:strVal val="visible"/>
                                      </p:to>
                                    </p:set>
                                    <p:animEffect transition="in" filter="fade">
                                      <p:cBhvr>
                                        <p:cTn id="65" dur="500"/>
                                        <p:tgtEl>
                                          <p:spTgt spid="524"/>
                                        </p:tgtEl>
                                      </p:cBhvr>
                                    </p:animEffect>
                                  </p:childTnLst>
                                </p:cTn>
                              </p:par>
                              <p:par>
                                <p:cTn id="66" presetID="10" presetClass="entr" presetSubtype="0" fill="hold" nodeType="withEffect">
                                  <p:stCondLst>
                                    <p:cond delay="0"/>
                                  </p:stCondLst>
                                  <p:childTnLst>
                                    <p:set>
                                      <p:cBhvr>
                                        <p:cTn id="67" dur="1" fill="hold">
                                          <p:stCondLst>
                                            <p:cond delay="0"/>
                                          </p:stCondLst>
                                        </p:cTn>
                                        <p:tgtEl>
                                          <p:spTgt spid="480"/>
                                        </p:tgtEl>
                                        <p:attrNameLst>
                                          <p:attrName>style.visibility</p:attrName>
                                        </p:attrNameLst>
                                      </p:cBhvr>
                                      <p:to>
                                        <p:strVal val="visible"/>
                                      </p:to>
                                    </p:set>
                                    <p:animEffect transition="in" filter="fade">
                                      <p:cBhvr>
                                        <p:cTn id="68" dur="500"/>
                                        <p:tgtEl>
                                          <p:spTgt spid="48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22"/>
                                        </p:tgtEl>
                                        <p:attrNameLst>
                                          <p:attrName>style.visibility</p:attrName>
                                        </p:attrNameLst>
                                      </p:cBhvr>
                                      <p:to>
                                        <p:strVal val="visible"/>
                                      </p:to>
                                    </p:set>
                                    <p:animEffect transition="in" filter="fade">
                                      <p:cBhvr>
                                        <p:cTn id="73" dur="500"/>
                                        <p:tgtEl>
                                          <p:spTgt spid="522"/>
                                        </p:tgtEl>
                                      </p:cBhvr>
                                    </p:animEffect>
                                  </p:childTnLst>
                                </p:cTn>
                              </p:par>
                              <p:par>
                                <p:cTn id="74" presetID="10" presetClass="entr" presetSubtype="0" fill="hold" nodeType="withEffect">
                                  <p:stCondLst>
                                    <p:cond delay="0"/>
                                  </p:stCondLst>
                                  <p:childTnLst>
                                    <p:set>
                                      <p:cBhvr>
                                        <p:cTn id="75" dur="1" fill="hold">
                                          <p:stCondLst>
                                            <p:cond delay="0"/>
                                          </p:stCondLst>
                                        </p:cTn>
                                        <p:tgtEl>
                                          <p:spTgt spid="525"/>
                                        </p:tgtEl>
                                        <p:attrNameLst>
                                          <p:attrName>style.visibility</p:attrName>
                                        </p:attrNameLst>
                                      </p:cBhvr>
                                      <p:to>
                                        <p:strVal val="visible"/>
                                      </p:to>
                                    </p:set>
                                    <p:animEffect transition="in" filter="fade">
                                      <p:cBhvr>
                                        <p:cTn id="76" dur="500"/>
                                        <p:tgtEl>
                                          <p:spTgt spid="525"/>
                                        </p:tgtEl>
                                      </p:cBhvr>
                                    </p:animEffect>
                                  </p:childTnLst>
                                </p:cTn>
                              </p:par>
                              <p:par>
                                <p:cTn id="77" presetID="10" presetClass="entr" presetSubtype="0" fill="hold" nodeType="withEffect">
                                  <p:stCondLst>
                                    <p:cond delay="0"/>
                                  </p:stCondLst>
                                  <p:childTnLst>
                                    <p:set>
                                      <p:cBhvr>
                                        <p:cTn id="78" dur="1" fill="hold">
                                          <p:stCondLst>
                                            <p:cond delay="0"/>
                                          </p:stCondLst>
                                        </p:cTn>
                                        <p:tgtEl>
                                          <p:spTgt spid="454"/>
                                        </p:tgtEl>
                                        <p:attrNameLst>
                                          <p:attrName>style.visibility</p:attrName>
                                        </p:attrNameLst>
                                      </p:cBhvr>
                                      <p:to>
                                        <p:strVal val="visible"/>
                                      </p:to>
                                    </p:set>
                                    <p:animEffect transition="in" filter="fade">
                                      <p:cBhvr>
                                        <p:cTn id="79" dur="500"/>
                                        <p:tgtEl>
                                          <p:spTgt spid="45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458"/>
                                        </p:tgtEl>
                                        <p:attrNameLst>
                                          <p:attrName>style.visibility</p:attrName>
                                        </p:attrNameLst>
                                      </p:cBhvr>
                                      <p:to>
                                        <p:strVal val="visible"/>
                                      </p:to>
                                    </p:set>
                                    <p:animEffect transition="in" filter="fade">
                                      <p:cBhvr>
                                        <p:cTn id="84" dur="500"/>
                                        <p:tgtEl>
                                          <p:spTgt spid="45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27"/>
                                        </p:tgtEl>
                                        <p:attrNameLst>
                                          <p:attrName>style.visibility</p:attrName>
                                        </p:attrNameLst>
                                      </p:cBhvr>
                                      <p:to>
                                        <p:strVal val="visible"/>
                                      </p:to>
                                    </p:set>
                                    <p:animEffect transition="in" filter="fade">
                                      <p:cBhvr>
                                        <p:cTn id="87" dur="500"/>
                                        <p:tgtEl>
                                          <p:spTgt spid="527"/>
                                        </p:tgtEl>
                                      </p:cBhvr>
                                    </p:animEffect>
                                  </p:childTnLst>
                                </p:cTn>
                              </p:par>
                              <p:par>
                                <p:cTn id="88" presetID="10" presetClass="entr" presetSubtype="0" fill="hold" nodeType="withEffect">
                                  <p:stCondLst>
                                    <p:cond delay="0"/>
                                  </p:stCondLst>
                                  <p:childTnLst>
                                    <p:set>
                                      <p:cBhvr>
                                        <p:cTn id="89" dur="1" fill="hold">
                                          <p:stCondLst>
                                            <p:cond delay="0"/>
                                          </p:stCondLst>
                                        </p:cTn>
                                        <p:tgtEl>
                                          <p:spTgt spid="528"/>
                                        </p:tgtEl>
                                        <p:attrNameLst>
                                          <p:attrName>style.visibility</p:attrName>
                                        </p:attrNameLst>
                                      </p:cBhvr>
                                      <p:to>
                                        <p:strVal val="visible"/>
                                      </p:to>
                                    </p:set>
                                    <p:animEffect transition="in" filter="fade">
                                      <p:cBhvr>
                                        <p:cTn id="90" dur="500"/>
                                        <p:tgtEl>
                                          <p:spTgt spid="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 grpId="0"/>
      <p:bldP spid="522" grpId="0"/>
      <p:bldP spid="5" grpId="0"/>
      <p:bldP spid="8" grpId="0"/>
      <p:bldP spid="23" grpId="0"/>
      <p:bldP spid="28" grpId="0"/>
      <p:bldP spid="464" grpId="0"/>
      <p:bldP spid="5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AB8C-CB06-956E-DC7D-C740895916EB}"/>
            </a:ext>
          </a:extLst>
        </p:cNvPr>
        <p:cNvGrpSpPr/>
        <p:nvPr/>
      </p:nvGrpSpPr>
      <p:grpSpPr>
        <a:xfrm>
          <a:off x="0" y="0"/>
          <a:ext cx="0" cy="0"/>
          <a:chOff x="0" y="0"/>
          <a:chExt cx="0" cy="0"/>
        </a:xfrm>
      </p:grpSpPr>
      <p:sp>
        <p:nvSpPr>
          <p:cNvPr id="2" name="!!1">
            <a:extLst>
              <a:ext uri="{FF2B5EF4-FFF2-40B4-BE49-F238E27FC236}">
                <a16:creationId xmlns:a16="http://schemas.microsoft.com/office/drawing/2014/main" id="{0819AE3E-61C3-C9DC-4938-F6F9EA43B664}"/>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A99D2E7A-5A31-71D7-F349-584340C8D374}"/>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461B0E26-2C23-0439-FC53-605371630BF8}"/>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84430FEC-60D2-EE9B-DE2B-5DCB72577734}"/>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63F2ACFA-383D-0105-8635-ECAAA06D1C02}"/>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CD35CA37-56FC-419B-B33E-A13966443701}"/>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7ABF6DC6-E8DA-9A6D-DBC7-9EFE2020E22B}"/>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BAB1D159-977D-515E-945D-49F4EEA9F675}"/>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F417BE5D-0E4F-E56E-BF95-A5AB04772FFC}"/>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5BA0D139-2D1B-93A0-6352-F4B3F96A9887}"/>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1B5EEE20-78D1-6E9B-672C-BF40A307F222}"/>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DF30CD4A-1D56-B909-873A-D1C2238D07F0}"/>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6F762187-9D2D-424F-8358-7B0A551D96A9}"/>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64CE5C07-F077-8E65-D9C9-92150F58517E}"/>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74FA0457-4CAC-F2F5-8598-E1475D3910B0}"/>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EE074FA2-5C80-47B9-1D95-98034A0BE297}"/>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E14DE2F3-BE0D-0EA1-D8E6-96E5E4B80191}"/>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110919C9-0C16-E382-CFB5-8025AAF831AA}"/>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44C4946C-DBA9-FF6D-B81A-296DCD9347C0}"/>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2F8BB8FA-5EDF-0385-41EF-08E2BB584D7D}"/>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AF4804F2-10B6-7DFF-4EB1-A0C77D73AC7A}"/>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03B65E26-DE41-BF48-4137-2BDFDB8DF506}"/>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DCDB3B95-091F-B028-F6AE-89D100B97FE4}"/>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81968198-EB7A-7EC0-4155-65ED147D81FB}"/>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D6294B73-3ECC-FCB2-8D1A-951351542FED}"/>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8DCB2BF6-1496-E3E6-16CA-C8A5CD8C4029}"/>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D336093F-DB01-BDD2-15FD-24D9D0A6FACC}"/>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2C751F66-2062-33BE-5E6C-D4598A0D8E75}"/>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9124C037-4B1E-752E-BC44-8D0457276705}"/>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EBFF12B6-DEC8-F003-4056-9ACD5343DDF8}"/>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2EDC665B-0307-8E32-B1DA-3E3ADC305039}"/>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A4D52199-EC71-2E3B-8C6A-DF0B3C29866C}"/>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26F2864C-51C1-B14E-A9FE-AB172A5AFF04}"/>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21DE6D32-8634-C41F-0F5B-9EFF1F288A78}"/>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3F34DE63-4684-5D4D-9314-9D544124823C}"/>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65F3FE36-6F2A-44C0-A4AF-834E49329B42}"/>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42F0AE50-ECE4-19D8-63A4-79D9675BBA9B}"/>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EB71B38B-35D5-F3D6-50D5-C7AAE598D026}"/>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F1631EA8-DCAB-74BD-A7F7-25D5B1522242}"/>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551BE426-1ED1-D791-6083-365A70A4EE1D}"/>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F8461DBA-3C68-4ACA-7B0B-48B2ECE58856}"/>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AAABB731-51B3-70A8-FEA3-318C0446956F}"/>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0BE7D2E6-8B49-FC20-0B53-70CE643086DE}"/>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B5672E2B-A78C-FB76-3FA8-602FC1D502C9}"/>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0B4AB2DA-C4F7-28A1-2822-65A4BFB56647}"/>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8961CBBF-7E18-B296-64CE-27B8F2516909}"/>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2331A53E-B174-13F5-46FC-6E092B9EEEF7}"/>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D69E298E-70C3-B345-4703-9B5C0CA95082}"/>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CA1E7964-A51C-6D48-896D-9128776EB3FF}"/>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9956D06A-F099-AF8B-B8BE-C3060BF3ADE5}"/>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EEFF305F-66FC-1789-9CC1-18C994C22365}"/>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DA0332D8-4C4B-E3CF-A43F-015D9F9A0B1C}"/>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02BFF6B8-D06B-9D39-001A-7C03550CFD44}"/>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240F7B0E-7B81-C8C9-A206-BEBBCE94F42A}"/>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25268547-CC76-A4C9-4C8F-17F61220A967}"/>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08A17F04-4401-437E-58A8-06CC6A665642}"/>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11F7AD7D-9FA4-E3D4-98CA-65AC9B543176}"/>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98D4A56C-48C4-0197-9A6E-75F4DBF9EC69}"/>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E7B245C1-EF1D-0D8E-1726-59CB111BC7AA}"/>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D2BC595D-0B09-E259-685F-2F8BD52706F2}"/>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F89F689D-F072-5DBE-B717-26C344C8E475}"/>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4AFC3272-3AEC-1B74-650E-908F255A3E17}"/>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426DF560-133B-85AB-497E-9A510E17FF6E}"/>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10E67DC1-CE2B-D3F1-1B36-B54A8F0F1466}"/>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AFDA2674-4367-D855-AC60-4C1B91E6147F}"/>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8FCD98E3-5F32-7F06-6316-2B2BD9AD7E11}"/>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395D4CBA-4020-DCCB-90C5-693857B3BB17}"/>
              </a:ext>
            </a:extLst>
          </p:cNvPr>
          <p:cNvSpPr txBox="1">
            <a:spLocks/>
          </p:cNvSpPr>
          <p:nvPr/>
        </p:nvSpPr>
        <p:spPr>
          <a:xfrm>
            <a:off x="247060" y="1473730"/>
            <a:ext cx="5481190" cy="2916599"/>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5400" dirty="0">
                <a:solidFill>
                  <a:schemeClr val="accent1"/>
                </a:solidFill>
              </a:rPr>
              <a:t>Description de jeu de donnée </a:t>
            </a:r>
          </a:p>
        </p:txBody>
      </p:sp>
      <p:sp>
        <p:nvSpPr>
          <p:cNvPr id="71" name="TextBox 70"/>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36</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328008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59">
          <a:extLst>
            <a:ext uri="{FF2B5EF4-FFF2-40B4-BE49-F238E27FC236}">
              <a16:creationId xmlns:a16="http://schemas.microsoft.com/office/drawing/2014/main" id="{6F7F4D9A-481B-D544-CF82-A08C8B758CDE}"/>
            </a:ext>
          </a:extLst>
        </p:cNvPr>
        <p:cNvGrpSpPr/>
        <p:nvPr/>
      </p:nvGrpSpPr>
      <p:grpSpPr>
        <a:xfrm>
          <a:off x="0" y="0"/>
          <a:ext cx="0" cy="0"/>
          <a:chOff x="0" y="0"/>
          <a:chExt cx="0" cy="0"/>
        </a:xfrm>
      </p:grpSpPr>
      <p:sp>
        <p:nvSpPr>
          <p:cNvPr id="1560" name="Google Shape;1560;p56">
            <a:extLst>
              <a:ext uri="{FF2B5EF4-FFF2-40B4-BE49-F238E27FC236}">
                <a16:creationId xmlns:a16="http://schemas.microsoft.com/office/drawing/2014/main" id="{CF55668C-7160-F211-1F89-8C051F8EA49D}"/>
              </a:ext>
            </a:extLst>
          </p:cNvPr>
          <p:cNvSpPr txBox="1">
            <a:spLocks noGrp="1"/>
          </p:cNvSpPr>
          <p:nvPr>
            <p:ph type="title"/>
          </p:nvPr>
        </p:nvSpPr>
        <p:spPr>
          <a:xfrm>
            <a:off x="4045226" y="869188"/>
            <a:ext cx="4029253" cy="417712"/>
          </a:xfrm>
          <a:prstGeom prst="rect">
            <a:avLst/>
          </a:prstGeom>
        </p:spPr>
        <p:txBody>
          <a:bodyPr spcFirstLastPara="1" wrap="square" lIns="90000" tIns="91425" rIns="90000" bIns="91425" anchor="t" anchorCtr="0">
            <a:noAutofit/>
          </a:bodyPr>
          <a:lstStyle/>
          <a:p>
            <a:r>
              <a:rPr lang="fr-FR" sz="1800" dirty="0">
                <a:solidFill>
                  <a:schemeClr val="accent2"/>
                </a:solidFill>
                <a:latin typeface="Montserrat Medium" panose="00000600000000000000" pitchFamily="2" charset="0"/>
              </a:rPr>
              <a:t>Description de jeu de donnée:</a:t>
            </a:r>
            <a:br>
              <a:rPr lang="fr-FR" sz="1800" dirty="0">
                <a:solidFill>
                  <a:schemeClr val="accent5"/>
                </a:solidFill>
                <a:latin typeface="Montserrat Medium" panose="00000600000000000000" pitchFamily="2" charset="0"/>
              </a:rPr>
            </a:br>
            <a:endParaRPr sz="1800" dirty="0">
              <a:latin typeface="Montserrat Medium" panose="00000600000000000000" pitchFamily="2" charset="0"/>
            </a:endParaRPr>
          </a:p>
        </p:txBody>
      </p:sp>
      <p:sp>
        <p:nvSpPr>
          <p:cNvPr id="2" name="Espace réservé du texte 1">
            <a:extLst>
              <a:ext uri="{FF2B5EF4-FFF2-40B4-BE49-F238E27FC236}">
                <a16:creationId xmlns:a16="http://schemas.microsoft.com/office/drawing/2014/main" id="{090998A5-7744-02AB-3765-0168530E2A54}"/>
              </a:ext>
            </a:extLst>
          </p:cNvPr>
          <p:cNvSpPr>
            <a:spLocks noGrp="1" noChangeArrowheads="1"/>
          </p:cNvSpPr>
          <p:nvPr>
            <p:ph type="body" idx="1"/>
          </p:nvPr>
        </p:nvSpPr>
        <p:spPr bwMode="auto">
          <a:xfrm>
            <a:off x="1069521" y="1271278"/>
            <a:ext cx="7004958" cy="2585323"/>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
                <a:srgbClr val="F89746"/>
              </a:buClr>
              <a:buSzTx/>
              <a:buNone/>
            </a:pPr>
            <a:r>
              <a:rPr lang="fr-FR" altLang="fr-FR" sz="1800" dirty="0">
                <a:solidFill>
                  <a:schemeClr val="accent5"/>
                </a:solidFill>
                <a:latin typeface="Montserrat Medium" panose="00000600000000000000" pitchFamily="2" charset="0"/>
              </a:rPr>
              <a:t>Le </a:t>
            </a:r>
            <a:r>
              <a:rPr lang="fr-FR" altLang="fr-FR" sz="1800" dirty="0" err="1">
                <a:solidFill>
                  <a:schemeClr val="accent5"/>
                </a:solidFill>
                <a:latin typeface="Montserrat Medium" panose="00000600000000000000" pitchFamily="2" charset="0"/>
              </a:rPr>
              <a:t>dataset</a:t>
            </a:r>
            <a:r>
              <a:rPr lang="fr-FR" altLang="fr-FR" sz="1800" dirty="0">
                <a:solidFill>
                  <a:schemeClr val="accent5"/>
                </a:solidFill>
                <a:latin typeface="Montserrat Medium" panose="00000600000000000000" pitchFamily="2" charset="0"/>
              </a:rPr>
              <a:t> UNSW-NB15, utilisé dans cette étude, est un ensemble de données déséquilibré provenant du site </a:t>
            </a:r>
            <a:r>
              <a:rPr lang="fr-FR" altLang="fr-FR" sz="1800" dirty="0" err="1">
                <a:solidFill>
                  <a:schemeClr val="accent5"/>
                </a:solidFill>
                <a:latin typeface="Montserrat Medium" panose="00000600000000000000" pitchFamily="2" charset="0"/>
              </a:rPr>
              <a:t>Kaggle</a:t>
            </a:r>
            <a:r>
              <a:rPr lang="fr-FR" altLang="fr-FR" sz="1800" dirty="0">
                <a:solidFill>
                  <a:schemeClr val="accent5"/>
                </a:solidFill>
                <a:latin typeface="Montserrat Medium" panose="00000600000000000000" pitchFamily="2" charset="0"/>
              </a:rPr>
              <a:t>, généré par l'outil IXIA </a:t>
            </a:r>
            <a:r>
              <a:rPr lang="fr-FR" altLang="fr-FR" sz="1800" dirty="0" err="1">
                <a:solidFill>
                  <a:schemeClr val="accent5"/>
                </a:solidFill>
                <a:latin typeface="Montserrat Medium" panose="00000600000000000000" pitchFamily="2" charset="0"/>
              </a:rPr>
              <a:t>PerfectStorm</a:t>
            </a:r>
            <a:r>
              <a:rPr lang="fr-FR" altLang="fr-FR" sz="1800" dirty="0">
                <a:solidFill>
                  <a:schemeClr val="accent5"/>
                </a:solidFill>
                <a:latin typeface="Montserrat Medium" panose="00000600000000000000" pitchFamily="2" charset="0"/>
              </a:rPr>
              <a:t> au sein du laboratoire Cyber Range de l'ACCS.</a:t>
            </a: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kumimoji="0" lang="fr-FR" altLang="fr-FR" sz="1800" b="0" i="0" u="none" strike="noStrike" cap="none" normalizeH="0" baseline="0" dirty="0">
              <a:ln>
                <a:noFill/>
              </a:ln>
              <a:solidFill>
                <a:schemeClr val="accent5"/>
              </a:solidFill>
              <a:effectLst/>
              <a:latin typeface="Montserrat Medium" panose="00000600000000000000" pitchFamily="2" charset="0"/>
            </a:endParaRPr>
          </a:p>
        </p:txBody>
      </p:sp>
      <p:graphicFrame>
        <p:nvGraphicFramePr>
          <p:cNvPr id="3" name="Table 2">
            <a:extLst>
              <a:ext uri="{FF2B5EF4-FFF2-40B4-BE49-F238E27FC236}">
                <a16:creationId xmlns:a16="http://schemas.microsoft.com/office/drawing/2014/main" id="{95289E0B-F0D7-43D2-A4BE-2B367ED442AA}"/>
              </a:ext>
            </a:extLst>
          </p:cNvPr>
          <p:cNvGraphicFramePr>
            <a:graphicFrameLocks noGrp="1"/>
          </p:cNvGraphicFramePr>
          <p:nvPr/>
        </p:nvGraphicFramePr>
        <p:xfrm>
          <a:off x="1069521" y="2501031"/>
          <a:ext cx="7004959" cy="1366203"/>
        </p:xfrm>
        <a:graphic>
          <a:graphicData uri="http://schemas.openxmlformats.org/drawingml/2006/table">
            <a:tbl>
              <a:tblPr firstRow="1" bandRow="1">
                <a:tableStyleId>{5C22544A-7EE6-4342-B048-85BDC9FD1C3A}</a:tableStyleId>
              </a:tblPr>
              <a:tblGrid>
                <a:gridCol w="835560">
                  <a:extLst>
                    <a:ext uri="{9D8B030D-6E8A-4147-A177-3AD203B41FA5}">
                      <a16:colId xmlns:a16="http://schemas.microsoft.com/office/drawing/2014/main" val="68612617"/>
                    </a:ext>
                  </a:extLst>
                </a:gridCol>
                <a:gridCol w="1064479">
                  <a:extLst>
                    <a:ext uri="{9D8B030D-6E8A-4147-A177-3AD203B41FA5}">
                      <a16:colId xmlns:a16="http://schemas.microsoft.com/office/drawing/2014/main" val="65244487"/>
                    </a:ext>
                  </a:extLst>
                </a:gridCol>
                <a:gridCol w="1098818">
                  <a:extLst>
                    <a:ext uri="{9D8B030D-6E8A-4147-A177-3AD203B41FA5}">
                      <a16:colId xmlns:a16="http://schemas.microsoft.com/office/drawing/2014/main" val="1192155059"/>
                    </a:ext>
                  </a:extLst>
                </a:gridCol>
                <a:gridCol w="1671116">
                  <a:extLst>
                    <a:ext uri="{9D8B030D-6E8A-4147-A177-3AD203B41FA5}">
                      <a16:colId xmlns:a16="http://schemas.microsoft.com/office/drawing/2014/main" val="2650302663"/>
                    </a:ext>
                  </a:extLst>
                </a:gridCol>
                <a:gridCol w="1167493">
                  <a:extLst>
                    <a:ext uri="{9D8B030D-6E8A-4147-A177-3AD203B41FA5}">
                      <a16:colId xmlns:a16="http://schemas.microsoft.com/office/drawing/2014/main" val="2273712785"/>
                    </a:ext>
                  </a:extLst>
                </a:gridCol>
                <a:gridCol w="1167493">
                  <a:extLst>
                    <a:ext uri="{9D8B030D-6E8A-4147-A177-3AD203B41FA5}">
                      <a16:colId xmlns:a16="http://schemas.microsoft.com/office/drawing/2014/main" val="3507043200"/>
                    </a:ext>
                  </a:extLst>
                </a:gridCol>
              </a:tblGrid>
              <a:tr h="594740">
                <a:tc>
                  <a:txBody>
                    <a:bodyPr/>
                    <a:lstStyle/>
                    <a:p>
                      <a:r>
                        <a:rPr lang="fr-FR" dirty="0"/>
                        <a:t>Nom</a:t>
                      </a:r>
                    </a:p>
                  </a:txBody>
                  <a:tcPr/>
                </a:tc>
                <a:tc>
                  <a:txBody>
                    <a:bodyPr/>
                    <a:lstStyle/>
                    <a:p>
                      <a:r>
                        <a:rPr lang="fr-FR" dirty="0"/>
                        <a:t>Taille de </a:t>
                      </a:r>
                      <a:r>
                        <a:rPr lang="fr-FR" dirty="0" err="1"/>
                        <a:t>dataset</a:t>
                      </a:r>
                      <a:endParaRPr lang="fr-FR" dirty="0"/>
                    </a:p>
                  </a:txBody>
                  <a:tcPr/>
                </a:tc>
                <a:tc>
                  <a:txBody>
                    <a:bodyPr/>
                    <a:lstStyle/>
                    <a:p>
                      <a:r>
                        <a:rPr lang="fr-FR" dirty="0"/>
                        <a:t>Nombre de données</a:t>
                      </a:r>
                    </a:p>
                  </a:txBody>
                  <a:tcPr/>
                </a:tc>
                <a:tc>
                  <a:txBody>
                    <a:bodyPr/>
                    <a:lstStyle/>
                    <a:p>
                      <a:r>
                        <a:rPr lang="fr-FR" dirty="0"/>
                        <a:t>Les caractéristiques</a:t>
                      </a:r>
                    </a:p>
                  </a:txBody>
                  <a:tcPr/>
                </a:tc>
                <a:tc>
                  <a:txBody>
                    <a:bodyPr/>
                    <a:lstStyle/>
                    <a:p>
                      <a:r>
                        <a:rPr lang="fr-FR" dirty="0"/>
                        <a:t>Nombre de </a:t>
                      </a:r>
                      <a:r>
                        <a:rPr lang="fr-FR" dirty="0" err="1"/>
                        <a:t>target</a:t>
                      </a:r>
                      <a:endParaRPr lang="fr-FR" dirty="0"/>
                    </a:p>
                  </a:txBody>
                  <a:tcPr/>
                </a:tc>
                <a:tc>
                  <a:txBody>
                    <a:bodyPr/>
                    <a:lstStyle/>
                    <a:p>
                      <a:r>
                        <a:rPr lang="fr-FR" dirty="0"/>
                        <a:t>Nombre de classes </a:t>
                      </a:r>
                    </a:p>
                  </a:txBody>
                  <a:tcPr/>
                </a:tc>
                <a:extLst>
                  <a:ext uri="{0D108BD9-81ED-4DB2-BD59-A6C34878D82A}">
                    <a16:rowId xmlns:a16="http://schemas.microsoft.com/office/drawing/2014/main" val="708452480"/>
                  </a:ext>
                </a:extLst>
              </a:tr>
              <a:tr h="497780">
                <a:tc>
                  <a:txBody>
                    <a:bodyPr/>
                    <a:lstStyle/>
                    <a:p>
                      <a:r>
                        <a:rPr lang="fr-FR" sz="1400" dirty="0">
                          <a:effectLst/>
                          <a:latin typeface="Times New Roman" panose="02020603050405020304" pitchFamily="18" charset="0"/>
                          <a:ea typeface="Calibri" panose="020F0502020204030204" pitchFamily="34" charset="0"/>
                        </a:rPr>
                        <a:t>UNSW-NB15</a:t>
                      </a:r>
                      <a:endParaRPr lang="fr-FR" dirty="0"/>
                    </a:p>
                  </a:txBody>
                  <a:tcPr/>
                </a:tc>
                <a:tc>
                  <a:txBody>
                    <a:bodyPr/>
                    <a:lstStyle/>
                    <a:p>
                      <a:pPr algn="l"/>
                      <a:r>
                        <a:rPr lang="fr-FR" sz="1400" dirty="0">
                          <a:effectLst/>
                          <a:latin typeface="Times New Roman" panose="02020603050405020304" pitchFamily="18" charset="0"/>
                          <a:ea typeface="Calibri" panose="020F0502020204030204" pitchFamily="34" charset="0"/>
                        </a:rPr>
                        <a:t>634 Mo</a:t>
                      </a:r>
                      <a:endParaRPr lang="fr-FR" dirty="0"/>
                    </a:p>
                  </a:txBody>
                  <a:tcPr/>
                </a:tc>
                <a:tc>
                  <a:txBody>
                    <a:bodyPr/>
                    <a:lstStyle/>
                    <a:p>
                      <a:pPr algn="l">
                        <a:lnSpc>
                          <a:spcPct val="107000"/>
                        </a:lnSpc>
                        <a:spcAft>
                          <a:spcPts val="800"/>
                        </a:spcAft>
                      </a:pPr>
                      <a:r>
                        <a:rPr lang="fr-FR" sz="1400" kern="100" dirty="0">
                          <a:effectLst/>
                          <a:latin typeface="Times New Roman" panose="02020603050405020304" pitchFamily="18" charset="0"/>
                          <a:ea typeface="Calibri" panose="020F0502020204030204" pitchFamily="34" charset="0"/>
                          <a:cs typeface="Arial" panose="020B0604020202020204" pitchFamily="34" charset="0"/>
                        </a:rPr>
                        <a:t>2 540 044</a:t>
                      </a:r>
                      <a:endParaRPr lang="fr-FR" sz="1200" kern="1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a:txBody>
                  <a:tcPr/>
                </a:tc>
                <a:tc>
                  <a:txBody>
                    <a:bodyPr/>
                    <a:lstStyle/>
                    <a:p>
                      <a:pPr algn="ctr"/>
                      <a:r>
                        <a:rPr lang="fr-FR" sz="1400" dirty="0">
                          <a:effectLst/>
                          <a:latin typeface="Times New Roman" panose="02020603050405020304" pitchFamily="18" charset="0"/>
                          <a:ea typeface="Calibri" panose="020F0502020204030204" pitchFamily="34" charset="0"/>
                        </a:rPr>
                        <a:t>49</a:t>
                      </a:r>
                      <a:endParaRPr lang="fr-FR" dirty="0"/>
                    </a:p>
                  </a:txBody>
                  <a:tcPr/>
                </a:tc>
                <a:tc>
                  <a:txBody>
                    <a:bodyPr/>
                    <a:lstStyle/>
                    <a:p>
                      <a:pPr algn="ctr">
                        <a:lnSpc>
                          <a:spcPct val="107000"/>
                        </a:lnSpc>
                        <a:spcAft>
                          <a:spcPts val="800"/>
                        </a:spcAft>
                      </a:pPr>
                      <a:r>
                        <a:rPr lang="fr-FR" sz="1400" kern="100" dirty="0">
                          <a:effectLst/>
                          <a:latin typeface="Times New Roman" panose="02020603050405020304" pitchFamily="18" charset="0"/>
                          <a:ea typeface="Calibri" panose="020F0502020204030204" pitchFamily="34" charset="0"/>
                          <a:cs typeface="Arial" panose="020B0604020202020204" pitchFamily="34" charset="0"/>
                        </a:rPr>
                        <a:t>10</a:t>
                      </a:r>
                      <a:endParaRPr lang="fr-FR" sz="1200" kern="1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a:txBody>
                  <a:tcPr/>
                </a:tc>
                <a:tc>
                  <a:txBody>
                    <a:bodyPr/>
                    <a:lstStyle/>
                    <a:p>
                      <a:pPr algn="ctr">
                        <a:lnSpc>
                          <a:spcPct val="107000"/>
                        </a:lnSpc>
                        <a:spcAft>
                          <a:spcPts val="800"/>
                        </a:spcAft>
                      </a:pPr>
                      <a:r>
                        <a:rPr lang="fr-FR" sz="1400" kern="100" dirty="0">
                          <a:effectLst/>
                          <a:latin typeface="Times New Roman" panose="02020603050405020304" pitchFamily="18" charset="0"/>
                          <a:ea typeface="Calibri" panose="020F0502020204030204" pitchFamily="34" charset="0"/>
                          <a:cs typeface="Arial" panose="020B0604020202020204" pitchFamily="34" charset="0"/>
                        </a:rPr>
                        <a:t>2</a:t>
                      </a:r>
                      <a:endParaRPr lang="fr-FR" sz="1200" kern="100" dirty="0">
                        <a:effectLst/>
                        <a:latin typeface="Calibri" panose="020F050202020403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2969477304"/>
                  </a:ext>
                </a:extLst>
              </a:tr>
            </a:tbl>
          </a:graphicData>
        </a:graphic>
      </p:graphicFrame>
      <p:sp>
        <p:nvSpPr>
          <p:cNvPr id="1561" name="TextBox 1560"/>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37</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035370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C8AB8C-CB06-956E-DC7D-C740895916EB}"/>
            </a:ext>
          </a:extLst>
        </p:cNvPr>
        <p:cNvGrpSpPr/>
        <p:nvPr/>
      </p:nvGrpSpPr>
      <p:grpSpPr>
        <a:xfrm>
          <a:off x="0" y="0"/>
          <a:ext cx="0" cy="0"/>
          <a:chOff x="0" y="0"/>
          <a:chExt cx="0" cy="0"/>
        </a:xfrm>
      </p:grpSpPr>
      <p:sp>
        <p:nvSpPr>
          <p:cNvPr id="2" name="!!1">
            <a:extLst>
              <a:ext uri="{FF2B5EF4-FFF2-40B4-BE49-F238E27FC236}">
                <a16:creationId xmlns:a16="http://schemas.microsoft.com/office/drawing/2014/main" id="{0819AE3E-61C3-C9DC-4938-F6F9EA43B664}"/>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A99D2E7A-5A31-71D7-F349-584340C8D374}"/>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461B0E26-2C23-0439-FC53-605371630BF8}"/>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84430FEC-60D2-EE9B-DE2B-5DCB72577734}"/>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63F2ACFA-383D-0105-8635-ECAAA06D1C02}"/>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CD35CA37-56FC-419B-B33E-A13966443701}"/>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7ABF6DC6-E8DA-9A6D-DBC7-9EFE2020E22B}"/>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BAB1D159-977D-515E-945D-49F4EEA9F675}"/>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F417BE5D-0E4F-E56E-BF95-A5AB04772FFC}"/>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5BA0D139-2D1B-93A0-6352-F4B3F96A9887}"/>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1B5EEE20-78D1-6E9B-672C-BF40A307F222}"/>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DF30CD4A-1D56-B909-873A-D1C2238D07F0}"/>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6F762187-9D2D-424F-8358-7B0A551D96A9}"/>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64CE5C07-F077-8E65-D9C9-92150F58517E}"/>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74FA0457-4CAC-F2F5-8598-E1475D3910B0}"/>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EE074FA2-5C80-47B9-1D95-98034A0BE297}"/>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E14DE2F3-BE0D-0EA1-D8E6-96E5E4B80191}"/>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110919C9-0C16-E382-CFB5-8025AAF831AA}"/>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44C4946C-DBA9-FF6D-B81A-296DCD9347C0}"/>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2F8BB8FA-5EDF-0385-41EF-08E2BB584D7D}"/>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AF4804F2-10B6-7DFF-4EB1-A0C77D73AC7A}"/>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03B65E26-DE41-BF48-4137-2BDFDB8DF506}"/>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DCDB3B95-091F-B028-F6AE-89D100B97FE4}"/>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81968198-EB7A-7EC0-4155-65ED147D81FB}"/>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D6294B73-3ECC-FCB2-8D1A-951351542FED}"/>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8DCB2BF6-1496-E3E6-16CA-C8A5CD8C4029}"/>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D336093F-DB01-BDD2-15FD-24D9D0A6FACC}"/>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2C751F66-2062-33BE-5E6C-D4598A0D8E75}"/>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9124C037-4B1E-752E-BC44-8D0457276705}"/>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EBFF12B6-DEC8-F003-4056-9ACD5343DDF8}"/>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2EDC665B-0307-8E32-B1DA-3E3ADC305039}"/>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A4D52199-EC71-2E3B-8C6A-DF0B3C29866C}"/>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26F2864C-51C1-B14E-A9FE-AB172A5AFF04}"/>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21DE6D32-8634-C41F-0F5B-9EFF1F288A78}"/>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3F34DE63-4684-5D4D-9314-9D544124823C}"/>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65F3FE36-6F2A-44C0-A4AF-834E49329B42}"/>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42F0AE50-ECE4-19D8-63A4-79D9675BBA9B}"/>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EB71B38B-35D5-F3D6-50D5-C7AAE598D026}"/>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F1631EA8-DCAB-74BD-A7F7-25D5B1522242}"/>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551BE426-1ED1-D791-6083-365A70A4EE1D}"/>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F8461DBA-3C68-4ACA-7B0B-48B2ECE58856}"/>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AAABB731-51B3-70A8-FEA3-318C0446956F}"/>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0BE7D2E6-8B49-FC20-0B53-70CE643086DE}"/>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B5672E2B-A78C-FB76-3FA8-602FC1D502C9}"/>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0B4AB2DA-C4F7-28A1-2822-65A4BFB56647}"/>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8961CBBF-7E18-B296-64CE-27B8F2516909}"/>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2331A53E-B174-13F5-46FC-6E092B9EEEF7}"/>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D69E298E-70C3-B345-4703-9B5C0CA95082}"/>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CA1E7964-A51C-6D48-896D-9128776EB3FF}"/>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9956D06A-F099-AF8B-B8BE-C3060BF3ADE5}"/>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EEFF305F-66FC-1789-9CC1-18C994C22365}"/>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DA0332D8-4C4B-E3CF-A43F-015D9F9A0B1C}"/>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02BFF6B8-D06B-9D39-001A-7C03550CFD44}"/>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240F7B0E-7B81-C8C9-A206-BEBBCE94F42A}"/>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25268547-CC76-A4C9-4C8F-17F61220A967}"/>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08A17F04-4401-437E-58A8-06CC6A665642}"/>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11F7AD7D-9FA4-E3D4-98CA-65AC9B543176}"/>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98D4A56C-48C4-0197-9A6E-75F4DBF9EC69}"/>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E7B245C1-EF1D-0D8E-1726-59CB111BC7AA}"/>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D2BC595D-0B09-E259-685F-2F8BD52706F2}"/>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F89F689D-F072-5DBE-B717-26C344C8E475}"/>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4AFC3272-3AEC-1B74-650E-908F255A3E17}"/>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426DF560-133B-85AB-497E-9A510E17FF6E}"/>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10E67DC1-CE2B-D3F1-1B36-B54A8F0F1466}"/>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AFDA2674-4367-D855-AC60-4C1B91E6147F}"/>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8FCD98E3-5F32-7F06-6316-2B2BD9AD7E11}"/>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395D4CBA-4020-DCCB-90C5-693857B3BB17}"/>
              </a:ext>
            </a:extLst>
          </p:cNvPr>
          <p:cNvSpPr txBox="1">
            <a:spLocks/>
          </p:cNvSpPr>
          <p:nvPr/>
        </p:nvSpPr>
        <p:spPr>
          <a:xfrm>
            <a:off x="247060" y="1473730"/>
            <a:ext cx="5481190" cy="2916599"/>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5400" dirty="0">
                <a:solidFill>
                  <a:schemeClr val="accent1"/>
                </a:solidFill>
              </a:rPr>
              <a:t>visualisation de jeu de donnée</a:t>
            </a:r>
          </a:p>
        </p:txBody>
      </p:sp>
      <p:sp>
        <p:nvSpPr>
          <p:cNvPr id="71" name="TextBox 70"/>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38</a:t>
            </a:r>
            <a:r>
              <a:rPr lang="fr-FR" sz="1000" dirty="0">
                <a:solidFill>
                  <a:srgbClr val="FFFFFF"/>
                </a:solidFill>
              </a:rPr>
              <a:t>  | Approche proposée</a:t>
            </a:r>
          </a:p>
          <a:p>
            <a:endParaRPr sz="1000" dirty="0">
              <a:solidFill>
                <a:srgbClr val="FFFFFF"/>
              </a:solidFill>
              <a:latin typeface="Arial"/>
            </a:endParaRPr>
          </a:p>
        </p:txBody>
      </p:sp>
    </p:spTree>
    <p:extLst>
      <p:ext uri="{BB962C8B-B14F-4D97-AF65-F5344CB8AC3E}">
        <p14:creationId xmlns:p14="http://schemas.microsoft.com/office/powerpoint/2010/main" val="827565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0162-FB64-494D-8651-F2330F017CA1}"/>
              </a:ext>
            </a:extLst>
          </p:cNvPr>
          <p:cNvSpPr txBox="1">
            <a:spLocks/>
          </p:cNvSpPr>
          <p:nvPr/>
        </p:nvSpPr>
        <p:spPr>
          <a:xfrm>
            <a:off x="685800" y="430953"/>
            <a:ext cx="7735912" cy="459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defRPr/>
            </a:pPr>
            <a:r>
              <a:rPr lang="fr-FR" sz="2800" dirty="0">
                <a:solidFill>
                  <a:srgbClr val="84C4F4"/>
                </a:solidFill>
              </a:rPr>
              <a:t>Répartition Normal vs Attaque</a:t>
            </a:r>
            <a:endParaRPr kumimoji="0" lang="fr-FR" sz="2800" b="1" i="0" u="none" strike="noStrike" kern="0" cap="none" spc="0" normalizeH="0" baseline="0" noProof="0" dirty="0">
              <a:ln>
                <a:noFill/>
              </a:ln>
              <a:solidFill>
                <a:srgbClr val="84C4F4"/>
              </a:solidFill>
              <a:effectLst/>
              <a:uLnTx/>
              <a:uFillTx/>
              <a:latin typeface="Montserrat Medium" panose="00000600000000000000" pitchFamily="2" charset="0"/>
              <a:sym typeface="Arial"/>
            </a:endParaRPr>
          </a:p>
        </p:txBody>
      </p:sp>
      <p:grpSp>
        <p:nvGrpSpPr>
          <p:cNvPr id="12" name="Group 11">
            <a:extLst>
              <a:ext uri="{FF2B5EF4-FFF2-40B4-BE49-F238E27FC236}">
                <a16:creationId xmlns:a16="http://schemas.microsoft.com/office/drawing/2014/main" id="{9A4830A7-F128-4F1D-BA90-5AED53D0B5CF}"/>
              </a:ext>
            </a:extLst>
          </p:cNvPr>
          <p:cNvGrpSpPr/>
          <p:nvPr/>
        </p:nvGrpSpPr>
        <p:grpSpPr>
          <a:xfrm>
            <a:off x="1854031" y="1069522"/>
            <a:ext cx="5028462" cy="3535136"/>
            <a:chOff x="534915" y="1205947"/>
            <a:chExt cx="4774590" cy="3238782"/>
          </a:xfrm>
        </p:grpSpPr>
        <p:grpSp>
          <p:nvGrpSpPr>
            <p:cNvPr id="10" name="Group 9">
              <a:extLst>
                <a:ext uri="{FF2B5EF4-FFF2-40B4-BE49-F238E27FC236}">
                  <a16:creationId xmlns:a16="http://schemas.microsoft.com/office/drawing/2014/main" id="{E4D23D60-077D-4370-AC95-769157DA3C41}"/>
                </a:ext>
              </a:extLst>
            </p:cNvPr>
            <p:cNvGrpSpPr/>
            <p:nvPr/>
          </p:nvGrpSpPr>
          <p:grpSpPr>
            <a:xfrm>
              <a:off x="534917" y="1221263"/>
              <a:ext cx="4774588" cy="3171339"/>
              <a:chOff x="392628" y="1423250"/>
              <a:chExt cx="4774588" cy="3171339"/>
            </a:xfrm>
          </p:grpSpPr>
          <p:pic>
            <p:nvPicPr>
              <p:cNvPr id="3" name="Google Shape;1508;p41">
                <a:extLst>
                  <a:ext uri="{FF2B5EF4-FFF2-40B4-BE49-F238E27FC236}">
                    <a16:creationId xmlns:a16="http://schemas.microsoft.com/office/drawing/2014/main" id="{1D1DD0F7-7490-4C7B-84C3-9BB9799D1BBF}"/>
                  </a:ext>
                </a:extLst>
              </p:cNvPr>
              <p:cNvPicPr preferRelativeResize="0"/>
              <p:nvPr/>
            </p:nvPicPr>
            <p:blipFill>
              <a:blip r:embed="rId2"/>
              <a:stretch>
                <a:fillRect/>
              </a:stretch>
            </p:blipFill>
            <p:spPr>
              <a:xfrm>
                <a:off x="392628" y="1423250"/>
                <a:ext cx="4774588" cy="3171339"/>
              </a:xfrm>
              <a:prstGeom prst="rect">
                <a:avLst/>
              </a:prstGeom>
              <a:noFill/>
              <a:ln>
                <a:noFill/>
              </a:ln>
              <a:effectLst>
                <a:outerShdw blurRad="190500" algn="tl" rotWithShape="0">
                  <a:srgbClr val="000000">
                    <a:alpha val="69800"/>
                  </a:srgbClr>
                </a:outerShdw>
              </a:effectLst>
            </p:spPr>
          </p:pic>
          <p:cxnSp>
            <p:nvCxnSpPr>
              <p:cNvPr id="9" name="Straight Connector 8">
                <a:extLst>
                  <a:ext uri="{FF2B5EF4-FFF2-40B4-BE49-F238E27FC236}">
                    <a16:creationId xmlns:a16="http://schemas.microsoft.com/office/drawing/2014/main" id="{BB31F13A-59F8-4034-ACAB-0A8953194580}"/>
                  </a:ext>
                </a:extLst>
              </p:cNvPr>
              <p:cNvCxnSpPr/>
              <p:nvPr/>
            </p:nvCxnSpPr>
            <p:spPr>
              <a:xfrm>
                <a:off x="458447" y="1510766"/>
                <a:ext cx="0" cy="3083823"/>
              </a:xfrm>
              <a:prstGeom prst="line">
                <a:avLst/>
              </a:prstGeom>
              <a:ln>
                <a:solidFill>
                  <a:srgbClr val="0C0C0C"/>
                </a:solidFill>
              </a:ln>
            </p:spPr>
            <p:style>
              <a:lnRef idx="2">
                <a:schemeClr val="dk1"/>
              </a:lnRef>
              <a:fillRef idx="0">
                <a:schemeClr val="dk1"/>
              </a:fillRef>
              <a:effectRef idx="1">
                <a:schemeClr val="dk1"/>
              </a:effectRef>
              <a:fontRef idx="minor">
                <a:schemeClr val="tx1"/>
              </a:fontRef>
            </p:style>
          </p:cxnSp>
        </p:grpSp>
        <p:sp>
          <p:nvSpPr>
            <p:cNvPr id="11" name="Rectangle 10">
              <a:extLst>
                <a:ext uri="{FF2B5EF4-FFF2-40B4-BE49-F238E27FC236}">
                  <a16:creationId xmlns:a16="http://schemas.microsoft.com/office/drawing/2014/main" id="{864C08C4-704F-4FAD-BE8A-9CF216C19F3B}"/>
                </a:ext>
              </a:extLst>
            </p:cNvPr>
            <p:cNvSpPr/>
            <p:nvPr/>
          </p:nvSpPr>
          <p:spPr>
            <a:xfrm>
              <a:off x="534915" y="1205947"/>
              <a:ext cx="4774589" cy="3238782"/>
            </a:xfrm>
            <a:prstGeom prst="rect">
              <a:avLst/>
            </a:prstGeom>
            <a:noFill/>
            <a:ln w="63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001" sz="1400" b="0" i="0" u="none" strike="noStrike" kern="0" cap="none" spc="0" normalizeH="0" baseline="0" noProof="0">
                <a:ln>
                  <a:noFill/>
                </a:ln>
                <a:solidFill>
                  <a:srgbClr val="FFFFFF"/>
                </a:solidFill>
                <a:effectLst/>
                <a:uLnTx/>
                <a:uFillTx/>
                <a:latin typeface="Arial"/>
                <a:ea typeface="+mn-ea"/>
                <a:cs typeface="+mn-cs"/>
                <a:sym typeface="Arial"/>
              </a:endParaRPr>
            </a:p>
          </p:txBody>
        </p:sp>
      </p:grpSp>
      <p:sp>
        <p:nvSpPr>
          <p:cNvPr id="13" name="TextBox 12"/>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39</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386375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0162-FB64-494D-8651-F2330F017CA1}"/>
              </a:ext>
            </a:extLst>
          </p:cNvPr>
          <p:cNvSpPr txBox="1">
            <a:spLocks/>
          </p:cNvSpPr>
          <p:nvPr/>
        </p:nvSpPr>
        <p:spPr>
          <a:xfrm>
            <a:off x="685800" y="430953"/>
            <a:ext cx="7735912" cy="459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defRPr/>
            </a:pPr>
            <a:r>
              <a:rPr lang="fr-FR" sz="2400" dirty="0">
                <a:solidFill>
                  <a:srgbClr val="84C4F4"/>
                </a:solidFill>
              </a:rPr>
              <a:t>Top 10 des services/protocoles réseau les plus utilisés</a:t>
            </a:r>
            <a:endParaRPr kumimoji="0" lang="fr-FR" sz="2400" b="1" i="0" u="none" strike="noStrike" kern="0" cap="none" spc="0" normalizeH="0" baseline="0" noProof="0" dirty="0">
              <a:ln>
                <a:noFill/>
              </a:ln>
              <a:solidFill>
                <a:srgbClr val="84C4F4"/>
              </a:solidFill>
              <a:effectLst/>
              <a:uLnTx/>
              <a:uFillTx/>
              <a:latin typeface="Zen Dots" panose="020B0604020202020204" charset="0"/>
              <a:cs typeface="Arial"/>
              <a:sym typeface="Arial"/>
            </a:endParaRPr>
          </a:p>
        </p:txBody>
      </p:sp>
      <p:grpSp>
        <p:nvGrpSpPr>
          <p:cNvPr id="14" name="Group 13">
            <a:extLst>
              <a:ext uri="{FF2B5EF4-FFF2-40B4-BE49-F238E27FC236}">
                <a16:creationId xmlns:a16="http://schemas.microsoft.com/office/drawing/2014/main" id="{E5FFE78C-6067-4D17-B1E1-8F4DEA587A0F}"/>
              </a:ext>
            </a:extLst>
          </p:cNvPr>
          <p:cNvGrpSpPr/>
          <p:nvPr/>
        </p:nvGrpSpPr>
        <p:grpSpPr>
          <a:xfrm>
            <a:off x="451690" y="1192527"/>
            <a:ext cx="8240619" cy="3432410"/>
            <a:chOff x="5763585" y="1008993"/>
            <a:chExt cx="2466015" cy="3432410"/>
          </a:xfrm>
        </p:grpSpPr>
        <p:pic>
          <p:nvPicPr>
            <p:cNvPr id="4" name="Google Shape;1509;p41">
              <a:extLst>
                <a:ext uri="{FF2B5EF4-FFF2-40B4-BE49-F238E27FC236}">
                  <a16:creationId xmlns:a16="http://schemas.microsoft.com/office/drawing/2014/main" id="{FD61DA7B-C7F3-4F9B-9E33-15AA57615F31}"/>
                </a:ext>
              </a:extLst>
            </p:cNvPr>
            <p:cNvPicPr preferRelativeResize="0"/>
            <p:nvPr/>
          </p:nvPicPr>
          <p:blipFill>
            <a:blip r:embed="rId2"/>
            <a:stretch>
              <a:fillRect/>
            </a:stretch>
          </p:blipFill>
          <p:spPr>
            <a:xfrm>
              <a:off x="5763585" y="1008993"/>
              <a:ext cx="1196743" cy="3432410"/>
            </a:xfrm>
            <a:prstGeom prst="rect">
              <a:avLst/>
            </a:prstGeom>
            <a:ln>
              <a:noFill/>
            </a:ln>
            <a:effectLst>
              <a:outerShdw blurRad="292100" dist="139700" dir="2700000" algn="tl" rotWithShape="0">
                <a:srgbClr val="333333">
                  <a:alpha val="65000"/>
                </a:srgbClr>
              </a:outerShdw>
            </a:effectLst>
          </p:spPr>
        </p:pic>
        <p:sp>
          <p:nvSpPr>
            <p:cNvPr id="13" name="Rectangle 12">
              <a:extLst>
                <a:ext uri="{FF2B5EF4-FFF2-40B4-BE49-F238E27FC236}">
                  <a16:creationId xmlns:a16="http://schemas.microsoft.com/office/drawing/2014/main" id="{9C7FAA27-89A6-411B-B6D5-2509202BAA3B}"/>
                </a:ext>
              </a:extLst>
            </p:cNvPr>
            <p:cNvSpPr/>
            <p:nvPr/>
          </p:nvSpPr>
          <p:spPr>
            <a:xfrm>
              <a:off x="5770179" y="1008993"/>
              <a:ext cx="2459421" cy="3432410"/>
            </a:xfrm>
            <a:prstGeom prst="rect">
              <a:avLst/>
            </a:prstGeom>
            <a:noFill/>
            <a:ln w="63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001" sz="1400" b="0" i="0" u="none" strike="noStrike" kern="0" cap="none" spc="0" normalizeH="0" baseline="0" noProof="0">
                <a:ln>
                  <a:noFill/>
                </a:ln>
                <a:solidFill>
                  <a:srgbClr val="FFFFFF"/>
                </a:solidFill>
                <a:effectLst/>
                <a:uLnTx/>
                <a:uFillTx/>
                <a:latin typeface="Arial"/>
                <a:ea typeface="+mn-ea"/>
                <a:cs typeface="+mn-cs"/>
                <a:sym typeface="Arial"/>
              </a:endParaRPr>
            </a:p>
          </p:txBody>
        </p:sp>
      </p:grpSp>
      <p:sp>
        <p:nvSpPr>
          <p:cNvPr id="15" name="TextBox 14"/>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40</a:t>
            </a:r>
            <a:r>
              <a:rPr lang="fr-FR" sz="1000" dirty="0">
                <a:solidFill>
                  <a:srgbClr val="FFFFFF"/>
                </a:solidFill>
              </a:rPr>
              <a:t>  | Approche proposée</a:t>
            </a:r>
          </a:p>
          <a:p>
            <a:endParaRPr sz="1000" dirty="0">
              <a:solidFill>
                <a:srgbClr val="FFFFFF"/>
              </a:solidFill>
              <a:latin typeface="Arial"/>
            </a:endParaRPr>
          </a:p>
        </p:txBody>
      </p:sp>
      <p:pic>
        <p:nvPicPr>
          <p:cNvPr id="3" name="Google Shape;1516;p42">
            <a:extLst>
              <a:ext uri="{FF2B5EF4-FFF2-40B4-BE49-F238E27FC236}">
                <a16:creationId xmlns:a16="http://schemas.microsoft.com/office/drawing/2014/main" id="{9FC6ECAC-7D5D-D7A8-05BC-952AD0999340}"/>
              </a:ext>
            </a:extLst>
          </p:cNvPr>
          <p:cNvPicPr preferRelativeResize="0"/>
          <p:nvPr/>
        </p:nvPicPr>
        <p:blipFill>
          <a:blip r:embed="rId3"/>
          <a:stretch>
            <a:fillRect/>
          </a:stretch>
        </p:blipFill>
        <p:spPr>
          <a:xfrm>
            <a:off x="4572000" y="1192527"/>
            <a:ext cx="4034118" cy="3432410"/>
          </a:xfrm>
          <a:prstGeom prst="rect">
            <a:avLst/>
          </a:prstGeom>
          <a:noFill/>
          <a:ln>
            <a:noFill/>
          </a:ln>
          <a:effectLst>
            <a:outerShdw blurRad="190500" algn="tl" rotWithShape="0">
              <a:srgbClr val="000000">
                <a:alpha val="69800"/>
              </a:srgbClr>
            </a:outerShdw>
          </a:effectLst>
        </p:spPr>
      </p:pic>
    </p:spTree>
    <p:extLst>
      <p:ext uri="{BB962C8B-B14F-4D97-AF65-F5344CB8AC3E}">
        <p14:creationId xmlns:p14="http://schemas.microsoft.com/office/powerpoint/2010/main" val="2433629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Shape 1515"/>
        <p:cNvGrpSpPr/>
        <p:nvPr/>
      </p:nvGrpSpPr>
      <p:grpSpPr>
        <a:xfrm>
          <a:off x="0" y="0"/>
          <a:ext cx="0" cy="0"/>
          <a:chOff x="0" y="0"/>
          <a:chExt cx="0" cy="0"/>
        </a:xfrm>
      </p:grpSpPr>
      <p:sp>
        <p:nvSpPr>
          <p:cNvPr id="11" name="Title 1">
            <a:extLst>
              <a:ext uri="{FF2B5EF4-FFF2-40B4-BE49-F238E27FC236}">
                <a16:creationId xmlns:a16="http://schemas.microsoft.com/office/drawing/2014/main" id="{F4762B4A-2B1C-4E58-AB22-C6EE2BB5089A}"/>
              </a:ext>
            </a:extLst>
          </p:cNvPr>
          <p:cNvSpPr txBox="1">
            <a:spLocks/>
          </p:cNvSpPr>
          <p:nvPr/>
        </p:nvSpPr>
        <p:spPr>
          <a:xfrm>
            <a:off x="685800" y="430953"/>
            <a:ext cx="7735912" cy="459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defRPr/>
            </a:pPr>
            <a:r>
              <a:rPr lang="fr-FR" sz="2800" b="1" dirty="0">
                <a:solidFill>
                  <a:schemeClr val="accent3"/>
                </a:solidFill>
                <a:latin typeface="Montserrat Medium" panose="00000600000000000000" pitchFamily="2" charset="0"/>
              </a:rPr>
              <a:t>Durée des connexions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2800" b="1" i="0" u="none" strike="noStrike" kern="0" cap="none" spc="0" normalizeH="0" baseline="0" noProof="0" dirty="0">
              <a:ln>
                <a:noFill/>
              </a:ln>
              <a:solidFill>
                <a:srgbClr val="43FF98"/>
              </a:solidFill>
              <a:effectLst/>
              <a:uLnTx/>
              <a:uFillTx/>
              <a:latin typeface="Zen Dots" panose="020B0604020202020204" charset="0"/>
              <a:cs typeface="Arial"/>
              <a:sym typeface="Arial"/>
            </a:endParaRPr>
          </a:p>
        </p:txBody>
      </p:sp>
      <p:sp>
        <p:nvSpPr>
          <p:cNvPr id="1517" name="TextBox 1516"/>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41</a:t>
            </a:r>
            <a:r>
              <a:rPr lang="fr-FR" sz="1000" dirty="0">
                <a:solidFill>
                  <a:srgbClr val="FFFFFF"/>
                </a:solidFill>
              </a:rPr>
              <a:t>  | Approche proposée</a:t>
            </a:r>
          </a:p>
          <a:p>
            <a:endParaRPr sz="1000" dirty="0">
              <a:solidFill>
                <a:srgbClr val="FFFFFF"/>
              </a:solidFill>
              <a:latin typeface="Arial"/>
            </a:endParaRPr>
          </a:p>
        </p:txBody>
      </p:sp>
      <p:pic>
        <p:nvPicPr>
          <p:cNvPr id="5" name="Picture 4">
            <a:extLst>
              <a:ext uri="{FF2B5EF4-FFF2-40B4-BE49-F238E27FC236}">
                <a16:creationId xmlns:a16="http://schemas.microsoft.com/office/drawing/2014/main" id="{B347091C-90E2-BF9E-A906-C48C39F6946A}"/>
              </a:ext>
            </a:extLst>
          </p:cNvPr>
          <p:cNvPicPr>
            <a:picLocks noChangeAspect="1"/>
          </p:cNvPicPr>
          <p:nvPr/>
        </p:nvPicPr>
        <p:blipFill>
          <a:blip r:embed="rId3"/>
          <a:stretch>
            <a:fillRect/>
          </a:stretch>
        </p:blipFill>
        <p:spPr>
          <a:xfrm>
            <a:off x="2369182" y="1036558"/>
            <a:ext cx="4146878" cy="3473117"/>
          </a:xfrm>
          <a:prstGeom prst="rect">
            <a:avLst/>
          </a:prstGeom>
        </p:spPr>
      </p:pic>
    </p:spTree>
    <p:extLst>
      <p:ext uri="{BB962C8B-B14F-4D97-AF65-F5344CB8AC3E}">
        <p14:creationId xmlns:p14="http://schemas.microsoft.com/office/powerpoint/2010/main" val="3022280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0162-FB64-494D-8651-F2330F017CA1}"/>
              </a:ext>
            </a:extLst>
          </p:cNvPr>
          <p:cNvSpPr txBox="1">
            <a:spLocks/>
          </p:cNvSpPr>
          <p:nvPr/>
        </p:nvSpPr>
        <p:spPr>
          <a:xfrm>
            <a:off x="204587" y="429742"/>
            <a:ext cx="8734826" cy="459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defRPr/>
            </a:pPr>
            <a:r>
              <a:rPr lang="fr-FR" sz="2400" b="1" dirty="0">
                <a:solidFill>
                  <a:schemeClr val="accent3"/>
                </a:solidFill>
                <a:latin typeface="Montserrat Medium" panose="00000600000000000000" pitchFamily="2" charset="0"/>
              </a:rPr>
              <a:t>Répartition des attaques par protocole/service</a:t>
            </a:r>
            <a:endParaRPr kumimoji="0" lang="fr-FR" sz="2400" b="1" i="0" u="none" strike="noStrike" kern="0" cap="none" spc="0" normalizeH="0" baseline="0" noProof="0" dirty="0">
              <a:ln>
                <a:noFill/>
              </a:ln>
              <a:solidFill>
                <a:srgbClr val="43FF98"/>
              </a:solidFill>
              <a:effectLst/>
              <a:uLnTx/>
              <a:uFillTx/>
              <a:latin typeface="Zen Dots" panose="020B0604020202020204" charset="0"/>
              <a:cs typeface="Arial"/>
              <a:sym typeface="Arial"/>
            </a:endParaRPr>
          </a:p>
        </p:txBody>
      </p:sp>
      <p:grpSp>
        <p:nvGrpSpPr>
          <p:cNvPr id="14" name="Group 13">
            <a:extLst>
              <a:ext uri="{FF2B5EF4-FFF2-40B4-BE49-F238E27FC236}">
                <a16:creationId xmlns:a16="http://schemas.microsoft.com/office/drawing/2014/main" id="{E5FFE78C-6067-4D17-B1E1-8F4DEA587A0F}"/>
              </a:ext>
            </a:extLst>
          </p:cNvPr>
          <p:cNvGrpSpPr/>
          <p:nvPr/>
        </p:nvGrpSpPr>
        <p:grpSpPr>
          <a:xfrm>
            <a:off x="605928" y="1068630"/>
            <a:ext cx="8031296" cy="3415228"/>
            <a:chOff x="5917850" y="2719778"/>
            <a:chExt cx="1859280" cy="538480"/>
          </a:xfrm>
        </p:grpSpPr>
        <p:pic>
          <p:nvPicPr>
            <p:cNvPr id="4" name="Google Shape;1509;p41">
              <a:extLst>
                <a:ext uri="{FF2B5EF4-FFF2-40B4-BE49-F238E27FC236}">
                  <a16:creationId xmlns:a16="http://schemas.microsoft.com/office/drawing/2014/main" id="{FD61DA7B-C7F3-4F9B-9E33-15AA57615F31}"/>
                </a:ext>
              </a:extLst>
            </p:cNvPr>
            <p:cNvPicPr preferRelativeResize="0"/>
            <p:nvPr/>
          </p:nvPicPr>
          <p:blipFill>
            <a:blip r:embed="rId2"/>
            <a:stretch>
              <a:fillRect/>
            </a:stretch>
          </p:blipFill>
          <p:spPr>
            <a:xfrm>
              <a:off x="5936341" y="2735412"/>
              <a:ext cx="1817835" cy="502003"/>
            </a:xfrm>
            <a:prstGeom prst="rect">
              <a:avLst/>
            </a:prstGeom>
            <a:ln>
              <a:noFill/>
            </a:ln>
            <a:effectLst>
              <a:outerShdw blurRad="292100" dist="139700" dir="2700000" algn="tl" rotWithShape="0">
                <a:srgbClr val="333333">
                  <a:alpha val="65000"/>
                </a:srgbClr>
              </a:outerShdw>
            </a:effectLst>
          </p:spPr>
        </p:pic>
        <p:sp>
          <p:nvSpPr>
            <p:cNvPr id="13" name="Rectangle 12">
              <a:extLst>
                <a:ext uri="{FF2B5EF4-FFF2-40B4-BE49-F238E27FC236}">
                  <a16:creationId xmlns:a16="http://schemas.microsoft.com/office/drawing/2014/main" id="{9C7FAA27-89A6-411B-B6D5-2509202BAA3B}"/>
                </a:ext>
              </a:extLst>
            </p:cNvPr>
            <p:cNvSpPr/>
            <p:nvPr/>
          </p:nvSpPr>
          <p:spPr>
            <a:xfrm>
              <a:off x="5917850" y="2719778"/>
              <a:ext cx="1859280" cy="538480"/>
            </a:xfrm>
            <a:prstGeom prst="rect">
              <a:avLst/>
            </a:prstGeom>
            <a:noFill/>
            <a:ln w="63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001" sz="1400" b="0" i="0" u="none" strike="noStrike" kern="0" cap="none" spc="0" normalizeH="0" baseline="0" noProof="0">
                <a:ln>
                  <a:noFill/>
                </a:ln>
                <a:solidFill>
                  <a:srgbClr val="FFFFFF"/>
                </a:solidFill>
                <a:effectLst/>
                <a:uLnTx/>
                <a:uFillTx/>
                <a:latin typeface="Arial"/>
                <a:ea typeface="+mn-ea"/>
                <a:cs typeface="+mn-cs"/>
                <a:sym typeface="Arial"/>
              </a:endParaRPr>
            </a:p>
          </p:txBody>
        </p:sp>
      </p:grpSp>
      <p:sp>
        <p:nvSpPr>
          <p:cNvPr id="15" name="TextBox 14"/>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42</a:t>
            </a:r>
            <a:r>
              <a:rPr lang="fr-FR" sz="1000" dirty="0">
                <a:solidFill>
                  <a:srgbClr val="FFFFFF"/>
                </a:solidFill>
              </a:rPr>
              <a:t>  | Approche proposée</a:t>
            </a:r>
          </a:p>
          <a:p>
            <a:endParaRPr sz="1000" dirty="0">
              <a:solidFill>
                <a:srgbClr val="FFFFFF"/>
              </a:solidFill>
              <a:latin typeface="Arial"/>
            </a:endParaRPr>
          </a:p>
        </p:txBody>
      </p:sp>
    </p:spTree>
    <p:extLst>
      <p:ext uri="{BB962C8B-B14F-4D97-AF65-F5344CB8AC3E}">
        <p14:creationId xmlns:p14="http://schemas.microsoft.com/office/powerpoint/2010/main" val="3754462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Shape 1515"/>
        <p:cNvGrpSpPr/>
        <p:nvPr/>
      </p:nvGrpSpPr>
      <p:grpSpPr>
        <a:xfrm>
          <a:off x="0" y="0"/>
          <a:ext cx="0" cy="0"/>
          <a:chOff x="0" y="0"/>
          <a:chExt cx="0" cy="0"/>
        </a:xfrm>
      </p:grpSpPr>
      <p:sp>
        <p:nvSpPr>
          <p:cNvPr id="11" name="Title 1">
            <a:extLst>
              <a:ext uri="{FF2B5EF4-FFF2-40B4-BE49-F238E27FC236}">
                <a16:creationId xmlns:a16="http://schemas.microsoft.com/office/drawing/2014/main" id="{F4762B4A-2B1C-4E58-AB22-C6EE2BB5089A}"/>
              </a:ext>
            </a:extLst>
          </p:cNvPr>
          <p:cNvSpPr txBox="1">
            <a:spLocks/>
          </p:cNvSpPr>
          <p:nvPr/>
        </p:nvSpPr>
        <p:spPr>
          <a:xfrm>
            <a:off x="685800" y="430953"/>
            <a:ext cx="7735912" cy="459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defRPr/>
            </a:pPr>
            <a:r>
              <a:rPr lang="fr-FR" sz="2800" b="1" dirty="0">
                <a:solidFill>
                  <a:schemeClr val="accent3"/>
                </a:solidFill>
                <a:latin typeface="Montserrat Medium" panose="00000600000000000000" pitchFamily="2" charset="0"/>
              </a:rPr>
              <a:t>Répartition des types d’attaques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2800" b="1" i="0" u="none" strike="noStrike" kern="0" cap="none" spc="0" normalizeH="0" baseline="0" noProof="0" dirty="0">
              <a:ln>
                <a:noFill/>
              </a:ln>
              <a:solidFill>
                <a:srgbClr val="43FF98"/>
              </a:solidFill>
              <a:effectLst/>
              <a:uLnTx/>
              <a:uFillTx/>
              <a:latin typeface="Zen Dots" panose="020B0604020202020204" charset="0"/>
              <a:cs typeface="Arial"/>
              <a:sym typeface="Arial"/>
            </a:endParaRPr>
          </a:p>
        </p:txBody>
      </p:sp>
      <p:grpSp>
        <p:nvGrpSpPr>
          <p:cNvPr id="9" name="Group 8">
            <a:extLst>
              <a:ext uri="{FF2B5EF4-FFF2-40B4-BE49-F238E27FC236}">
                <a16:creationId xmlns:a16="http://schemas.microsoft.com/office/drawing/2014/main" id="{DCF63404-B8FE-4F22-B138-B6F57F729FE6}"/>
              </a:ext>
            </a:extLst>
          </p:cNvPr>
          <p:cNvGrpSpPr/>
          <p:nvPr/>
        </p:nvGrpSpPr>
        <p:grpSpPr>
          <a:xfrm>
            <a:off x="1235002" y="1070640"/>
            <a:ext cx="6388542" cy="3403600"/>
            <a:chOff x="690785" y="1132052"/>
            <a:chExt cx="5365092" cy="3403600"/>
          </a:xfrm>
        </p:grpSpPr>
        <p:grpSp>
          <p:nvGrpSpPr>
            <p:cNvPr id="7" name="Group 6">
              <a:extLst>
                <a:ext uri="{FF2B5EF4-FFF2-40B4-BE49-F238E27FC236}">
                  <a16:creationId xmlns:a16="http://schemas.microsoft.com/office/drawing/2014/main" id="{64F4D3CC-2067-4121-8DE3-71E875520CD2}"/>
                </a:ext>
              </a:extLst>
            </p:cNvPr>
            <p:cNvGrpSpPr/>
            <p:nvPr/>
          </p:nvGrpSpPr>
          <p:grpSpPr>
            <a:xfrm>
              <a:off x="755927" y="1195650"/>
              <a:ext cx="5277191" cy="3276404"/>
              <a:chOff x="668866" y="1327947"/>
              <a:chExt cx="5122839" cy="3589867"/>
            </a:xfrm>
          </p:grpSpPr>
          <p:pic>
            <p:nvPicPr>
              <p:cNvPr id="1516" name="Google Shape;1516;p42"/>
              <p:cNvPicPr preferRelativeResize="0"/>
              <p:nvPr/>
            </p:nvPicPr>
            <p:blipFill>
              <a:blip r:embed="rId3"/>
              <a:stretch>
                <a:fillRect/>
              </a:stretch>
            </p:blipFill>
            <p:spPr>
              <a:xfrm>
                <a:off x="684659" y="1327947"/>
                <a:ext cx="5107046" cy="3589867"/>
              </a:xfrm>
              <a:prstGeom prst="rect">
                <a:avLst/>
              </a:prstGeom>
              <a:noFill/>
              <a:ln>
                <a:noFill/>
              </a:ln>
              <a:effectLst>
                <a:outerShdw blurRad="190500" algn="tl" rotWithShape="0">
                  <a:srgbClr val="000000">
                    <a:alpha val="69800"/>
                  </a:srgbClr>
                </a:outerShdw>
              </a:effectLst>
            </p:spPr>
          </p:pic>
          <p:cxnSp>
            <p:nvCxnSpPr>
              <p:cNvPr id="3" name="Straight Connector 2">
                <a:extLst>
                  <a:ext uri="{FF2B5EF4-FFF2-40B4-BE49-F238E27FC236}">
                    <a16:creationId xmlns:a16="http://schemas.microsoft.com/office/drawing/2014/main" id="{A32C1465-CECA-440A-AC83-D438A16DBAE8}"/>
                  </a:ext>
                </a:extLst>
              </p:cNvPr>
              <p:cNvCxnSpPr>
                <a:cxnSpLocks/>
              </p:cNvCxnSpPr>
              <p:nvPr/>
            </p:nvCxnSpPr>
            <p:spPr>
              <a:xfrm>
                <a:off x="668866" y="1327947"/>
                <a:ext cx="5081694" cy="0"/>
              </a:xfrm>
              <a:prstGeom prst="line">
                <a:avLst/>
              </a:prstGeom>
              <a:ln/>
            </p:spPr>
            <p:style>
              <a:lnRef idx="2">
                <a:schemeClr val="dk1"/>
              </a:lnRef>
              <a:fillRef idx="0">
                <a:schemeClr val="dk1"/>
              </a:fillRef>
              <a:effectRef idx="1">
                <a:schemeClr val="dk1"/>
              </a:effectRef>
              <a:fontRef idx="minor">
                <a:schemeClr val="tx1"/>
              </a:fontRef>
            </p:style>
          </p:cxnSp>
        </p:grpSp>
        <p:sp>
          <p:nvSpPr>
            <p:cNvPr id="14" name="Rectangle 13">
              <a:extLst>
                <a:ext uri="{FF2B5EF4-FFF2-40B4-BE49-F238E27FC236}">
                  <a16:creationId xmlns:a16="http://schemas.microsoft.com/office/drawing/2014/main" id="{D0698F64-2877-48D4-A7E9-95748ACC6B67}"/>
                </a:ext>
              </a:extLst>
            </p:cNvPr>
            <p:cNvSpPr/>
            <p:nvPr/>
          </p:nvSpPr>
          <p:spPr>
            <a:xfrm>
              <a:off x="690785" y="1132052"/>
              <a:ext cx="5365092" cy="3403600"/>
            </a:xfrm>
            <a:prstGeom prst="rect">
              <a:avLst/>
            </a:prstGeom>
            <a:noFill/>
            <a:ln w="63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001" sz="1400" b="0" i="0" u="none" strike="noStrike" kern="0" cap="none" spc="0" normalizeH="0" baseline="0" noProof="0">
                <a:ln>
                  <a:noFill/>
                </a:ln>
                <a:solidFill>
                  <a:srgbClr val="FFFFFF"/>
                </a:solidFill>
                <a:effectLst/>
                <a:uLnTx/>
                <a:uFillTx/>
                <a:latin typeface="Arial"/>
                <a:ea typeface="+mn-ea"/>
                <a:cs typeface="+mn-cs"/>
                <a:sym typeface="Arial"/>
              </a:endParaRPr>
            </a:p>
          </p:txBody>
        </p:sp>
      </p:grpSp>
      <p:sp>
        <p:nvSpPr>
          <p:cNvPr id="1517" name="TextBox 1516"/>
          <p:cNvSpPr txBox="1"/>
          <p:nvPr/>
        </p:nvSpPr>
        <p:spPr>
          <a:xfrm>
            <a:off x="254000" y="4889500"/>
            <a:ext cx="1611339" cy="400110"/>
          </a:xfrm>
          <a:prstGeom prst="rect">
            <a:avLst/>
          </a:prstGeom>
          <a:noFill/>
        </p:spPr>
        <p:txBody>
          <a:bodyPr wrap="none">
            <a:spAutoFit/>
          </a:bodyPr>
          <a:lstStyle/>
          <a:p>
            <a:r>
              <a:rPr sz="1000" dirty="0">
                <a:solidFill>
                  <a:srgbClr val="FFFFFF"/>
                </a:solidFill>
                <a:latin typeface="Arial"/>
              </a:rPr>
              <a:t>43</a:t>
            </a:r>
            <a:r>
              <a:rPr lang="fr-FR" sz="1000" dirty="0">
                <a:solidFill>
                  <a:srgbClr val="FFFFFF"/>
                </a:solidFill>
              </a:rPr>
              <a:t>   | Approche proposée</a:t>
            </a:r>
          </a:p>
          <a:p>
            <a:endParaRPr sz="1000" dirty="0">
              <a:solidFill>
                <a:srgbClr val="FFFFFF"/>
              </a:solidFill>
              <a:latin typeface="Arial"/>
            </a:endParaRPr>
          </a:p>
        </p:txBody>
      </p:sp>
    </p:spTree>
    <p:extLst>
      <p:ext uri="{BB962C8B-B14F-4D97-AF65-F5344CB8AC3E}">
        <p14:creationId xmlns:p14="http://schemas.microsoft.com/office/powerpoint/2010/main" val="1650862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Shape 1528"/>
        <p:cNvGrpSpPr/>
        <p:nvPr/>
      </p:nvGrpSpPr>
      <p:grpSpPr>
        <a:xfrm>
          <a:off x="0" y="0"/>
          <a:ext cx="0" cy="0"/>
          <a:chOff x="0" y="0"/>
          <a:chExt cx="0" cy="0"/>
        </a:xfrm>
      </p:grpSpPr>
      <p:sp>
        <p:nvSpPr>
          <p:cNvPr id="4" name="Title 1">
            <a:extLst>
              <a:ext uri="{FF2B5EF4-FFF2-40B4-BE49-F238E27FC236}">
                <a16:creationId xmlns:a16="http://schemas.microsoft.com/office/drawing/2014/main" id="{2E076E44-2798-45A9-8F8E-203A1AFAAEE6}"/>
              </a:ext>
            </a:extLst>
          </p:cNvPr>
          <p:cNvSpPr txBox="1">
            <a:spLocks/>
          </p:cNvSpPr>
          <p:nvPr/>
        </p:nvSpPr>
        <p:spPr>
          <a:xfrm>
            <a:off x="685800" y="430953"/>
            <a:ext cx="7735912" cy="459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defRPr/>
            </a:pPr>
            <a:r>
              <a:rPr lang="fr-FR" sz="2800" b="1" dirty="0">
                <a:solidFill>
                  <a:schemeClr val="accent3"/>
                </a:solidFill>
                <a:latin typeface="Montserrat Medium" panose="00000600000000000000" pitchFamily="2" charset="0"/>
              </a:rPr>
              <a:t>Matrice de corrélation </a:t>
            </a:r>
          </a:p>
        </p:txBody>
      </p:sp>
      <p:sp>
        <p:nvSpPr>
          <p:cNvPr id="1534" name="TextBox 1533"/>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44</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pic>
        <p:nvPicPr>
          <p:cNvPr id="2" name="Google Shape;1533;p43">
            <a:extLst>
              <a:ext uri="{FF2B5EF4-FFF2-40B4-BE49-F238E27FC236}">
                <a16:creationId xmlns:a16="http://schemas.microsoft.com/office/drawing/2014/main" id="{1EC304D7-89C3-330A-A7D2-7688B2D5A473}"/>
              </a:ext>
            </a:extLst>
          </p:cNvPr>
          <p:cNvPicPr preferRelativeResize="0"/>
          <p:nvPr/>
        </p:nvPicPr>
        <p:blipFill>
          <a:blip r:embed="rId3"/>
          <a:stretch>
            <a:fillRect/>
          </a:stretch>
        </p:blipFill>
        <p:spPr>
          <a:xfrm>
            <a:off x="1241351" y="1073889"/>
            <a:ext cx="6661298" cy="34370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56171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300">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6D0579-2595-3DFC-26E0-CDC67FAC0C28}"/>
            </a:ext>
          </a:extLst>
        </p:cNvPr>
        <p:cNvGrpSpPr/>
        <p:nvPr/>
      </p:nvGrpSpPr>
      <p:grpSpPr>
        <a:xfrm>
          <a:off x="0" y="0"/>
          <a:ext cx="0" cy="0"/>
          <a:chOff x="0" y="0"/>
          <a:chExt cx="0" cy="0"/>
        </a:xfrm>
      </p:grpSpPr>
      <p:sp>
        <p:nvSpPr>
          <p:cNvPr id="2" name="!!1">
            <a:extLst>
              <a:ext uri="{FF2B5EF4-FFF2-40B4-BE49-F238E27FC236}">
                <a16:creationId xmlns:a16="http://schemas.microsoft.com/office/drawing/2014/main" id="{EA8241BE-D5B0-08E5-7EFF-9E778384CE0E}"/>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A7FEE80A-7F56-80B7-B162-01AE9415915E}"/>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6EB12BA4-156F-7B56-234B-2DD0D127C7D2}"/>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3CD4CA29-8972-5EFD-EA32-9030A19C0FB2}"/>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9CB6E964-3730-F440-4915-878FBDB92B12}"/>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D2CB45C2-2E1C-3AFB-29AA-06ECDC165D14}"/>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CE010AF5-C76B-7138-5F32-0740356364A2}"/>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4875E3C3-0EC5-EC16-62D8-C4F0DBFE90D4}"/>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9E682974-EC67-ABCE-35AA-E2BB89BF3201}"/>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68F4D561-9970-321A-A4B8-ED6586F22FFF}"/>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2784D497-29DC-ECA7-5F11-29F4653C41E1}"/>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0E1743C8-55AB-4783-23D8-C3434B51E629}"/>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8DC63F90-D029-541A-F30F-EBA4399D0752}"/>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B1CF445C-A225-BD25-2DCF-3E189222EA8A}"/>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A664A749-B62E-6A6E-AEF4-88B1B97A3807}"/>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611F0DD7-7080-8BED-BE33-9129A05D36D0}"/>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3D7C8AAC-B319-D07C-3CAB-2DAEAA71A3BF}"/>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1530A647-2912-827B-5904-1D21C20F5143}"/>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2EB88751-76C0-88EB-7808-06689620E918}"/>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B5F180C1-EA2D-9674-4D32-93AFCE6687B7}"/>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F9A72983-2314-61B0-C2AF-08ACAD9EAEF0}"/>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E0ECF618-D6D4-0738-5B4A-EF1E33D11675}"/>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4B496490-53AC-A034-F271-86725187A5EF}"/>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BBE53768-0553-AD8D-3CE6-48DEDD853B5E}"/>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23FB7BD1-FFB2-8ED3-736B-F07D68DF34FD}"/>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A517F2D8-22EA-0258-22EC-ADE6BC89A256}"/>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83585AF2-674A-64B1-59D4-3CD6C5E40F0A}"/>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9D59249E-27AC-EBA1-F6CF-A3EB801D7EFC}"/>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2510F432-6F35-0552-93E3-A8A8FA28A4B7}"/>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AAC61F8F-9903-5E1B-8D3D-3951BEB474A0}"/>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96A22AED-B7F3-8667-E0B0-B9033BB69A28}"/>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9E0E213B-2370-8482-EE3C-59E87C58D21B}"/>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24723C92-F74E-8010-2C66-9728CC14A68C}"/>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25CB33E2-E97E-BA7C-D7E4-FAF2E608D6BD}"/>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6F57F532-D915-D516-52AF-7FA0B451F38D}"/>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F5519053-9FC0-AB1B-4B01-9B31B19FB308}"/>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94C4A42F-304B-8EF1-EBCF-E5578A66B005}"/>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210B94B5-3338-EDF0-3A43-61771CC5940F}"/>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F441FF4C-3E04-4076-43F6-48B2431C750E}"/>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E72DD924-976E-DAC2-BD57-DC873257BACE}"/>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7276B21D-4C57-C011-7F6C-738B1B2D0725}"/>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43F29205-CB20-66BB-3201-D3F3FB93B4F1}"/>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09A96392-B7E1-836A-D076-77137B5691F1}"/>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66B6F661-9CB1-6B79-B797-5DFCFBD3FF6A}"/>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F689486E-F753-44D0-D415-B1A3BA11EC83}"/>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DF175638-B9FC-1627-5039-BAD78AFA944B}"/>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87422E3E-44A9-E7DB-2B0D-DBE8BD368788}"/>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31EAC710-20A6-DBC9-73CA-3B840B6ADED7}"/>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79FA72D0-E3EB-481F-E857-6F54FBB5F27E}"/>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B9B642CC-B2DC-28DF-7285-427DA78472DB}"/>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52408B47-1C88-9D2A-A04B-B1D817B85C8D}"/>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C9F5D182-7550-CD7F-FC19-54AFE315F36B}"/>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6D659C8F-DB5C-A3E8-B761-EA6ABCF11027}"/>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AD08B8D6-EB18-2468-E145-777D52C70992}"/>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2F3DB5A1-E0BB-CC8F-6F30-FD1A15A801B4}"/>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0E995C5F-6449-F717-353D-F8D157864999}"/>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33746025-5164-7245-43F1-E670D5E51D0A}"/>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60425F92-A8F0-626B-2A3E-493AA85A61B7}"/>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99C57093-F571-3D29-D8FE-9C2F11C9CD18}"/>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CAD4B977-ECFD-EEDC-39F1-21636DBE7BCE}"/>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DB7AFBFC-05E5-EAB4-21FD-2FEAB075418B}"/>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1D75A76F-F01C-DFD8-DFA1-56B88115B3C9}"/>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4004B6E3-78C8-9D02-4431-60017AED4A32}"/>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2E7EE3E5-EA2E-1DDD-6B22-22D511365422}"/>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91B825DB-E579-3EEC-F398-F883070EE7BB}"/>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80795085-0FFA-5B21-204C-B4CA18AC8138}"/>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3E59911C-7BFC-DE60-3EF9-FBD17A9935EC}"/>
              </a:ext>
            </a:extLst>
          </p:cNvPr>
          <p:cNvSpPr txBox="1">
            <a:spLocks/>
          </p:cNvSpPr>
          <p:nvPr/>
        </p:nvSpPr>
        <p:spPr>
          <a:xfrm>
            <a:off x="35730" y="1407235"/>
            <a:ext cx="5731146" cy="2684267"/>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800" dirty="0">
                <a:solidFill>
                  <a:schemeClr val="accent1"/>
                </a:solidFill>
              </a:rPr>
              <a:t>Prétraitement de jeu de donnée</a:t>
            </a:r>
          </a:p>
        </p:txBody>
      </p:sp>
      <p:sp>
        <p:nvSpPr>
          <p:cNvPr id="71" name="TextBox 70"/>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45</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082157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3" name="Title 2"/>
          <p:cNvSpPr txBox="1">
            <a:spLocks/>
          </p:cNvSpPr>
          <p:nvPr/>
        </p:nvSpPr>
        <p:spPr>
          <a:xfrm>
            <a:off x="2256183" y="339502"/>
            <a:ext cx="6887817"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lvl="0" algn="l">
              <a:buClrTx/>
              <a:defRPr/>
            </a:pPr>
            <a:r>
              <a:rPr kumimoji="0" lang="en-US" sz="3600" b="0" i="0" u="none" strike="noStrike" kern="1200" cap="none" spc="0" normalizeH="0" baseline="0" noProof="0" dirty="0" err="1">
                <a:ln>
                  <a:noFill/>
                </a:ln>
                <a:solidFill>
                  <a:prstClr val="white"/>
                </a:solidFill>
                <a:effectLst/>
                <a:uLnTx/>
                <a:uFillTx/>
                <a:latin typeface="Arial"/>
                <a:ea typeface="Arial Unicode MS"/>
                <a:cs typeface="Arial" pitchFamily="34" charset="0"/>
              </a:rPr>
              <a:t>Prétraitement</a:t>
            </a:r>
            <a:r>
              <a:rPr kumimoji="0" lang="en-US" sz="3600" b="0" i="0" u="none" strike="noStrike" kern="1200" cap="none" spc="0" normalizeH="0" baseline="0" noProof="0" dirty="0">
                <a:ln>
                  <a:noFill/>
                </a:ln>
                <a:solidFill>
                  <a:prstClr val="white"/>
                </a:solidFill>
                <a:effectLst/>
                <a:uLnTx/>
                <a:uFillTx/>
                <a:latin typeface="Arial"/>
                <a:ea typeface="Arial Unicode MS"/>
                <a:cs typeface="Arial" pitchFamily="34" charset="0"/>
              </a:rPr>
              <a:t> de </a:t>
            </a:r>
            <a:r>
              <a:rPr lang="en-US" sz="3600" dirty="0" err="1">
                <a:solidFill>
                  <a:prstClr val="white"/>
                </a:solidFill>
                <a:latin typeface="Arial"/>
                <a:ea typeface="Arial Unicode MS"/>
                <a:cs typeface="Arial" pitchFamily="34" charset="0"/>
              </a:rPr>
              <a:t>jeu</a:t>
            </a:r>
            <a:r>
              <a:rPr lang="en-US" sz="3600" dirty="0">
                <a:solidFill>
                  <a:prstClr val="white"/>
                </a:solidFill>
                <a:latin typeface="Arial"/>
                <a:ea typeface="Arial Unicode MS"/>
                <a:cs typeface="Arial" pitchFamily="34" charset="0"/>
              </a:rPr>
              <a:t> de </a:t>
            </a:r>
            <a:r>
              <a:rPr lang="fr-FR" sz="3600" dirty="0">
                <a:solidFill>
                  <a:schemeClr val="accent6"/>
                </a:solidFill>
                <a:latin typeface="+mn-lt"/>
              </a:rPr>
              <a:t>donnée</a:t>
            </a:r>
            <a:r>
              <a:rPr lang="en-US" sz="3600" dirty="0">
                <a:solidFill>
                  <a:prstClr val="white"/>
                </a:solidFill>
                <a:latin typeface="Arial"/>
                <a:ea typeface="Arial Unicode MS"/>
                <a:cs typeface="Arial" pitchFamily="34" charset="0"/>
              </a:rPr>
              <a:t> </a:t>
            </a:r>
            <a:endParaRPr kumimoji="0" lang="en-US" sz="3600" b="0" i="0" u="none" strike="noStrike" kern="1200" cap="none" spc="0" normalizeH="0" baseline="0" noProof="0" dirty="0">
              <a:ln>
                <a:noFill/>
              </a:ln>
              <a:solidFill>
                <a:prstClr val="white"/>
              </a:solidFill>
              <a:effectLst/>
              <a:uLnTx/>
              <a:uFillTx/>
              <a:latin typeface="Arial"/>
              <a:ea typeface="Arial Unicode MS"/>
              <a:cs typeface="Arial" pitchFamily="34" charset="0"/>
            </a:endParaRPr>
          </a:p>
        </p:txBody>
      </p:sp>
      <p:grpSp>
        <p:nvGrpSpPr>
          <p:cNvPr id="6" name="Group 5"/>
          <p:cNvGrpSpPr/>
          <p:nvPr/>
        </p:nvGrpSpPr>
        <p:grpSpPr>
          <a:xfrm>
            <a:off x="3131840" y="1275606"/>
            <a:ext cx="5256584" cy="720000"/>
            <a:chOff x="3131840" y="1491630"/>
            <a:chExt cx="5256584" cy="576064"/>
          </a:xfrm>
        </p:grpSpPr>
        <p:sp>
          <p:nvSpPr>
            <p:cNvPr id="2" name="Rectangle 1"/>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5" name="Right Triangle 4"/>
            <p:cNvSpPr/>
            <p:nvPr/>
          </p:nvSpPr>
          <p:spPr>
            <a:xfrm rot="5400000">
              <a:off x="3203840" y="1419630"/>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grpSp>
      <p:grpSp>
        <p:nvGrpSpPr>
          <p:cNvPr id="17" name="Group 16"/>
          <p:cNvGrpSpPr/>
          <p:nvPr/>
        </p:nvGrpSpPr>
        <p:grpSpPr>
          <a:xfrm>
            <a:off x="3126085" y="2163705"/>
            <a:ext cx="5256584" cy="720000"/>
            <a:chOff x="3131840" y="1491630"/>
            <a:chExt cx="5256584" cy="576064"/>
          </a:xfrm>
        </p:grpSpPr>
        <p:sp>
          <p:nvSpPr>
            <p:cNvPr id="18" name="Rectangle 17"/>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9" name="Right Triangle 18"/>
            <p:cNvSpPr/>
            <p:nvPr/>
          </p:nvSpPr>
          <p:spPr>
            <a:xfrm rot="5400000">
              <a:off x="3203840" y="1419630"/>
              <a:ext cx="576000" cy="720000"/>
            </a:xfrm>
            <a:prstGeom prst="rtTriangl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grpSp>
        <p:nvGrpSpPr>
          <p:cNvPr id="20" name="Group 19"/>
          <p:cNvGrpSpPr/>
          <p:nvPr/>
        </p:nvGrpSpPr>
        <p:grpSpPr>
          <a:xfrm>
            <a:off x="3120330" y="3051804"/>
            <a:ext cx="5256584" cy="720000"/>
            <a:chOff x="3131840" y="1491630"/>
            <a:chExt cx="5256584" cy="576064"/>
          </a:xfrm>
        </p:grpSpPr>
        <p:sp>
          <p:nvSpPr>
            <p:cNvPr id="21" name="Rectangle 20"/>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2" name="Right Triangle 21"/>
            <p:cNvSpPr/>
            <p:nvPr/>
          </p:nvSpPr>
          <p:spPr>
            <a:xfrm rot="5400000">
              <a:off x="3203840" y="1419630"/>
              <a:ext cx="576000" cy="720000"/>
            </a:xfrm>
            <a:prstGeom prst="rtTriangle">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grpSp>
        <p:nvGrpSpPr>
          <p:cNvPr id="23" name="Group 22"/>
          <p:cNvGrpSpPr/>
          <p:nvPr/>
        </p:nvGrpSpPr>
        <p:grpSpPr>
          <a:xfrm>
            <a:off x="3114575" y="3939902"/>
            <a:ext cx="5256584" cy="720000"/>
            <a:chOff x="3131840" y="1491630"/>
            <a:chExt cx="5256584" cy="576064"/>
          </a:xfrm>
        </p:grpSpPr>
        <p:sp>
          <p:nvSpPr>
            <p:cNvPr id="24" name="Rectangle 23"/>
            <p:cNvSpPr/>
            <p:nvPr/>
          </p:nvSpPr>
          <p:spPr>
            <a:xfrm>
              <a:off x="3131840" y="1491630"/>
              <a:ext cx="5256584" cy="57606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5" name="Right Triangle 24"/>
            <p:cNvSpPr/>
            <p:nvPr/>
          </p:nvSpPr>
          <p:spPr>
            <a:xfrm rot="5400000">
              <a:off x="3203840" y="1419630"/>
              <a:ext cx="576000" cy="720000"/>
            </a:xfrm>
            <a:prstGeom prst="rtTriangle">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sp>
        <p:nvSpPr>
          <p:cNvPr id="26" name="TextBox 25"/>
          <p:cNvSpPr txBox="1"/>
          <p:nvPr/>
        </p:nvSpPr>
        <p:spPr>
          <a:xfrm>
            <a:off x="3131840" y="1275606"/>
            <a:ext cx="533164" cy="400110"/>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schemeClr val="tx1"/>
                </a:solidFill>
                <a:effectLst/>
                <a:uLnTx/>
                <a:uFillTx/>
                <a:latin typeface="Arial"/>
                <a:ea typeface="Arial Unicode MS"/>
                <a:cs typeface="Arial" pitchFamily="34" charset="0"/>
              </a:rPr>
              <a:t>01</a:t>
            </a:r>
            <a:endParaRPr kumimoji="0" lang="ko-KR" altLang="en-US" sz="2000" b="1" i="0" u="none" strike="noStrike" kern="1200" cap="none" spc="0" normalizeH="0" baseline="0" noProof="0" dirty="0">
              <a:ln>
                <a:noFill/>
              </a:ln>
              <a:solidFill>
                <a:schemeClr val="tx1"/>
              </a:solidFill>
              <a:effectLst/>
              <a:uLnTx/>
              <a:uFillTx/>
              <a:latin typeface="Arial"/>
              <a:ea typeface="Arial Unicode MS"/>
              <a:cs typeface="Arial" pitchFamily="34" charset="0"/>
            </a:endParaRPr>
          </a:p>
        </p:txBody>
      </p:sp>
      <p:sp>
        <p:nvSpPr>
          <p:cNvPr id="27" name="TextBox 26"/>
          <p:cNvSpPr txBox="1"/>
          <p:nvPr/>
        </p:nvSpPr>
        <p:spPr>
          <a:xfrm>
            <a:off x="3120330" y="2163705"/>
            <a:ext cx="533164" cy="400110"/>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Arial"/>
                <a:ea typeface="Arial Unicode MS"/>
                <a:cs typeface="Arial" pitchFamily="34" charset="0"/>
              </a:rPr>
              <a:t>02</a:t>
            </a:r>
            <a:endParaRPr kumimoji="0" lang="ko-KR" altLang="en-US" sz="2000" b="1" i="0" u="none" strike="noStrike" kern="1200" cap="none" spc="0" normalizeH="0" baseline="0" noProof="0" dirty="0">
              <a:ln>
                <a:noFill/>
              </a:ln>
              <a:solidFill>
                <a:prstClr val="white"/>
              </a:solidFill>
              <a:effectLst/>
              <a:uLnTx/>
              <a:uFillTx/>
              <a:latin typeface="Arial"/>
              <a:ea typeface="Arial Unicode MS"/>
              <a:cs typeface="Arial" pitchFamily="34" charset="0"/>
            </a:endParaRPr>
          </a:p>
        </p:txBody>
      </p:sp>
      <p:sp>
        <p:nvSpPr>
          <p:cNvPr id="28" name="TextBox 27"/>
          <p:cNvSpPr txBox="1"/>
          <p:nvPr/>
        </p:nvSpPr>
        <p:spPr>
          <a:xfrm>
            <a:off x="3108820" y="3051804"/>
            <a:ext cx="533164" cy="400110"/>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schemeClr val="tx1"/>
                </a:solidFill>
                <a:effectLst/>
                <a:uLnTx/>
                <a:uFillTx/>
                <a:latin typeface="Arial"/>
                <a:ea typeface="Arial Unicode MS"/>
                <a:cs typeface="Arial" pitchFamily="34" charset="0"/>
              </a:rPr>
              <a:t>03</a:t>
            </a:r>
            <a:endParaRPr kumimoji="0" lang="ko-KR" altLang="en-US" sz="2000" b="1" i="0" u="none" strike="noStrike" kern="1200" cap="none" spc="0" normalizeH="0" baseline="0" noProof="0" dirty="0">
              <a:ln>
                <a:noFill/>
              </a:ln>
              <a:solidFill>
                <a:schemeClr val="tx1"/>
              </a:solidFill>
              <a:effectLst/>
              <a:uLnTx/>
              <a:uFillTx/>
              <a:latin typeface="Arial"/>
              <a:ea typeface="Arial Unicode MS"/>
              <a:cs typeface="Arial" pitchFamily="34" charset="0"/>
            </a:endParaRPr>
          </a:p>
        </p:txBody>
      </p:sp>
      <p:sp>
        <p:nvSpPr>
          <p:cNvPr id="29" name="TextBox 28"/>
          <p:cNvSpPr txBox="1"/>
          <p:nvPr/>
        </p:nvSpPr>
        <p:spPr>
          <a:xfrm>
            <a:off x="3097310" y="3939903"/>
            <a:ext cx="533164" cy="400110"/>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prstClr val="white"/>
                </a:solidFill>
                <a:effectLst/>
                <a:uLnTx/>
                <a:uFillTx/>
                <a:latin typeface="Arial"/>
                <a:ea typeface="Arial Unicode MS"/>
                <a:cs typeface="Arial" pitchFamily="34" charset="0"/>
              </a:rPr>
              <a:t>04</a:t>
            </a:r>
            <a:endParaRPr kumimoji="0" lang="ko-KR" altLang="en-US" sz="2000" b="1" i="0" u="none" strike="noStrike" kern="1200" cap="none" spc="0" normalizeH="0" baseline="0" noProof="0" dirty="0">
              <a:ln>
                <a:noFill/>
              </a:ln>
              <a:solidFill>
                <a:prstClr val="white"/>
              </a:solidFill>
              <a:effectLst/>
              <a:uLnTx/>
              <a:uFillTx/>
              <a:latin typeface="Arial"/>
              <a:ea typeface="Arial Unicode MS"/>
              <a:cs typeface="Arial" pitchFamily="34" charset="0"/>
            </a:endParaRPr>
          </a:p>
        </p:txBody>
      </p:sp>
      <p:grpSp>
        <p:nvGrpSpPr>
          <p:cNvPr id="7" name="Group 6"/>
          <p:cNvGrpSpPr/>
          <p:nvPr/>
        </p:nvGrpSpPr>
        <p:grpSpPr>
          <a:xfrm>
            <a:off x="3815836" y="1259630"/>
            <a:ext cx="4392568" cy="628084"/>
            <a:chOff x="3851840" y="1279277"/>
            <a:chExt cx="4392568" cy="590573"/>
          </a:xfrm>
        </p:grpSpPr>
        <p:sp>
          <p:nvSpPr>
            <p:cNvPr id="30" name="TextBox 29"/>
            <p:cNvSpPr txBox="1"/>
            <p:nvPr/>
          </p:nvSpPr>
          <p:spPr>
            <a:xfrm>
              <a:off x="3851840" y="1279277"/>
              <a:ext cx="4392567" cy="289396"/>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fr-FR" altLang="ko-KR" sz="1400" b="1" i="0" u="none" strike="noStrike" kern="1200" cap="none" spc="0" normalizeH="0" baseline="0" noProof="0" dirty="0">
                  <a:ln>
                    <a:noFill/>
                  </a:ln>
                  <a:solidFill>
                    <a:schemeClr val="accent2"/>
                  </a:solidFill>
                  <a:effectLst/>
                  <a:uLnTx/>
                  <a:uFillTx/>
                  <a:latin typeface="Arial"/>
                  <a:ea typeface="Arial Unicode MS"/>
                  <a:cs typeface="Arial" pitchFamily="34" charset="0"/>
                </a:rPr>
                <a:t>Gestion des valeurs manquantes</a:t>
              </a:r>
              <a:endParaRPr kumimoji="0" lang="ko-KR" altLang="en-US" sz="1400" b="1" i="0" u="none" strike="noStrike" kern="1200" cap="none" spc="0" normalizeH="0" baseline="0" noProof="0" dirty="0">
                <a:ln>
                  <a:noFill/>
                </a:ln>
                <a:solidFill>
                  <a:schemeClr val="accent2"/>
                </a:solidFill>
                <a:effectLst/>
                <a:uLnTx/>
                <a:uFillTx/>
                <a:latin typeface="Arial"/>
                <a:ea typeface="Arial Unicode MS"/>
                <a:cs typeface="Arial" pitchFamily="34" charset="0"/>
              </a:endParaRPr>
            </a:p>
          </p:txBody>
        </p:sp>
        <p:sp>
          <p:nvSpPr>
            <p:cNvPr id="31" name="TextBox 30"/>
            <p:cNvSpPr txBox="1"/>
            <p:nvPr/>
          </p:nvSpPr>
          <p:spPr>
            <a:xfrm>
              <a:off x="3851840" y="1609394"/>
              <a:ext cx="4392568" cy="260456"/>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noFill/>
                </a:ln>
                <a:solidFill>
                  <a:prstClr val="black">
                    <a:lumMod val="75000"/>
                    <a:lumOff val="25000"/>
                  </a:prstClr>
                </a:solidFill>
                <a:effectLst/>
                <a:uLnTx/>
                <a:uFillTx/>
                <a:latin typeface="Arial"/>
                <a:ea typeface="Arial Unicode MS"/>
                <a:cs typeface="Arial" pitchFamily="34" charset="0"/>
              </a:endParaRPr>
            </a:p>
          </p:txBody>
        </p:sp>
      </p:grpSp>
      <p:grpSp>
        <p:nvGrpSpPr>
          <p:cNvPr id="36" name="Group 35"/>
          <p:cNvGrpSpPr/>
          <p:nvPr/>
        </p:nvGrpSpPr>
        <p:grpSpPr>
          <a:xfrm>
            <a:off x="3630474" y="2200609"/>
            <a:ext cx="4577928" cy="701171"/>
            <a:chOff x="3630474" y="1306304"/>
            <a:chExt cx="4577928" cy="701171"/>
          </a:xfrm>
        </p:grpSpPr>
        <p:sp>
          <p:nvSpPr>
            <p:cNvPr id="37" name="TextBox 36"/>
            <p:cNvSpPr txBox="1"/>
            <p:nvPr/>
          </p:nvSpPr>
          <p:spPr>
            <a:xfrm>
              <a:off x="3815835" y="1306304"/>
              <a:ext cx="4392567" cy="30777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F89746"/>
                  </a:solidFill>
                  <a:effectLst/>
                  <a:uLnTx/>
                  <a:uFillTx/>
                  <a:latin typeface="Arial"/>
                  <a:ea typeface="Arial Unicode MS"/>
                  <a:cs typeface="+mn-cs"/>
                </a:rPr>
                <a:t>Traitement des valeurs aberrantes :</a:t>
              </a:r>
              <a:r>
                <a:rPr kumimoji="0" lang="fr-FR" sz="1400" b="0" i="0" u="none" strike="noStrike" kern="1200" cap="none" spc="0" normalizeH="0" baseline="0" noProof="0" dirty="0">
                  <a:ln>
                    <a:noFill/>
                  </a:ln>
                  <a:solidFill>
                    <a:srgbClr val="F89746"/>
                  </a:solidFill>
                  <a:effectLst/>
                  <a:uLnTx/>
                  <a:uFillTx/>
                  <a:latin typeface="Arial"/>
                  <a:ea typeface="Arial Unicode MS"/>
                  <a:cs typeface="+mn-cs"/>
                </a:rPr>
                <a:t> </a:t>
              </a:r>
              <a:endParaRPr kumimoji="0" lang="ko-KR" altLang="en-US" sz="1400" b="1" i="0" u="none" strike="noStrike" kern="1200" cap="none" spc="0" normalizeH="0" baseline="0" noProof="0" dirty="0">
                <a:ln>
                  <a:noFill/>
                </a:ln>
                <a:solidFill>
                  <a:srgbClr val="F89746"/>
                </a:solidFill>
                <a:effectLst/>
                <a:uLnTx/>
                <a:uFillTx/>
                <a:latin typeface="Arial"/>
                <a:ea typeface="Arial Unicode MS"/>
                <a:cs typeface="Arial" pitchFamily="34" charset="0"/>
              </a:endParaRPr>
            </a:p>
          </p:txBody>
        </p:sp>
        <p:sp>
          <p:nvSpPr>
            <p:cNvPr id="38" name="TextBox 37"/>
            <p:cNvSpPr txBox="1"/>
            <p:nvPr/>
          </p:nvSpPr>
          <p:spPr>
            <a:xfrm>
              <a:off x="3630474" y="1545810"/>
              <a:ext cx="4577928" cy="461665"/>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fr-FR" altLang="ko-KR" sz="1200" b="0" i="0" u="none" strike="noStrike" kern="1200" cap="none" spc="0" normalizeH="0" baseline="0" noProof="0" dirty="0">
                  <a:ln>
                    <a:noFill/>
                  </a:ln>
                  <a:solidFill>
                    <a:schemeClr val="accent5"/>
                  </a:solidFill>
                  <a:effectLst/>
                  <a:uLnTx/>
                  <a:uFillTx/>
                  <a:latin typeface="Arial"/>
                  <a:ea typeface="Arial Unicode MS"/>
                  <a:cs typeface="Arial" pitchFamily="34" charset="0"/>
                </a:rPr>
                <a:t>Les </a:t>
              </a:r>
              <a:r>
                <a:rPr kumimoji="0" lang="fr-FR" altLang="ko-KR" sz="1200" b="0" i="0" u="none" strike="noStrike" kern="1200" cap="none" spc="0" normalizeH="0" baseline="0" noProof="0" dirty="0" err="1">
                  <a:ln>
                    <a:noFill/>
                  </a:ln>
                  <a:solidFill>
                    <a:schemeClr val="accent5"/>
                  </a:solidFill>
                  <a:effectLst/>
                  <a:uLnTx/>
                  <a:uFillTx/>
                  <a:latin typeface="Arial"/>
                  <a:ea typeface="Arial Unicode MS"/>
                  <a:cs typeface="Arial" pitchFamily="34" charset="0"/>
                </a:rPr>
                <a:t>outliers</a:t>
              </a:r>
              <a:r>
                <a:rPr kumimoji="0" lang="fr-FR" altLang="ko-KR" sz="1200" b="0" i="0" u="none" strike="noStrike" kern="1200" cap="none" spc="0" normalizeH="0" baseline="0" noProof="0" dirty="0">
                  <a:ln>
                    <a:noFill/>
                  </a:ln>
                  <a:solidFill>
                    <a:schemeClr val="accent5"/>
                  </a:solidFill>
                  <a:effectLst/>
                  <a:uLnTx/>
                  <a:uFillTx/>
                  <a:latin typeface="Arial"/>
                  <a:ea typeface="Arial Unicode MS"/>
                  <a:cs typeface="Arial" pitchFamily="34" charset="0"/>
                </a:rPr>
                <a:t> des colonnes </a:t>
              </a:r>
              <a:r>
                <a:rPr kumimoji="0" lang="fr-FR" altLang="ko-KR" sz="1200" b="0" i="0" u="none" strike="noStrike" kern="1200" cap="none" spc="0" normalizeH="0" baseline="0" noProof="0" dirty="0" err="1">
                  <a:ln>
                    <a:noFill/>
                  </a:ln>
                  <a:solidFill>
                    <a:schemeClr val="accent5"/>
                  </a:solidFill>
                  <a:effectLst/>
                  <a:uLnTx/>
                  <a:uFillTx/>
                  <a:latin typeface="Arial"/>
                  <a:ea typeface="Arial Unicode MS"/>
                  <a:cs typeface="Arial" pitchFamily="34" charset="0"/>
                </a:rPr>
                <a:t>sbytes</a:t>
              </a:r>
              <a:r>
                <a:rPr kumimoji="0" lang="fr-FR" altLang="ko-KR" sz="1200" b="0" i="0" u="none" strike="noStrike" kern="1200" cap="none" spc="0" normalizeH="0" baseline="0" noProof="0" dirty="0">
                  <a:ln>
                    <a:noFill/>
                  </a:ln>
                  <a:solidFill>
                    <a:schemeClr val="accent5"/>
                  </a:solidFill>
                  <a:effectLst/>
                  <a:uLnTx/>
                  <a:uFillTx/>
                  <a:latin typeface="Arial"/>
                  <a:ea typeface="Arial Unicode MS"/>
                  <a:cs typeface="Arial" pitchFamily="34" charset="0"/>
                </a:rPr>
                <a:t> et </a:t>
              </a:r>
              <a:r>
                <a:rPr kumimoji="0" lang="fr-FR" altLang="ko-KR" sz="1200" b="0" i="0" u="none" strike="noStrike" kern="1200" cap="none" spc="0" normalizeH="0" baseline="0" noProof="0" dirty="0" err="1">
                  <a:ln>
                    <a:noFill/>
                  </a:ln>
                  <a:solidFill>
                    <a:schemeClr val="accent5"/>
                  </a:solidFill>
                  <a:effectLst/>
                  <a:uLnTx/>
                  <a:uFillTx/>
                  <a:latin typeface="Arial"/>
                  <a:ea typeface="Arial Unicode MS"/>
                  <a:cs typeface="Arial" pitchFamily="34" charset="0"/>
                </a:rPr>
                <a:t>dbytes</a:t>
              </a:r>
              <a:r>
                <a:rPr kumimoji="0" lang="fr-FR" altLang="ko-KR" sz="1200" b="0" i="0" u="none" strike="noStrike" kern="1200" cap="none" spc="0" normalizeH="0" baseline="0" noProof="0" dirty="0">
                  <a:ln>
                    <a:noFill/>
                  </a:ln>
                  <a:solidFill>
                    <a:schemeClr val="accent5"/>
                  </a:solidFill>
                  <a:effectLst/>
                  <a:uLnTx/>
                  <a:uFillTx/>
                  <a:latin typeface="Arial"/>
                  <a:ea typeface="Arial Unicode MS"/>
                  <a:cs typeface="Arial" pitchFamily="34" charset="0"/>
                </a:rPr>
                <a:t> ont été supprimés via l’écart interquartile</a:t>
              </a:r>
              <a:r>
                <a:rPr kumimoji="0" lang="en-US" altLang="ko-KR" sz="1200" b="0" i="0" u="none" strike="noStrike" kern="1200" cap="none" spc="0" normalizeH="0" baseline="0" noProof="0" dirty="0">
                  <a:ln>
                    <a:noFill/>
                  </a:ln>
                  <a:solidFill>
                    <a:schemeClr val="accent5"/>
                  </a:solidFill>
                  <a:effectLst/>
                  <a:uLnTx/>
                  <a:uFillTx/>
                  <a:latin typeface="Arial"/>
                  <a:ea typeface="Arial Unicode MS"/>
                  <a:cs typeface="Arial" pitchFamily="34" charset="0"/>
                </a:rPr>
                <a:t> </a:t>
              </a:r>
              <a:endParaRPr kumimoji="0" lang="ko-KR" altLang="en-US" sz="1200" b="0" i="0" u="none" strike="noStrike" kern="1200" cap="none" spc="0" normalizeH="0" baseline="0" noProof="0" dirty="0">
                <a:ln>
                  <a:noFill/>
                </a:ln>
                <a:solidFill>
                  <a:schemeClr val="accent5"/>
                </a:solidFill>
                <a:effectLst/>
                <a:uLnTx/>
                <a:uFillTx/>
                <a:latin typeface="Arial"/>
                <a:ea typeface="Arial Unicode MS"/>
                <a:cs typeface="Arial" pitchFamily="34" charset="0"/>
              </a:endParaRPr>
            </a:p>
          </p:txBody>
        </p:sp>
      </p:grpSp>
      <p:grpSp>
        <p:nvGrpSpPr>
          <p:cNvPr id="39" name="Group 38"/>
          <p:cNvGrpSpPr/>
          <p:nvPr/>
        </p:nvGrpSpPr>
        <p:grpSpPr>
          <a:xfrm>
            <a:off x="3546583" y="3016034"/>
            <a:ext cx="4661819" cy="727646"/>
            <a:chOff x="3546583" y="1227424"/>
            <a:chExt cx="4661819" cy="727646"/>
          </a:xfrm>
        </p:grpSpPr>
        <p:sp>
          <p:nvSpPr>
            <p:cNvPr id="40" name="TextBox 39"/>
            <p:cNvSpPr txBox="1"/>
            <p:nvPr/>
          </p:nvSpPr>
          <p:spPr>
            <a:xfrm>
              <a:off x="3815835" y="1227424"/>
              <a:ext cx="4392567" cy="30777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err="1">
                  <a:ln>
                    <a:noFill/>
                  </a:ln>
                  <a:solidFill>
                    <a:schemeClr val="accent2"/>
                  </a:solidFill>
                  <a:effectLst/>
                  <a:uLnTx/>
                  <a:uFillTx/>
                  <a:latin typeface="Arial"/>
                  <a:ea typeface="Arial Unicode MS"/>
                  <a:cs typeface="Arial" pitchFamily="34" charset="0"/>
                </a:rPr>
                <a:t>Standardisation</a:t>
              </a:r>
              <a:r>
                <a:rPr kumimoji="0" lang="en-US" altLang="ko-KR" sz="1400" b="1" i="0" u="none" strike="noStrike" kern="1200" cap="none" spc="0" normalizeH="0" baseline="0" noProof="0" dirty="0">
                  <a:ln>
                    <a:noFill/>
                  </a:ln>
                  <a:solidFill>
                    <a:schemeClr val="accent2"/>
                  </a:solidFill>
                  <a:effectLst/>
                  <a:uLnTx/>
                  <a:uFillTx/>
                  <a:latin typeface="Arial"/>
                  <a:ea typeface="Arial Unicode MS"/>
                  <a:cs typeface="Arial" pitchFamily="34" charset="0"/>
                </a:rPr>
                <a:t> des </a:t>
              </a:r>
              <a:r>
                <a:rPr kumimoji="0" lang="en-US" altLang="ko-KR" sz="1400" b="1" i="0" u="none" strike="noStrike" kern="1200" cap="none" spc="0" normalizeH="0" baseline="0" noProof="0" dirty="0" err="1">
                  <a:ln>
                    <a:noFill/>
                  </a:ln>
                  <a:solidFill>
                    <a:schemeClr val="accent2"/>
                  </a:solidFill>
                  <a:effectLst/>
                  <a:uLnTx/>
                  <a:uFillTx/>
                  <a:latin typeface="Arial"/>
                  <a:ea typeface="Arial Unicode MS"/>
                  <a:cs typeface="Arial" pitchFamily="34" charset="0"/>
                </a:rPr>
                <a:t>colonnes</a:t>
              </a:r>
              <a:r>
                <a:rPr kumimoji="0" lang="en-US" altLang="ko-KR" sz="1400" b="1" i="0" u="none" strike="noStrike" kern="1200" cap="none" spc="0" normalizeH="0" baseline="0" noProof="0" dirty="0">
                  <a:ln>
                    <a:noFill/>
                  </a:ln>
                  <a:solidFill>
                    <a:schemeClr val="accent2"/>
                  </a:solidFill>
                  <a:effectLst/>
                  <a:uLnTx/>
                  <a:uFillTx/>
                  <a:latin typeface="Arial"/>
                  <a:ea typeface="Arial Unicode MS"/>
                  <a:cs typeface="Arial" pitchFamily="34" charset="0"/>
                </a:rPr>
                <a:t> </a:t>
              </a:r>
              <a:endParaRPr kumimoji="0" lang="ko-KR" altLang="en-US" sz="1400" b="1" i="0" u="none" strike="noStrike" kern="1200" cap="none" spc="0" normalizeH="0" baseline="0" noProof="0" dirty="0">
                <a:ln>
                  <a:noFill/>
                </a:ln>
                <a:solidFill>
                  <a:schemeClr val="accent2"/>
                </a:solidFill>
                <a:effectLst/>
                <a:uLnTx/>
                <a:uFillTx/>
                <a:latin typeface="Arial"/>
                <a:ea typeface="Arial Unicode MS"/>
                <a:cs typeface="Arial" pitchFamily="34" charset="0"/>
              </a:endParaRPr>
            </a:p>
          </p:txBody>
        </p:sp>
        <p:sp>
          <p:nvSpPr>
            <p:cNvPr id="41" name="TextBox 40"/>
            <p:cNvSpPr txBox="1"/>
            <p:nvPr/>
          </p:nvSpPr>
          <p:spPr>
            <a:xfrm>
              <a:off x="3546583" y="1493405"/>
              <a:ext cx="4392568" cy="461665"/>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fr-FR" altLang="ko-KR" sz="1200" b="0" i="0" u="none" strike="noStrike" kern="1200" cap="none" spc="0" normalizeH="0" baseline="0" noProof="0" dirty="0" err="1">
                  <a:ln>
                    <a:noFill/>
                  </a:ln>
                  <a:solidFill>
                    <a:schemeClr val="accent5"/>
                  </a:solidFill>
                  <a:effectLst/>
                  <a:uLnTx/>
                  <a:uFillTx/>
                  <a:latin typeface="Arial"/>
                  <a:ea typeface="Arial Unicode MS"/>
                  <a:cs typeface="Arial" pitchFamily="34" charset="0"/>
                </a:rPr>
                <a:t>StandardScaler</a:t>
              </a:r>
              <a:r>
                <a:rPr kumimoji="0" lang="fr-FR" altLang="ko-KR" sz="1200" b="0" i="0" u="none" strike="noStrike" kern="1200" cap="none" spc="0" normalizeH="0" baseline="0" noProof="0" dirty="0">
                  <a:ln>
                    <a:noFill/>
                  </a:ln>
                  <a:solidFill>
                    <a:schemeClr val="accent5"/>
                  </a:solidFill>
                  <a:effectLst/>
                  <a:uLnTx/>
                  <a:uFillTx/>
                  <a:latin typeface="Arial"/>
                  <a:ea typeface="Arial Unicode MS"/>
                  <a:cs typeface="Arial" pitchFamily="34" charset="0"/>
                </a:rPr>
                <a:t> est appliqué pour centrer les colonnes autour de 0 </a:t>
              </a:r>
              <a:endParaRPr kumimoji="0" lang="ko-KR" altLang="en-US" sz="1200" b="0" i="0" u="none" strike="noStrike" kern="1200" cap="none" spc="0" normalizeH="0" baseline="0" noProof="0" dirty="0">
                <a:ln>
                  <a:noFill/>
                </a:ln>
                <a:solidFill>
                  <a:schemeClr val="accent5"/>
                </a:solidFill>
                <a:effectLst/>
                <a:uLnTx/>
                <a:uFillTx/>
                <a:latin typeface="Arial"/>
                <a:ea typeface="Arial Unicode MS"/>
                <a:cs typeface="Arial" pitchFamily="34" charset="0"/>
              </a:endParaRPr>
            </a:p>
          </p:txBody>
        </p:sp>
      </p:grpSp>
      <p:grpSp>
        <p:nvGrpSpPr>
          <p:cNvPr id="42" name="Group 41"/>
          <p:cNvGrpSpPr/>
          <p:nvPr/>
        </p:nvGrpSpPr>
        <p:grpSpPr>
          <a:xfrm>
            <a:off x="3630474" y="3911778"/>
            <a:ext cx="4613933" cy="678583"/>
            <a:chOff x="3630474" y="1228863"/>
            <a:chExt cx="4613933" cy="678583"/>
          </a:xfrm>
        </p:grpSpPr>
        <p:sp>
          <p:nvSpPr>
            <p:cNvPr id="43" name="TextBox 42"/>
            <p:cNvSpPr txBox="1"/>
            <p:nvPr/>
          </p:nvSpPr>
          <p:spPr>
            <a:xfrm>
              <a:off x="3851840" y="1228863"/>
              <a:ext cx="4392567" cy="30777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err="1">
                  <a:ln>
                    <a:noFill/>
                  </a:ln>
                  <a:solidFill>
                    <a:srgbClr val="F89746"/>
                  </a:solidFill>
                  <a:effectLst/>
                  <a:uLnTx/>
                  <a:uFillTx/>
                  <a:latin typeface="Arial"/>
                  <a:ea typeface="Arial Unicode MS"/>
                  <a:cs typeface="Arial" pitchFamily="34" charset="0"/>
                </a:rPr>
                <a:t>Encodage</a:t>
              </a:r>
              <a:r>
                <a:rPr kumimoji="0" lang="en-US" altLang="ko-KR" sz="1400" b="1" i="0" u="none" strike="noStrike" kern="1200" cap="none" spc="0" normalizeH="0" baseline="0" noProof="0" dirty="0">
                  <a:ln>
                    <a:noFill/>
                  </a:ln>
                  <a:solidFill>
                    <a:srgbClr val="F89746"/>
                  </a:solidFill>
                  <a:effectLst/>
                  <a:uLnTx/>
                  <a:uFillTx/>
                  <a:latin typeface="Arial"/>
                  <a:ea typeface="Arial Unicode MS"/>
                  <a:cs typeface="Arial" pitchFamily="34" charset="0"/>
                </a:rPr>
                <a:t> </a:t>
              </a:r>
              <a:r>
                <a:rPr kumimoji="0" lang="en-US" altLang="ko-KR" sz="1400" b="1" i="0" u="none" strike="noStrike" kern="1200" cap="none" spc="0" normalizeH="0" baseline="0" noProof="0" dirty="0" err="1">
                  <a:ln>
                    <a:noFill/>
                  </a:ln>
                  <a:solidFill>
                    <a:srgbClr val="F89746"/>
                  </a:solidFill>
                  <a:effectLst/>
                  <a:uLnTx/>
                  <a:uFillTx/>
                  <a:latin typeface="Arial"/>
                  <a:ea typeface="Arial Unicode MS"/>
                  <a:cs typeface="Arial" pitchFamily="34" charset="0"/>
                </a:rPr>
                <a:t>numérique</a:t>
              </a:r>
              <a:endParaRPr kumimoji="0" lang="ko-KR" altLang="en-US" sz="1400" b="1" i="0" u="none" strike="noStrike" kern="1200" cap="none" spc="0" normalizeH="0" baseline="0" noProof="0" dirty="0">
                <a:ln>
                  <a:noFill/>
                </a:ln>
                <a:solidFill>
                  <a:srgbClr val="F89746"/>
                </a:solidFill>
                <a:effectLst/>
                <a:uLnTx/>
                <a:uFillTx/>
                <a:latin typeface="Arial"/>
                <a:ea typeface="Arial Unicode MS"/>
                <a:cs typeface="Arial" pitchFamily="34" charset="0"/>
              </a:endParaRPr>
            </a:p>
          </p:txBody>
        </p:sp>
        <p:sp>
          <p:nvSpPr>
            <p:cNvPr id="44" name="TextBox 43"/>
            <p:cNvSpPr txBox="1"/>
            <p:nvPr/>
          </p:nvSpPr>
          <p:spPr>
            <a:xfrm>
              <a:off x="3630474" y="1476559"/>
              <a:ext cx="46139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fr-FR" altLang="ko-KR" sz="1100" b="0" i="0" u="none" strike="noStrike" kern="1200" cap="none" spc="0" normalizeH="0" baseline="0" noProof="0" dirty="0">
                  <a:ln>
                    <a:noFill/>
                  </a:ln>
                  <a:solidFill>
                    <a:schemeClr val="accent5"/>
                  </a:solidFill>
                  <a:effectLst/>
                  <a:uLnTx/>
                  <a:uFillTx/>
                  <a:latin typeface="Arial"/>
                  <a:ea typeface="Arial Unicode MS"/>
                  <a:cs typeface="Arial" pitchFamily="34" charset="0"/>
                </a:rPr>
                <a:t>Conversion des colonnes contenant des données catégoriques en un format numérique </a:t>
              </a:r>
              <a:r>
                <a:rPr kumimoji="0" lang="en-US" altLang="ko-KR" sz="1100" b="0" i="0" u="none" strike="noStrike" kern="1200" cap="none" spc="0" normalizeH="0" baseline="0" noProof="0" dirty="0">
                  <a:ln>
                    <a:noFill/>
                  </a:ln>
                  <a:solidFill>
                    <a:schemeClr val="accent5"/>
                  </a:solidFill>
                  <a:effectLst/>
                  <a:uLnTx/>
                  <a:uFillTx/>
                  <a:latin typeface="Arial"/>
                  <a:ea typeface="Arial Unicode MS"/>
                  <a:cs typeface="Arial" pitchFamily="34" charset="0"/>
                </a:rPr>
                <a:t> </a:t>
              </a:r>
              <a:endParaRPr kumimoji="0" lang="ko-KR" altLang="en-US" sz="1100" b="0" i="0" u="none" strike="noStrike" kern="1200" cap="none" spc="0" normalizeH="0" baseline="0" noProof="0" dirty="0">
                <a:ln>
                  <a:noFill/>
                </a:ln>
                <a:solidFill>
                  <a:schemeClr val="accent5"/>
                </a:solidFill>
                <a:effectLst/>
                <a:uLnTx/>
                <a:uFillTx/>
                <a:latin typeface="Arial"/>
                <a:ea typeface="Arial Unicode MS"/>
                <a:cs typeface="Arial" pitchFamily="34" charset="0"/>
              </a:endParaRPr>
            </a:p>
          </p:txBody>
        </p:sp>
      </p:grpSp>
      <p:sp>
        <p:nvSpPr>
          <p:cNvPr id="4" name="Rectangle 3">
            <a:extLst>
              <a:ext uri="{FF2B5EF4-FFF2-40B4-BE49-F238E27FC236}">
                <a16:creationId xmlns:a16="http://schemas.microsoft.com/office/drawing/2014/main" id="{FDAEB90C-F0DC-4324-BFD9-7069039EAD92}"/>
              </a:ext>
            </a:extLst>
          </p:cNvPr>
          <p:cNvSpPr/>
          <p:nvPr/>
        </p:nvSpPr>
        <p:spPr>
          <a:xfrm>
            <a:off x="3529059" y="1516023"/>
            <a:ext cx="4715347" cy="461665"/>
          </a:xfrm>
          <a:prstGeom prst="rect">
            <a:avLst/>
          </a:prstGeom>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err="1">
                <a:ln>
                  <a:noFill/>
                </a:ln>
                <a:solidFill>
                  <a:schemeClr val="accent5"/>
                </a:solidFill>
                <a:effectLst/>
                <a:uLnTx/>
                <a:uFillTx/>
                <a:latin typeface="Arial"/>
                <a:ea typeface="Arial Unicode MS"/>
                <a:cs typeface="+mn-cs"/>
              </a:rPr>
              <a:t>attack_cat</a:t>
            </a:r>
            <a:r>
              <a:rPr kumimoji="0" lang="fr-FR" sz="1200" b="0" i="0" u="none" strike="noStrike" kern="1200" cap="none" spc="0" normalizeH="0" baseline="0" noProof="0" dirty="0">
                <a:ln>
                  <a:noFill/>
                </a:ln>
                <a:solidFill>
                  <a:schemeClr val="accent5"/>
                </a:solidFill>
                <a:effectLst/>
                <a:uLnTx/>
                <a:uFillTx/>
                <a:latin typeface="Arial"/>
                <a:ea typeface="Arial Unicode MS"/>
                <a:cs typeface="+mn-cs"/>
              </a:rPr>
              <a:t> a été complétée, </a:t>
            </a:r>
            <a:r>
              <a:rPr kumimoji="0" lang="fr-FR" sz="1200" b="0" i="0" u="none" strike="noStrike" kern="1200" cap="none" spc="0" normalizeH="0" baseline="0" noProof="0" dirty="0" err="1">
                <a:ln>
                  <a:noFill/>
                </a:ln>
                <a:solidFill>
                  <a:schemeClr val="accent5"/>
                </a:solidFill>
                <a:effectLst/>
                <a:uLnTx/>
                <a:uFillTx/>
                <a:latin typeface="Arial"/>
                <a:ea typeface="Arial Unicode MS"/>
                <a:cs typeface="+mn-cs"/>
              </a:rPr>
              <a:t>is_ftp_login</a:t>
            </a:r>
            <a:r>
              <a:rPr kumimoji="0" lang="fr-FR" sz="1200" b="0" i="0" u="none" strike="noStrike" kern="1200" cap="none" spc="0" normalizeH="0" baseline="0" noProof="0" dirty="0">
                <a:ln>
                  <a:noFill/>
                </a:ln>
                <a:solidFill>
                  <a:schemeClr val="accent5"/>
                </a:solidFill>
                <a:effectLst/>
                <a:uLnTx/>
                <a:uFillTx/>
                <a:latin typeface="Arial"/>
                <a:ea typeface="Arial Unicode MS"/>
                <a:cs typeface="+mn-cs"/>
              </a:rPr>
              <a:t> remplie par 0, et </a:t>
            </a:r>
            <a:r>
              <a:rPr kumimoji="0" lang="fr-FR" sz="1200" b="0" i="0" u="none" strike="noStrike" kern="1200" cap="none" spc="0" normalizeH="0" baseline="0" noProof="0" dirty="0" err="1">
                <a:ln>
                  <a:noFill/>
                </a:ln>
                <a:solidFill>
                  <a:schemeClr val="accent5"/>
                </a:solidFill>
                <a:effectLst/>
                <a:uLnTx/>
                <a:uFillTx/>
                <a:latin typeface="Arial"/>
                <a:ea typeface="Arial Unicode MS"/>
                <a:cs typeface="+mn-cs"/>
              </a:rPr>
              <a:t>ct_flw_http_mthd</a:t>
            </a:r>
            <a:r>
              <a:rPr kumimoji="0" lang="fr-FR" sz="1200" b="0" i="0" u="none" strike="noStrike" kern="1200" cap="none" spc="0" normalizeH="0" baseline="0" noProof="0" dirty="0">
                <a:ln>
                  <a:noFill/>
                </a:ln>
                <a:solidFill>
                  <a:schemeClr val="accent5"/>
                </a:solidFill>
                <a:effectLst/>
                <a:uLnTx/>
                <a:uFillTx/>
                <a:latin typeface="Arial"/>
                <a:ea typeface="Arial Unicode MS"/>
                <a:cs typeface="+mn-cs"/>
              </a:rPr>
              <a:t> supprimée.</a:t>
            </a:r>
          </a:p>
        </p:txBody>
      </p:sp>
      <p:sp>
        <p:nvSpPr>
          <p:cNvPr id="45" name="TextBox 44"/>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46</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99059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500" fill="hold"/>
                                        <p:tgtEl>
                                          <p:spTgt spid="27"/>
                                        </p:tgtEl>
                                        <p:attrNameLst>
                                          <p:attrName>ppt_x</p:attrName>
                                        </p:attrNameLst>
                                      </p:cBhvr>
                                      <p:tavLst>
                                        <p:tav tm="0">
                                          <p:val>
                                            <p:strVal val="#ppt_x"/>
                                          </p:val>
                                        </p:tav>
                                        <p:tav tm="100000">
                                          <p:val>
                                            <p:strVal val="#ppt_x"/>
                                          </p:val>
                                        </p:tav>
                                      </p:tavLst>
                                    </p:anim>
                                    <p:anim calcmode="lin" valueType="num">
                                      <p:cBhvr additive="base">
                                        <p:cTn id="30" dur="500" fill="hold"/>
                                        <p:tgtEl>
                                          <p:spTgt spid="2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500" fill="hold"/>
                                        <p:tgtEl>
                                          <p:spTgt spid="36"/>
                                        </p:tgtEl>
                                        <p:attrNameLst>
                                          <p:attrName>ppt_x</p:attrName>
                                        </p:attrNameLst>
                                      </p:cBhvr>
                                      <p:tavLst>
                                        <p:tav tm="0">
                                          <p:val>
                                            <p:strVal val="#ppt_x"/>
                                          </p:val>
                                        </p:tav>
                                        <p:tav tm="100000">
                                          <p:val>
                                            <p:strVal val="#ppt_x"/>
                                          </p:val>
                                        </p:tav>
                                      </p:tavLst>
                                    </p:anim>
                                    <p:anim calcmode="lin" valueType="num">
                                      <p:cBhvr additive="base">
                                        <p:cTn id="3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 calcmode="lin" valueType="num">
                                      <p:cBhvr additive="base">
                                        <p:cTn id="43" dur="500" fill="hold"/>
                                        <p:tgtEl>
                                          <p:spTgt spid="28"/>
                                        </p:tgtEl>
                                        <p:attrNameLst>
                                          <p:attrName>ppt_x</p:attrName>
                                        </p:attrNameLst>
                                      </p:cBhvr>
                                      <p:tavLst>
                                        <p:tav tm="0">
                                          <p:val>
                                            <p:strVal val="#ppt_x"/>
                                          </p:val>
                                        </p:tav>
                                        <p:tav tm="100000">
                                          <p:val>
                                            <p:strVal val="#ppt_x"/>
                                          </p:val>
                                        </p:tav>
                                      </p:tavLst>
                                    </p:anim>
                                    <p:anim calcmode="lin" valueType="num">
                                      <p:cBhvr additive="base">
                                        <p:cTn id="44" dur="500" fill="hold"/>
                                        <p:tgtEl>
                                          <p:spTgt spid="28"/>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500" fill="hold"/>
                                        <p:tgtEl>
                                          <p:spTgt spid="39"/>
                                        </p:tgtEl>
                                        <p:attrNameLst>
                                          <p:attrName>ppt_x</p:attrName>
                                        </p:attrNameLst>
                                      </p:cBhvr>
                                      <p:tavLst>
                                        <p:tav tm="0">
                                          <p:val>
                                            <p:strVal val="#ppt_x"/>
                                          </p:val>
                                        </p:tav>
                                        <p:tav tm="100000">
                                          <p:val>
                                            <p:strVal val="#ppt_x"/>
                                          </p:val>
                                        </p:tav>
                                      </p:tavLst>
                                    </p:anim>
                                    <p:anim calcmode="lin" valueType="num">
                                      <p:cBhvr additive="base">
                                        <p:cTn id="4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additive="base">
                                        <p:cTn id="57" dur="500" fill="hold"/>
                                        <p:tgtEl>
                                          <p:spTgt spid="29"/>
                                        </p:tgtEl>
                                        <p:attrNameLst>
                                          <p:attrName>ppt_x</p:attrName>
                                        </p:attrNameLst>
                                      </p:cBhvr>
                                      <p:tavLst>
                                        <p:tav tm="0">
                                          <p:val>
                                            <p:strVal val="#ppt_x"/>
                                          </p:val>
                                        </p:tav>
                                        <p:tav tm="100000">
                                          <p:val>
                                            <p:strVal val="#ppt_x"/>
                                          </p:val>
                                        </p:tav>
                                      </p:tavLst>
                                    </p:anim>
                                    <p:anim calcmode="lin" valueType="num">
                                      <p:cBhvr additive="base">
                                        <p:cTn id="58" dur="500" fill="hold"/>
                                        <p:tgtEl>
                                          <p:spTgt spid="29"/>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additive="base">
                                        <p:cTn id="61" dur="500" fill="hold"/>
                                        <p:tgtEl>
                                          <p:spTgt spid="42"/>
                                        </p:tgtEl>
                                        <p:attrNameLst>
                                          <p:attrName>ppt_x</p:attrName>
                                        </p:attrNameLst>
                                      </p:cBhvr>
                                      <p:tavLst>
                                        <p:tav tm="0">
                                          <p:val>
                                            <p:strVal val="#ppt_x"/>
                                          </p:val>
                                        </p:tav>
                                        <p:tav tm="100000">
                                          <p:val>
                                            <p:strVal val="#ppt_x"/>
                                          </p:val>
                                        </p:tav>
                                      </p:tavLst>
                                    </p:anim>
                                    <p:anim calcmode="lin" valueType="num">
                                      <p:cBhvr additive="base">
                                        <p:cTn id="6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6D0579-2595-3DFC-26E0-CDC67FAC0C28}"/>
            </a:ext>
          </a:extLst>
        </p:cNvPr>
        <p:cNvGrpSpPr/>
        <p:nvPr/>
      </p:nvGrpSpPr>
      <p:grpSpPr>
        <a:xfrm>
          <a:off x="0" y="0"/>
          <a:ext cx="0" cy="0"/>
          <a:chOff x="0" y="0"/>
          <a:chExt cx="0" cy="0"/>
        </a:xfrm>
      </p:grpSpPr>
      <p:sp>
        <p:nvSpPr>
          <p:cNvPr id="2" name="!!1">
            <a:extLst>
              <a:ext uri="{FF2B5EF4-FFF2-40B4-BE49-F238E27FC236}">
                <a16:creationId xmlns:a16="http://schemas.microsoft.com/office/drawing/2014/main" id="{EA8241BE-D5B0-08E5-7EFF-9E778384CE0E}"/>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A7FEE80A-7F56-80B7-B162-01AE9415915E}"/>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6EB12BA4-156F-7B56-234B-2DD0D127C7D2}"/>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3CD4CA29-8972-5EFD-EA32-9030A19C0FB2}"/>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9CB6E964-3730-F440-4915-878FBDB92B12}"/>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D2CB45C2-2E1C-3AFB-29AA-06ECDC165D14}"/>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CE010AF5-C76B-7138-5F32-0740356364A2}"/>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4875E3C3-0EC5-EC16-62D8-C4F0DBFE90D4}"/>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9E682974-EC67-ABCE-35AA-E2BB89BF3201}"/>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68F4D561-9970-321A-A4B8-ED6586F22FFF}"/>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2784D497-29DC-ECA7-5F11-29F4653C41E1}"/>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0E1743C8-55AB-4783-23D8-C3434B51E629}"/>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8DC63F90-D029-541A-F30F-EBA4399D0752}"/>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B1CF445C-A225-BD25-2DCF-3E189222EA8A}"/>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A664A749-B62E-6A6E-AEF4-88B1B97A3807}"/>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611F0DD7-7080-8BED-BE33-9129A05D36D0}"/>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3D7C8AAC-B319-D07C-3CAB-2DAEAA71A3BF}"/>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1530A647-2912-827B-5904-1D21C20F5143}"/>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2EB88751-76C0-88EB-7808-06689620E918}"/>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B5F180C1-EA2D-9674-4D32-93AFCE6687B7}"/>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F9A72983-2314-61B0-C2AF-08ACAD9EAEF0}"/>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E0ECF618-D6D4-0738-5B4A-EF1E33D11675}"/>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4B496490-53AC-A034-F271-86725187A5EF}"/>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BBE53768-0553-AD8D-3CE6-48DEDD853B5E}"/>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23FB7BD1-FFB2-8ED3-736B-F07D68DF34FD}"/>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A517F2D8-22EA-0258-22EC-ADE6BC89A256}"/>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83585AF2-674A-64B1-59D4-3CD6C5E40F0A}"/>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9D59249E-27AC-EBA1-F6CF-A3EB801D7EFC}"/>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2510F432-6F35-0552-93E3-A8A8FA28A4B7}"/>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AAC61F8F-9903-5E1B-8D3D-3951BEB474A0}"/>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96A22AED-B7F3-8667-E0B0-B9033BB69A28}"/>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9E0E213B-2370-8482-EE3C-59E87C58D21B}"/>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24723C92-F74E-8010-2C66-9728CC14A68C}"/>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25CB33E2-E97E-BA7C-D7E4-FAF2E608D6BD}"/>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6F57F532-D915-D516-52AF-7FA0B451F38D}"/>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F5519053-9FC0-AB1B-4B01-9B31B19FB308}"/>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94C4A42F-304B-8EF1-EBCF-E5578A66B005}"/>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210B94B5-3338-EDF0-3A43-61771CC5940F}"/>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F441FF4C-3E04-4076-43F6-48B2431C750E}"/>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E72DD924-976E-DAC2-BD57-DC873257BACE}"/>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7276B21D-4C57-C011-7F6C-738B1B2D0725}"/>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43F29205-CB20-66BB-3201-D3F3FB93B4F1}"/>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09A96392-B7E1-836A-D076-77137B5691F1}"/>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66B6F661-9CB1-6B79-B797-5DFCFBD3FF6A}"/>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F689486E-F753-44D0-D415-B1A3BA11EC83}"/>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DF175638-B9FC-1627-5039-BAD78AFA944B}"/>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87422E3E-44A9-E7DB-2B0D-DBE8BD368788}"/>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31EAC710-20A6-DBC9-73CA-3B840B6ADED7}"/>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79FA72D0-E3EB-481F-E857-6F54FBB5F27E}"/>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B9B642CC-B2DC-28DF-7285-427DA78472DB}"/>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52408B47-1C88-9D2A-A04B-B1D817B85C8D}"/>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C9F5D182-7550-CD7F-FC19-54AFE315F36B}"/>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6D659C8F-DB5C-A3E8-B761-EA6ABCF11027}"/>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AD08B8D6-EB18-2468-E145-777D52C70992}"/>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2F3DB5A1-E0BB-CC8F-6F30-FD1A15A801B4}"/>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0E995C5F-6449-F717-353D-F8D157864999}"/>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33746025-5164-7245-43F1-E670D5E51D0A}"/>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60425F92-A8F0-626B-2A3E-493AA85A61B7}"/>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99C57093-F571-3D29-D8FE-9C2F11C9CD18}"/>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CAD4B977-ECFD-EEDC-39F1-21636DBE7BCE}"/>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DB7AFBFC-05E5-EAB4-21FD-2FEAB075418B}"/>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1D75A76F-F01C-DFD8-DFA1-56B88115B3C9}"/>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4004B6E3-78C8-9D02-4431-60017AED4A32}"/>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2E7EE3E5-EA2E-1DDD-6B22-22D511365422}"/>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91B825DB-E579-3EEC-F398-F883070EE7BB}"/>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80795085-0FFA-5B21-204C-B4CA18AC8138}"/>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3E59911C-7BFC-DE60-3EF9-FBD17A9935EC}"/>
              </a:ext>
            </a:extLst>
          </p:cNvPr>
          <p:cNvSpPr txBox="1">
            <a:spLocks/>
          </p:cNvSpPr>
          <p:nvPr/>
        </p:nvSpPr>
        <p:spPr>
          <a:xfrm>
            <a:off x="35730" y="1407235"/>
            <a:ext cx="5731146" cy="2684267"/>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800" dirty="0">
                <a:solidFill>
                  <a:schemeClr val="accent1"/>
                </a:solidFill>
              </a:rPr>
              <a:t>L’équilibrage</a:t>
            </a:r>
          </a:p>
          <a:p>
            <a:pPr algn="ctr"/>
            <a:r>
              <a:rPr lang="fr-FR" sz="4800" dirty="0">
                <a:solidFill>
                  <a:schemeClr val="accent1"/>
                </a:solidFill>
              </a:rPr>
              <a:t> de jeu de donnée </a:t>
            </a:r>
          </a:p>
        </p:txBody>
      </p:sp>
      <p:sp>
        <p:nvSpPr>
          <p:cNvPr id="71" name="TextBox 70"/>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47</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609151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1559">
          <a:extLst>
            <a:ext uri="{FF2B5EF4-FFF2-40B4-BE49-F238E27FC236}">
              <a16:creationId xmlns:a16="http://schemas.microsoft.com/office/drawing/2014/main" id="{6F7F4D9A-481B-D544-CF82-A08C8B758CDE}"/>
            </a:ext>
          </a:extLst>
        </p:cNvPr>
        <p:cNvGrpSpPr/>
        <p:nvPr/>
      </p:nvGrpSpPr>
      <p:grpSpPr>
        <a:xfrm>
          <a:off x="0" y="0"/>
          <a:ext cx="0" cy="0"/>
          <a:chOff x="0" y="0"/>
          <a:chExt cx="0" cy="0"/>
        </a:xfrm>
      </p:grpSpPr>
      <p:sp>
        <p:nvSpPr>
          <p:cNvPr id="1560" name="Google Shape;1560;p56">
            <a:extLst>
              <a:ext uri="{FF2B5EF4-FFF2-40B4-BE49-F238E27FC236}">
                <a16:creationId xmlns:a16="http://schemas.microsoft.com/office/drawing/2014/main" id="{CF55668C-7160-F211-1F89-8C051F8EA49D}"/>
              </a:ext>
            </a:extLst>
          </p:cNvPr>
          <p:cNvSpPr txBox="1">
            <a:spLocks noGrp="1"/>
          </p:cNvSpPr>
          <p:nvPr>
            <p:ph type="title"/>
          </p:nvPr>
        </p:nvSpPr>
        <p:spPr>
          <a:xfrm>
            <a:off x="538842" y="310253"/>
            <a:ext cx="4599688" cy="611861"/>
          </a:xfrm>
          <a:prstGeom prst="rect">
            <a:avLst/>
          </a:prstGeom>
        </p:spPr>
        <p:txBody>
          <a:bodyPr spcFirstLastPara="1" wrap="square" lIns="90000" tIns="91425" rIns="90000" bIns="91425" anchor="t" anchorCtr="0">
            <a:noAutofit/>
          </a:bodyPr>
          <a:lstStyle/>
          <a:p>
            <a:pPr algn="l"/>
            <a:r>
              <a:rPr lang="fr-FR" sz="2000" dirty="0">
                <a:solidFill>
                  <a:schemeClr val="accent2"/>
                </a:solidFill>
                <a:latin typeface="Montserrat Medium" panose="00000600000000000000" pitchFamily="2" charset="0"/>
              </a:rPr>
              <a:t>L’ équilibrage de jeu de donnée  :</a:t>
            </a:r>
            <a:br>
              <a:rPr lang="fr-FR" sz="2000" dirty="0">
                <a:solidFill>
                  <a:schemeClr val="accent5"/>
                </a:solidFill>
                <a:latin typeface="Montserrat Medium" panose="00000600000000000000" pitchFamily="2" charset="0"/>
              </a:rPr>
            </a:br>
            <a:endParaRPr sz="2000" dirty="0">
              <a:latin typeface="Montserrat Medium" panose="00000600000000000000" pitchFamily="2" charset="0"/>
            </a:endParaRPr>
          </a:p>
        </p:txBody>
      </p:sp>
      <p:sp>
        <p:nvSpPr>
          <p:cNvPr id="2" name="Espace réservé du texte 1">
            <a:extLst>
              <a:ext uri="{FF2B5EF4-FFF2-40B4-BE49-F238E27FC236}">
                <a16:creationId xmlns:a16="http://schemas.microsoft.com/office/drawing/2014/main" id="{090998A5-7744-02AB-3765-0168530E2A54}"/>
              </a:ext>
            </a:extLst>
          </p:cNvPr>
          <p:cNvSpPr>
            <a:spLocks noGrp="1" noChangeArrowheads="1"/>
          </p:cNvSpPr>
          <p:nvPr>
            <p:ph type="body" idx="1"/>
          </p:nvPr>
        </p:nvSpPr>
        <p:spPr bwMode="auto">
          <a:xfrm>
            <a:off x="906235" y="1036023"/>
            <a:ext cx="7004958" cy="1631216"/>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
                <a:srgbClr val="F89746"/>
              </a:buClr>
              <a:buSzTx/>
              <a:buNone/>
            </a:pPr>
            <a:r>
              <a:rPr lang="fr-FR" altLang="fr-FR" dirty="0">
                <a:solidFill>
                  <a:schemeClr val="accent5"/>
                </a:solidFill>
                <a:latin typeface="Montserrat Medium" panose="00000600000000000000" pitchFamily="2" charset="0"/>
              </a:rPr>
              <a:t>Nous avons utilisé la méthode du suréchantillonnage minoritaire synthétique (SMOTE)</a:t>
            </a: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lang="fr-FR" altLang="fr-FR" sz="1800" dirty="0">
              <a:solidFill>
                <a:schemeClr val="accent5"/>
              </a:solidFill>
              <a:latin typeface="Montserrat Medium" panose="00000600000000000000" pitchFamily="2" charset="0"/>
            </a:endParaRPr>
          </a:p>
          <a:p>
            <a:pPr marL="0" lvl="0" indent="0" eaLnBrk="0" fontAlgn="base" hangingPunct="0">
              <a:spcBef>
                <a:spcPct val="0"/>
              </a:spcBef>
              <a:spcAft>
                <a:spcPct val="0"/>
              </a:spcAft>
              <a:buClr>
                <a:srgbClr val="F89746"/>
              </a:buClr>
              <a:buSzTx/>
              <a:buNone/>
            </a:pPr>
            <a:endParaRPr kumimoji="0" lang="fr-FR" altLang="fr-FR" sz="1800" b="0" i="0" u="none" strike="noStrike" cap="none" normalizeH="0" baseline="0" dirty="0">
              <a:ln>
                <a:noFill/>
              </a:ln>
              <a:solidFill>
                <a:schemeClr val="accent5"/>
              </a:solidFill>
              <a:effectLst/>
              <a:latin typeface="Montserrat Medium" panose="00000600000000000000" pitchFamily="2" charset="0"/>
            </a:endParaRPr>
          </a:p>
        </p:txBody>
      </p:sp>
      <p:graphicFrame>
        <p:nvGraphicFramePr>
          <p:cNvPr id="4" name="Table 3">
            <a:extLst>
              <a:ext uri="{FF2B5EF4-FFF2-40B4-BE49-F238E27FC236}">
                <a16:creationId xmlns:a16="http://schemas.microsoft.com/office/drawing/2014/main" id="{A0526198-168C-4695-8BCF-712E160AE30C}"/>
              </a:ext>
            </a:extLst>
          </p:cNvPr>
          <p:cNvGraphicFramePr>
            <a:graphicFrameLocks noGrp="1"/>
          </p:cNvGraphicFramePr>
          <p:nvPr>
            <p:extLst>
              <p:ext uri="{D42A27DB-BD31-4B8C-83A1-F6EECF244321}">
                <p14:modId xmlns:p14="http://schemas.microsoft.com/office/powerpoint/2010/main" val="1554835908"/>
              </p:ext>
            </p:extLst>
          </p:nvPr>
        </p:nvGraphicFramePr>
        <p:xfrm>
          <a:off x="906235" y="1529913"/>
          <a:ext cx="7004958" cy="1137326"/>
        </p:xfrm>
        <a:graphic>
          <a:graphicData uri="http://schemas.openxmlformats.org/drawingml/2006/table">
            <a:tbl>
              <a:tblPr firstRow="1" bandRow="1">
                <a:tableStyleId>{21E4AEA4-8DFA-4A89-87EB-49C32662AFE0}</a:tableStyleId>
              </a:tblPr>
              <a:tblGrid>
                <a:gridCol w="2334986">
                  <a:extLst>
                    <a:ext uri="{9D8B030D-6E8A-4147-A177-3AD203B41FA5}">
                      <a16:colId xmlns:a16="http://schemas.microsoft.com/office/drawing/2014/main" val="3290274664"/>
                    </a:ext>
                  </a:extLst>
                </a:gridCol>
                <a:gridCol w="2334986">
                  <a:extLst>
                    <a:ext uri="{9D8B030D-6E8A-4147-A177-3AD203B41FA5}">
                      <a16:colId xmlns:a16="http://schemas.microsoft.com/office/drawing/2014/main" val="171011319"/>
                    </a:ext>
                  </a:extLst>
                </a:gridCol>
                <a:gridCol w="2334986">
                  <a:extLst>
                    <a:ext uri="{9D8B030D-6E8A-4147-A177-3AD203B41FA5}">
                      <a16:colId xmlns:a16="http://schemas.microsoft.com/office/drawing/2014/main" val="764230617"/>
                    </a:ext>
                  </a:extLst>
                </a:gridCol>
              </a:tblGrid>
              <a:tr h="486102">
                <a:tc>
                  <a:txBody>
                    <a:bodyPr/>
                    <a:lstStyle/>
                    <a:p>
                      <a:r>
                        <a:rPr lang="fr-FR" sz="1200" dirty="0"/>
                        <a:t>Classe</a:t>
                      </a:r>
                    </a:p>
                  </a:txBody>
                  <a:tcPr/>
                </a:tc>
                <a:tc>
                  <a:txBody>
                    <a:bodyPr/>
                    <a:lstStyle/>
                    <a:p>
                      <a:r>
                        <a:rPr lang="fr-FR" sz="1200" dirty="0"/>
                        <a:t>Nombre d’exemple(avant SMOTE)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dirty="0">
                          <a:ln>
                            <a:noFill/>
                          </a:ln>
                          <a:solidFill>
                            <a:srgbClr val="005D77"/>
                          </a:solidFill>
                          <a:effectLst/>
                          <a:uLnTx/>
                          <a:uFillTx/>
                          <a:latin typeface="+mn-lt"/>
                          <a:ea typeface="+mn-ea"/>
                          <a:cs typeface="+mn-cs"/>
                          <a:sym typeface="Arial"/>
                        </a:rPr>
                        <a:t>Nombre d’exemple(</a:t>
                      </a:r>
                      <a:r>
                        <a:rPr kumimoji="0" lang="fr-FR" sz="1200" b="1" i="0" u="none" strike="noStrike" kern="0" cap="none" spc="0" normalizeH="0" baseline="0" noProof="0" dirty="0" err="1">
                          <a:ln>
                            <a:noFill/>
                          </a:ln>
                          <a:solidFill>
                            <a:srgbClr val="005D77"/>
                          </a:solidFill>
                          <a:effectLst/>
                          <a:uLnTx/>
                          <a:uFillTx/>
                          <a:latin typeface="+mn-lt"/>
                          <a:ea typeface="+mn-ea"/>
                          <a:cs typeface="+mn-cs"/>
                          <a:sym typeface="Arial"/>
                        </a:rPr>
                        <a:t>apres</a:t>
                      </a:r>
                      <a:r>
                        <a:rPr kumimoji="0" lang="fr-FR" sz="1200" b="1" i="0" u="none" strike="noStrike" kern="0" cap="none" spc="0" normalizeH="0" baseline="0" noProof="0" dirty="0">
                          <a:ln>
                            <a:noFill/>
                          </a:ln>
                          <a:solidFill>
                            <a:srgbClr val="005D77"/>
                          </a:solidFill>
                          <a:effectLst/>
                          <a:uLnTx/>
                          <a:uFillTx/>
                          <a:latin typeface="+mn-lt"/>
                          <a:ea typeface="+mn-ea"/>
                          <a:cs typeface="+mn-cs"/>
                          <a:sym typeface="Arial"/>
                        </a:rPr>
                        <a:t> SMOTE)</a:t>
                      </a:r>
                    </a:p>
                  </a:txBody>
                  <a:tcPr/>
                </a:tc>
                <a:extLst>
                  <a:ext uri="{0D108BD9-81ED-4DB2-BD59-A6C34878D82A}">
                    <a16:rowId xmlns:a16="http://schemas.microsoft.com/office/drawing/2014/main" val="1124870018"/>
                  </a:ext>
                </a:extLst>
              </a:tr>
              <a:tr h="325612">
                <a:tc>
                  <a:txBody>
                    <a:bodyPr/>
                    <a:lstStyle/>
                    <a:p>
                      <a:r>
                        <a:rPr lang="fr-FR" dirty="0"/>
                        <a:t>0(Normal)</a:t>
                      </a:r>
                    </a:p>
                  </a:txBody>
                  <a:tcPr/>
                </a:tc>
                <a:tc>
                  <a:txBody>
                    <a:bodyPr/>
                    <a:lstStyle/>
                    <a:p>
                      <a:r>
                        <a:rPr lang="fr-FR" dirty="0"/>
                        <a:t>1 252 704</a:t>
                      </a:r>
                    </a:p>
                  </a:txBody>
                  <a:tcPr/>
                </a:tc>
                <a:tc>
                  <a:txBody>
                    <a:bodyPr/>
                    <a:lstStyle/>
                    <a:p>
                      <a:r>
                        <a:rPr lang="fr-FR" dirty="0"/>
                        <a:t>1 252 704</a:t>
                      </a:r>
                    </a:p>
                  </a:txBody>
                  <a:tcPr/>
                </a:tc>
                <a:extLst>
                  <a:ext uri="{0D108BD9-81ED-4DB2-BD59-A6C34878D82A}">
                    <a16:rowId xmlns:a16="http://schemas.microsoft.com/office/drawing/2014/main" val="1500673970"/>
                  </a:ext>
                </a:extLst>
              </a:tr>
              <a:tr h="325612">
                <a:tc>
                  <a:txBody>
                    <a:bodyPr/>
                    <a:lstStyle/>
                    <a:p>
                      <a:r>
                        <a:rPr lang="fr-FR" dirty="0"/>
                        <a:t>1(Attaque)</a:t>
                      </a:r>
                    </a:p>
                  </a:txBody>
                  <a:tcPr/>
                </a:tc>
                <a:tc>
                  <a:txBody>
                    <a:bodyPr/>
                    <a:lstStyle/>
                    <a:p>
                      <a:r>
                        <a:rPr lang="fr-FR" dirty="0"/>
                        <a:t>246 379</a:t>
                      </a:r>
                    </a:p>
                  </a:txBody>
                  <a:tcPr/>
                </a:tc>
                <a:tc>
                  <a:txBody>
                    <a:bodyPr/>
                    <a:lstStyle/>
                    <a:p>
                      <a:r>
                        <a:rPr lang="fr-FR" dirty="0"/>
                        <a:t>1 252 704</a:t>
                      </a:r>
                    </a:p>
                  </a:txBody>
                  <a:tcPr/>
                </a:tc>
                <a:extLst>
                  <a:ext uri="{0D108BD9-81ED-4DB2-BD59-A6C34878D82A}">
                    <a16:rowId xmlns:a16="http://schemas.microsoft.com/office/drawing/2014/main" val="4195958342"/>
                  </a:ext>
                </a:extLst>
              </a:tr>
            </a:tbl>
          </a:graphicData>
        </a:graphic>
      </p:graphicFrame>
      <p:sp>
        <p:nvSpPr>
          <p:cNvPr id="3" name="Rectangle : coins arrondis 2">
            <a:extLst>
              <a:ext uri="{FF2B5EF4-FFF2-40B4-BE49-F238E27FC236}">
                <a16:creationId xmlns:a16="http://schemas.microsoft.com/office/drawing/2014/main" id="{FE4F831F-E248-24E1-E865-C570CE155A51}"/>
              </a:ext>
            </a:extLst>
          </p:cNvPr>
          <p:cNvSpPr/>
          <p:nvPr/>
        </p:nvSpPr>
        <p:spPr>
          <a:xfrm>
            <a:off x="4980215" y="3283594"/>
            <a:ext cx="4163785" cy="1859906"/>
          </a:xfrm>
          <a:prstGeom prst="roundRect">
            <a:avLst>
              <a:gd name="adj" fmla="val 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5" algn="just"/>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Synthetic</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Minority</a:t>
            </a:r>
            <a:r>
              <a:rPr lang="fr-FR" dirty="0">
                <a:latin typeface="Times New Roman" panose="02020603050405020304" pitchFamily="18" charset="0"/>
                <a:cs typeface="Times New Roman" panose="02020603050405020304" pitchFamily="18" charset="0"/>
              </a:rPr>
              <a:t> Over-sampling Technique (SMOTE) Une méthode d’</a:t>
            </a:r>
            <a:r>
              <a:rPr lang="fr-FR" dirty="0" err="1">
                <a:latin typeface="Times New Roman" panose="02020603050405020304" pitchFamily="18" charset="0"/>
                <a:cs typeface="Times New Roman" panose="02020603050405020304" pitchFamily="18" charset="0"/>
              </a:rPr>
              <a:t>oversampling</a:t>
            </a:r>
            <a:r>
              <a:rPr lang="fr-FR" dirty="0">
                <a:latin typeface="Times New Roman" panose="02020603050405020304" pitchFamily="18" charset="0"/>
                <a:cs typeface="Times New Roman" panose="02020603050405020304" pitchFamily="18" charset="0"/>
              </a:rPr>
              <a:t> intelligente qui crée de nouveaux exemples synthétiques pour la classe minoritaire, en interpolant entre les exemples </a:t>
            </a:r>
            <a:r>
              <a:rPr lang="fr-FR" dirty="0" err="1">
                <a:latin typeface="Times New Roman" panose="02020603050405020304" pitchFamily="18" charset="0"/>
                <a:cs typeface="Times New Roman" panose="02020603050405020304" pitchFamily="18" charset="0"/>
              </a:rPr>
              <a:t>existants.Cela</a:t>
            </a:r>
            <a:r>
              <a:rPr lang="fr-FR" dirty="0">
                <a:latin typeface="Times New Roman" panose="02020603050405020304" pitchFamily="18" charset="0"/>
                <a:cs typeface="Times New Roman" panose="02020603050405020304" pitchFamily="18" charset="0"/>
              </a:rPr>
              <a:t> permet d’équilibrer le </a:t>
            </a:r>
            <a:r>
              <a:rPr lang="fr-FR" dirty="0" err="1">
                <a:latin typeface="Times New Roman" panose="02020603050405020304" pitchFamily="18" charset="0"/>
                <a:cs typeface="Times New Roman" panose="02020603050405020304" pitchFamily="18" charset="0"/>
              </a:rPr>
              <a:t>dataset</a:t>
            </a:r>
            <a:r>
              <a:rPr lang="fr-FR" dirty="0">
                <a:latin typeface="Times New Roman" panose="02020603050405020304" pitchFamily="18" charset="0"/>
                <a:cs typeface="Times New Roman" panose="02020603050405020304" pitchFamily="18" charset="0"/>
              </a:rPr>
              <a:t> sans simplement dupliquer les données.</a:t>
            </a:r>
          </a:p>
        </p:txBody>
      </p:sp>
      <p:pic>
        <p:nvPicPr>
          <p:cNvPr id="6" name="Image 5">
            <a:extLst>
              <a:ext uri="{FF2B5EF4-FFF2-40B4-BE49-F238E27FC236}">
                <a16:creationId xmlns:a16="http://schemas.microsoft.com/office/drawing/2014/main" id="{7F8F5875-24B6-F05F-0630-2F9CB3F04EFF}"/>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19998697">
            <a:off x="4407133" y="2668072"/>
            <a:ext cx="1420585" cy="1420585"/>
          </a:xfrm>
          <a:prstGeom prst="rect">
            <a:avLst/>
          </a:prstGeom>
        </p:spPr>
      </p:pic>
      <p:sp>
        <p:nvSpPr>
          <p:cNvPr id="1561" name="TextBox 1560"/>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48</a:t>
            </a:r>
            <a:r>
              <a:rPr lang="fr-FR" sz="1000" dirty="0">
                <a:solidFill>
                  <a:srgbClr val="FFFFFF"/>
                </a:solidFill>
              </a:rPr>
              <a:t>  | Approche proposée</a:t>
            </a:r>
          </a:p>
          <a:p>
            <a:endParaRPr sz="1000" dirty="0">
              <a:solidFill>
                <a:srgbClr val="FFFFFF"/>
              </a:solidFill>
              <a:latin typeface="Arial"/>
            </a:endParaRPr>
          </a:p>
        </p:txBody>
      </p:sp>
    </p:spTree>
    <p:extLst>
      <p:ext uri="{BB962C8B-B14F-4D97-AF65-F5344CB8AC3E}">
        <p14:creationId xmlns:p14="http://schemas.microsoft.com/office/powerpoint/2010/main" val="1447534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4C93554-3ED8-A838-426C-5DC69A1884AE}"/>
            </a:ext>
          </a:extLst>
        </p:cNvPr>
        <p:cNvGrpSpPr/>
        <p:nvPr/>
      </p:nvGrpSpPr>
      <p:grpSpPr>
        <a:xfrm>
          <a:off x="0" y="0"/>
          <a:ext cx="0" cy="0"/>
          <a:chOff x="0" y="0"/>
          <a:chExt cx="0" cy="0"/>
        </a:xfrm>
      </p:grpSpPr>
      <p:sp>
        <p:nvSpPr>
          <p:cNvPr id="2" name="!!1">
            <a:extLst>
              <a:ext uri="{FF2B5EF4-FFF2-40B4-BE49-F238E27FC236}">
                <a16:creationId xmlns:a16="http://schemas.microsoft.com/office/drawing/2014/main" id="{B752BBE5-F46A-91C4-395D-8BE43AB5A288}"/>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4485FF7A-5F33-25C7-8F98-DE0D029A1B7A}"/>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EA8CC7F2-4A9D-4E44-339B-C538F4BCB4A5}"/>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1354EB11-29E8-00B4-CD7F-3C64DC21CD77}"/>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FE9F10FB-9C39-3622-D863-08DA8D51D24E}"/>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1639F4D4-393D-0728-69E5-C550395DD935}"/>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D06ECA4D-F7DC-F607-BB3E-5392EEF22217}"/>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051835CB-2C70-7C55-7194-651281ED374C}"/>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4E1AE8DD-476F-08D2-65B0-8176DD49D7ED}"/>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3042D96F-BA0A-C566-A8D8-94C9517E62C7}"/>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D39EB646-83C7-CF70-4D26-C8CF4F306E2D}"/>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9FFB1F84-26F1-D6D6-C3C2-F66F53805A32}"/>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8E23EA6F-4C11-5A50-BF96-51F299523361}"/>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D9E888FC-1400-DC44-BBF9-C1670C183356}"/>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390F4FB6-262E-0F02-F19A-EDC784C346B6}"/>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CC53F7A7-C8E8-2BD7-E311-1C098CF3B246}"/>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6BD50F75-F96F-297E-DCB6-1942FF5F3FE3}"/>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C6E81C5C-DECE-5427-DE0E-217F6998ED9B}"/>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B60BCF05-7264-EF10-C3D9-BCA17EFBEE36}"/>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ED2D3953-7F87-3E11-213F-43EFBCCDD717}"/>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1AB4DA87-0A5F-B31A-D4E9-E8699B82664E}"/>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BD942901-5015-261E-F50E-C21E8DBBED01}"/>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F00177FE-6068-D0BE-D95A-B37582DCA0A0}"/>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BB528B16-30A1-615D-1261-86C1C0C2B8F3}"/>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24B2A58E-C0BC-DBF6-9E8E-81A54344CB2D}"/>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2E1EF112-29EA-00A7-D4B0-09B35451F8F3}"/>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53DBEA44-D5A6-570D-5657-451884B22CF7}"/>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8960FEA0-D07F-AF29-EDC2-E1E33DB7ECCB}"/>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89DDCEB9-B009-658A-0615-37A942960E44}"/>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F5100E44-99E1-DB4E-D4D2-2817739BD97C}"/>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BA5C56A5-8375-77E3-314B-8133EA2A0D65}"/>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DF87783F-B730-F9DC-FC2E-E680D7483163}"/>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5AF7E4BD-6A3B-CAC7-7C49-62DCA1F0DA5C}"/>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55D5C55C-1BBB-EC5F-F365-6DA7409B4FBB}"/>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451E3C77-DEFC-0C55-48E8-95BF450BEA67}"/>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1CAE6F52-CE42-0225-58DF-B811FF0FC86F}"/>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E728224A-E7D2-F3F5-AA6E-11C472D7A31A}"/>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6F0E0A50-3CEE-C739-8EF7-D5B1098EDDDA}"/>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3AAA6D21-00D2-DCE8-6CAD-8943100FC422}"/>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2CE16382-0868-E105-9FE6-0D9236CF8DEC}"/>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CABF7D9B-3581-C64C-5EEC-A51D27022B03}"/>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E650599F-818F-DFF9-5E2D-974EBFF89C1C}"/>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D8F1D2DB-A2D4-26CF-3797-324F1E23CD23}"/>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EE5E829E-EDB6-E115-9735-D090F69E4514}"/>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AE252D87-AF2A-FF6C-773C-6A3ABDE26EC9}"/>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D485392D-3C58-180C-EAD8-F379FA8C2474}"/>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BF36C1D8-CC49-D544-861F-FC8B5C7A0FC5}"/>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C43D6049-02B4-3CA5-3B6B-25B3165F0E8C}"/>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F2E5761A-3A57-578E-3D45-2A9A9FC1FE3B}"/>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B0732251-5C01-6276-1E5A-E8E4DF54E922}"/>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3A09A462-C81C-1245-7C83-E9B485EDD044}"/>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D6FBF5DA-FFC3-0426-8461-51C765DBF248}"/>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C960CE14-181C-F477-7491-AB0D47976EEB}"/>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B99AC196-B922-E77F-1797-E6FCAA9851BB}"/>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D925A6E6-A6E2-1E8E-59F0-869447A7BF54}"/>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7171B2F3-3B00-DFAE-A906-D9BB6BA49A91}"/>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1EEFF1B3-FFC1-2218-ABDA-3C37A1F27C89}"/>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F027D2F9-1BF3-437E-37A3-750B3E848FA0}"/>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B007D34F-8F89-D9B0-5CB1-4F420B78F7D8}"/>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EA243B72-A734-7F6D-039F-20C983E2364A}"/>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8FA76B68-1D91-A681-6274-3AB85B719CD9}"/>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B912C695-C1B4-9F01-F64F-D1B3D8C96C41}"/>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C1FBFDDF-3601-C7CB-E504-11A561BC8656}"/>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B9214077-A4B7-A2D0-AF31-E66C5C21C306}"/>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B459F2FD-16CD-C322-7306-3C38E737CC31}"/>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7E582E8C-EA1D-BBE4-18D3-F5E9CC09B6A8}"/>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F2385522-40A2-0A9A-338F-5575622900CA}"/>
              </a:ext>
            </a:extLst>
          </p:cNvPr>
          <p:cNvSpPr txBox="1">
            <a:spLocks/>
          </p:cNvSpPr>
          <p:nvPr/>
        </p:nvSpPr>
        <p:spPr>
          <a:xfrm>
            <a:off x="268817" y="1482451"/>
            <a:ext cx="5481190" cy="2916599"/>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800" dirty="0">
                <a:solidFill>
                  <a:schemeClr val="accent1"/>
                </a:solidFill>
              </a:rPr>
              <a:t>Entrainement des modèles </a:t>
            </a:r>
          </a:p>
        </p:txBody>
      </p:sp>
      <p:sp>
        <p:nvSpPr>
          <p:cNvPr id="71" name="TextBox 70"/>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49</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80959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0" y="1983921"/>
            <a:ext cx="9144000" cy="3761375"/>
            <a:chOff x="0" y="0"/>
            <a:chExt cx="4816593" cy="1884266"/>
          </a:xfrm>
        </p:grpSpPr>
        <p:sp>
          <p:nvSpPr>
            <p:cNvPr id="3" name="Freeform 3"/>
            <p:cNvSpPr/>
            <p:nvPr/>
          </p:nvSpPr>
          <p:spPr>
            <a:xfrm>
              <a:off x="0" y="0"/>
              <a:ext cx="4816592" cy="1884266"/>
            </a:xfrm>
            <a:custGeom>
              <a:avLst/>
              <a:gdLst/>
              <a:ahLst/>
              <a:cxnLst/>
              <a:rect l="l" t="t" r="r" b="b"/>
              <a:pathLst>
                <a:path w="4816592" h="1884266">
                  <a:moveTo>
                    <a:pt x="42333" y="0"/>
                  </a:moveTo>
                  <a:lnTo>
                    <a:pt x="4774259" y="0"/>
                  </a:lnTo>
                  <a:cubicBezTo>
                    <a:pt x="4785487" y="0"/>
                    <a:pt x="4796254" y="4460"/>
                    <a:pt x="4804193" y="12399"/>
                  </a:cubicBezTo>
                  <a:cubicBezTo>
                    <a:pt x="4812132" y="20338"/>
                    <a:pt x="4816592" y="31106"/>
                    <a:pt x="4816592" y="42333"/>
                  </a:cubicBezTo>
                  <a:lnTo>
                    <a:pt x="4816592" y="1841933"/>
                  </a:lnTo>
                  <a:cubicBezTo>
                    <a:pt x="4816592" y="1853160"/>
                    <a:pt x="4812132" y="1863928"/>
                    <a:pt x="4804193" y="1871867"/>
                  </a:cubicBezTo>
                  <a:cubicBezTo>
                    <a:pt x="4796254" y="1879806"/>
                    <a:pt x="4785487" y="1884266"/>
                    <a:pt x="4774259" y="1884266"/>
                  </a:cubicBezTo>
                  <a:lnTo>
                    <a:pt x="42333" y="1884266"/>
                  </a:lnTo>
                  <a:cubicBezTo>
                    <a:pt x="31106" y="1884266"/>
                    <a:pt x="20338" y="1879806"/>
                    <a:pt x="12399" y="1871867"/>
                  </a:cubicBezTo>
                  <a:cubicBezTo>
                    <a:pt x="4460" y="1863928"/>
                    <a:pt x="0" y="1853160"/>
                    <a:pt x="0" y="1841933"/>
                  </a:cubicBezTo>
                  <a:lnTo>
                    <a:pt x="0" y="42333"/>
                  </a:lnTo>
                  <a:cubicBezTo>
                    <a:pt x="0" y="31106"/>
                    <a:pt x="4460" y="20338"/>
                    <a:pt x="12399" y="12399"/>
                  </a:cubicBezTo>
                  <a:cubicBezTo>
                    <a:pt x="20338" y="4460"/>
                    <a:pt x="31106" y="0"/>
                    <a:pt x="42333" y="0"/>
                  </a:cubicBezTo>
                  <a:close/>
                </a:path>
              </a:pathLst>
            </a:custGeom>
            <a:solidFill>
              <a:srgbClr val="7A6AD8"/>
            </a:solidFill>
          </p:spPr>
        </p:sp>
        <p:sp>
          <p:nvSpPr>
            <p:cNvPr id="4" name="TextBox 4"/>
            <p:cNvSpPr txBox="1"/>
            <p:nvPr/>
          </p:nvSpPr>
          <p:spPr>
            <a:xfrm>
              <a:off x="0" y="-38100"/>
              <a:ext cx="4816593" cy="1922366"/>
            </a:xfrm>
            <a:prstGeom prst="rect">
              <a:avLst/>
            </a:prstGeom>
          </p:spPr>
          <p:txBody>
            <a:bodyPr lIns="25400" tIns="25400" rIns="25400" bIns="25400"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5" name="Group 5"/>
          <p:cNvGrpSpPr/>
          <p:nvPr/>
        </p:nvGrpSpPr>
        <p:grpSpPr>
          <a:xfrm>
            <a:off x="419100" y="1491708"/>
            <a:ext cx="1861945" cy="2384513"/>
            <a:chOff x="0" y="0"/>
            <a:chExt cx="4965187" cy="6358698"/>
          </a:xfrm>
        </p:grpSpPr>
        <p:grpSp>
          <p:nvGrpSpPr>
            <p:cNvPr id="6" name="Group 6"/>
            <p:cNvGrpSpPr/>
            <p:nvPr/>
          </p:nvGrpSpPr>
          <p:grpSpPr>
            <a:xfrm>
              <a:off x="425194" y="0"/>
              <a:ext cx="4114800" cy="41148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941"/>
                </a:srgbClr>
              </a:solidFill>
            </p:spPr>
          </p:sp>
          <p:sp>
            <p:nvSpPr>
              <p:cNvPr id="8" name="TextBox 8"/>
              <p:cNvSpPr txBox="1"/>
              <p:nvPr/>
            </p:nvSpPr>
            <p:spPr>
              <a:xfrm>
                <a:off x="76200" y="38100"/>
                <a:ext cx="660400" cy="698500"/>
              </a:xfrm>
              <a:prstGeom prst="rect">
                <a:avLst/>
              </a:prstGeom>
            </p:spPr>
            <p:txBody>
              <a:bodyPr lIns="28933" tIns="28933" rIns="28933" bIns="28933" rtlCol="0" anchor="ctr"/>
              <a:lstStyle/>
              <a:p>
                <a:pPr algn="ctr" defTabSz="457200">
                  <a:lnSpc>
                    <a:spcPts val="1470"/>
                  </a:lnSpc>
                  <a:buClrTx/>
                </a:pPr>
                <a:endParaRPr sz="900" kern="1200">
                  <a:solidFill>
                    <a:prstClr val="black"/>
                  </a:solidFill>
                  <a:latin typeface="Calibri"/>
                  <a:ea typeface="+mn-ea"/>
                  <a:cs typeface="+mn-cs"/>
                </a:endParaRPr>
              </a:p>
            </p:txBody>
          </p:sp>
        </p:grpSp>
        <p:grpSp>
          <p:nvGrpSpPr>
            <p:cNvPr id="9" name="Group 9"/>
            <p:cNvGrpSpPr/>
            <p:nvPr/>
          </p:nvGrpSpPr>
          <p:grpSpPr>
            <a:xfrm>
              <a:off x="471429" y="46235"/>
              <a:ext cx="4022330" cy="402233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11" name="TextBox 11"/>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12" name="Group 12"/>
            <p:cNvGrpSpPr/>
            <p:nvPr/>
          </p:nvGrpSpPr>
          <p:grpSpPr>
            <a:xfrm>
              <a:off x="707232" y="282038"/>
              <a:ext cx="3550723" cy="355072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6AD8"/>
              </a:solidFill>
            </p:spPr>
            <p:txBody>
              <a:bodyPr/>
              <a:lstStyle/>
              <a:p>
                <a:endParaRPr lang="fr-FR" dirty="0"/>
              </a:p>
            </p:txBody>
          </p:sp>
          <p:sp>
            <p:nvSpPr>
              <p:cNvPr id="14" name="TextBox 14"/>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sp>
          <p:nvSpPr>
            <p:cNvPr id="16" name="TextBox 16"/>
            <p:cNvSpPr txBox="1"/>
            <p:nvPr/>
          </p:nvSpPr>
          <p:spPr>
            <a:xfrm>
              <a:off x="0" y="4512040"/>
              <a:ext cx="4965187" cy="1846658"/>
            </a:xfrm>
            <a:prstGeom prst="rect">
              <a:avLst/>
            </a:prstGeom>
          </p:spPr>
          <p:txBody>
            <a:bodyPr lIns="0" tIns="0" rIns="0" bIns="0" rtlCol="0" anchor="t">
              <a:spAutoFit/>
            </a:bodyPr>
            <a:lstStyle/>
            <a:p>
              <a:pPr algn="ctr" defTabSz="457200">
                <a:lnSpc>
                  <a:spcPts val="1762"/>
                </a:lnSpc>
                <a:buClrTx/>
              </a:pPr>
              <a:r>
                <a:rPr lang="en-US" sz="1632" kern="1200" dirty="0">
                  <a:solidFill>
                    <a:srgbClr val="FFFFFF"/>
                  </a:solidFill>
                  <a:latin typeface="Canva Sans Bold"/>
                  <a:ea typeface="+mn-ea"/>
                  <a:cs typeface="+mn-cs"/>
                </a:rPr>
                <a:t>Performance par </a:t>
              </a:r>
              <a:r>
                <a:rPr lang="en-US" sz="1632" kern="1200" dirty="0" err="1">
                  <a:solidFill>
                    <a:srgbClr val="FFFFFF"/>
                  </a:solidFill>
                  <a:latin typeface="Canva Sans Bold"/>
                  <a:ea typeface="+mn-ea"/>
                  <a:cs typeface="+mn-cs"/>
                </a:rPr>
                <a:t>métrique</a:t>
              </a:r>
              <a:r>
                <a:rPr lang="en-US" sz="1632" kern="1200" dirty="0">
                  <a:solidFill>
                    <a:srgbClr val="FFFFFF"/>
                  </a:solidFill>
                  <a:latin typeface="Canva Sans Bold"/>
                  <a:ea typeface="+mn-ea"/>
                  <a:cs typeface="+mn-cs"/>
                </a:rPr>
                <a:t> de </a:t>
              </a:r>
              <a:r>
                <a:rPr lang="en-US" sz="1632" kern="1200" dirty="0" err="1">
                  <a:solidFill>
                    <a:srgbClr val="FFFFFF"/>
                  </a:solidFill>
                  <a:latin typeface="Canva Sans Bold"/>
                  <a:ea typeface="+mn-ea"/>
                  <a:cs typeface="+mn-cs"/>
                </a:rPr>
                <a:t>comparaison</a:t>
              </a:r>
              <a:endParaRPr lang="en-US" sz="1632" kern="1200" dirty="0">
                <a:solidFill>
                  <a:srgbClr val="FFFFFF"/>
                </a:solidFill>
                <a:latin typeface="Canva Sans Bold"/>
                <a:ea typeface="+mn-ea"/>
                <a:cs typeface="+mn-cs"/>
              </a:endParaRPr>
            </a:p>
          </p:txBody>
        </p:sp>
      </p:grpSp>
      <p:sp>
        <p:nvSpPr>
          <p:cNvPr id="15" name="Shape 2584">
            <a:extLst>
              <a:ext uri="{FF2B5EF4-FFF2-40B4-BE49-F238E27FC236}">
                <a16:creationId xmlns:a16="http://schemas.microsoft.com/office/drawing/2014/main" id="{DDFFA797-8CD1-D5DD-211D-CDE1C7F93DC4}"/>
              </a:ext>
            </a:extLst>
          </p:cNvPr>
          <p:cNvSpPr/>
          <p:nvPr/>
        </p:nvSpPr>
        <p:spPr>
          <a:xfrm>
            <a:off x="1037790" y="1952086"/>
            <a:ext cx="664994" cy="638307"/>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ysClr val="window" lastClr="FFFFFF"/>
          </a:solidFill>
          <a:ln w="9525">
            <a:solidFill>
              <a:sysClr val="window" lastClr="FFFFFF"/>
            </a:solidFill>
            <a:miter lim="400000"/>
          </a:ln>
        </p:spPr>
        <p:txBody>
          <a:bodyPr lIns="14284" tIns="14284" rIns="14284" bIns="14284" anchor="ctr"/>
          <a:lstStyle/>
          <a:p>
            <a:pPr marL="0" marR="0" lvl="0" indent="0" defTabSz="171399"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1200" cap="none" spc="0" normalizeH="0" baseline="0" noProof="0" dirty="0">
              <a:ln>
                <a:noFill/>
              </a:ln>
              <a:solidFill>
                <a:prstClr val="black">
                  <a:lumMod val="95000"/>
                  <a:lumOff val="5000"/>
                </a:prstClr>
              </a:solidFill>
              <a:effectLst>
                <a:outerShdw blurRad="38100" dist="12700" dir="5400000" rotWithShape="0">
                  <a:srgbClr val="000000">
                    <a:alpha val="50000"/>
                  </a:srgbClr>
                </a:outerShdw>
              </a:effectLst>
              <a:uLnTx/>
              <a:uFillTx/>
              <a:latin typeface="Georgia" panose="02040502050405020303" pitchFamily="18" charset="0"/>
              <a:ea typeface="Calibri" charset="0"/>
              <a:cs typeface="Calibri" charset="0"/>
              <a:sym typeface="Gill Sans"/>
            </a:endParaRPr>
          </a:p>
        </p:txBody>
      </p:sp>
      <p:sp>
        <p:nvSpPr>
          <p:cNvPr id="17" name="Espace réservé du numéro de diapositive 16">
            <a:extLst>
              <a:ext uri="{FF2B5EF4-FFF2-40B4-BE49-F238E27FC236}">
                <a16:creationId xmlns:a16="http://schemas.microsoft.com/office/drawing/2014/main" id="{1069DC0C-E96D-E0F6-C14E-20A035972014}"/>
              </a:ext>
            </a:extLst>
          </p:cNvPr>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37</a:t>
            </a:fld>
            <a:endParaRPr lang="en-US" kern="1200" dirty="0">
              <a:solidFill>
                <a:prstClr val="black">
                  <a:tint val="75000"/>
                </a:prstClr>
              </a:solidFill>
              <a:latin typeface="Calibri"/>
              <a:ea typeface="+mn-ea"/>
              <a:cs typeface="+mn-cs"/>
            </a:endParaRPr>
          </a:p>
        </p:txBody>
      </p:sp>
      <p:sp>
        <p:nvSpPr>
          <p:cNvPr id="18" name="TextBox 17"/>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50</a:t>
            </a:r>
            <a:r>
              <a:rPr lang="fr-FR" sz="1000" dirty="0">
                <a:solidFill>
                  <a:srgbClr val="FFFFFF"/>
                </a:solidFill>
              </a:rPr>
              <a:t> |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3814682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8B48149-A6B9-4B44-9539-A7FF4B2F11BE}"/>
              </a:ext>
            </a:extLst>
          </p:cNvPr>
          <p:cNvSpPr/>
          <p:nvPr/>
        </p:nvSpPr>
        <p:spPr>
          <a:xfrm>
            <a:off x="2209800" y="666750"/>
            <a:ext cx="3619500" cy="2667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defTabSz="457200">
              <a:buClrTx/>
            </a:pPr>
            <a:endParaRPr lang="fr-FR" sz="900" kern="1200">
              <a:solidFill>
                <a:srgbClr val="9BBB59"/>
              </a:solidFill>
              <a:latin typeface="Calibri"/>
            </a:endParaRPr>
          </a:p>
        </p:txBody>
      </p:sp>
      <p:sp>
        <p:nvSpPr>
          <p:cNvPr id="2" name="Espace réservé du numéro de diapositive 1">
            <a:extLst>
              <a:ext uri="{FF2B5EF4-FFF2-40B4-BE49-F238E27FC236}">
                <a16:creationId xmlns:a16="http://schemas.microsoft.com/office/drawing/2014/main" id="{556ECAEE-84B0-E9CD-DD46-20F17361999C}"/>
              </a:ext>
            </a:extLst>
          </p:cNvPr>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38</a:t>
            </a:fld>
            <a:endParaRPr lang="en-US" kern="1200" dirty="0">
              <a:solidFill>
                <a:prstClr val="black">
                  <a:tint val="75000"/>
                </a:prstClr>
              </a:solidFill>
              <a:latin typeface="Calibri"/>
              <a:ea typeface="+mn-ea"/>
              <a:cs typeface="+mn-cs"/>
            </a:endParaRPr>
          </a:p>
        </p:txBody>
      </p:sp>
      <p:sp>
        <p:nvSpPr>
          <p:cNvPr id="19" name="TextBox 18"/>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51</a:t>
            </a:r>
            <a:r>
              <a:rPr lang="fr-FR" sz="1000" dirty="0">
                <a:solidFill>
                  <a:srgbClr val="FFFFFF"/>
                </a:solidFill>
              </a:rPr>
              <a:t>  | Approche proposée</a:t>
            </a:r>
          </a:p>
          <a:p>
            <a:endParaRPr sz="1000" dirty="0">
              <a:solidFill>
                <a:srgbClr val="FFFFFF"/>
              </a:solidFill>
              <a:latin typeface="Arial"/>
            </a:endParaRPr>
          </a:p>
        </p:txBody>
      </p:sp>
      <p:graphicFrame>
        <p:nvGraphicFramePr>
          <p:cNvPr id="3" name="Tableau 2">
            <a:extLst>
              <a:ext uri="{FF2B5EF4-FFF2-40B4-BE49-F238E27FC236}">
                <a16:creationId xmlns:a16="http://schemas.microsoft.com/office/drawing/2014/main" id="{E9C0A881-8F7F-77AA-A765-72578CE99CFB}"/>
              </a:ext>
            </a:extLst>
          </p:cNvPr>
          <p:cNvGraphicFramePr>
            <a:graphicFrameLocks noGrp="1"/>
          </p:cNvGraphicFramePr>
          <p:nvPr>
            <p:extLst>
              <p:ext uri="{D42A27DB-BD31-4B8C-83A1-F6EECF244321}">
                <p14:modId xmlns:p14="http://schemas.microsoft.com/office/powerpoint/2010/main" val="2725541594"/>
              </p:ext>
            </p:extLst>
          </p:nvPr>
        </p:nvGraphicFramePr>
        <p:xfrm>
          <a:off x="1575226" y="634399"/>
          <a:ext cx="6692475" cy="3943949"/>
        </p:xfrm>
        <a:graphic>
          <a:graphicData uri="http://schemas.openxmlformats.org/drawingml/2006/table">
            <a:tbl>
              <a:tblPr firstRow="1" firstCol="1" bandRow="1">
                <a:tableStyleId>{073A0DAA-6AF3-43AB-8588-CEC1D06C72B9}</a:tableStyleId>
              </a:tblPr>
              <a:tblGrid>
                <a:gridCol w="775653">
                  <a:extLst>
                    <a:ext uri="{9D8B030D-6E8A-4147-A177-3AD203B41FA5}">
                      <a16:colId xmlns:a16="http://schemas.microsoft.com/office/drawing/2014/main" val="3768693878"/>
                    </a:ext>
                  </a:extLst>
                </a:gridCol>
                <a:gridCol w="1186830">
                  <a:extLst>
                    <a:ext uri="{9D8B030D-6E8A-4147-A177-3AD203B41FA5}">
                      <a16:colId xmlns:a16="http://schemas.microsoft.com/office/drawing/2014/main" val="3890680211"/>
                    </a:ext>
                  </a:extLst>
                </a:gridCol>
                <a:gridCol w="905720">
                  <a:extLst>
                    <a:ext uri="{9D8B030D-6E8A-4147-A177-3AD203B41FA5}">
                      <a16:colId xmlns:a16="http://schemas.microsoft.com/office/drawing/2014/main" val="2037631679"/>
                    </a:ext>
                  </a:extLst>
                </a:gridCol>
                <a:gridCol w="956068">
                  <a:extLst>
                    <a:ext uri="{9D8B030D-6E8A-4147-A177-3AD203B41FA5}">
                      <a16:colId xmlns:a16="http://schemas.microsoft.com/office/drawing/2014/main" val="2423504267"/>
                    </a:ext>
                  </a:extLst>
                </a:gridCol>
                <a:gridCol w="956068">
                  <a:extLst>
                    <a:ext uri="{9D8B030D-6E8A-4147-A177-3AD203B41FA5}">
                      <a16:colId xmlns:a16="http://schemas.microsoft.com/office/drawing/2014/main" val="3720742704"/>
                    </a:ext>
                  </a:extLst>
                </a:gridCol>
                <a:gridCol w="956068">
                  <a:extLst>
                    <a:ext uri="{9D8B030D-6E8A-4147-A177-3AD203B41FA5}">
                      <a16:colId xmlns:a16="http://schemas.microsoft.com/office/drawing/2014/main" val="3688255882"/>
                    </a:ext>
                  </a:extLst>
                </a:gridCol>
                <a:gridCol w="956068">
                  <a:extLst>
                    <a:ext uri="{9D8B030D-6E8A-4147-A177-3AD203B41FA5}">
                      <a16:colId xmlns:a16="http://schemas.microsoft.com/office/drawing/2014/main" val="3359826323"/>
                    </a:ext>
                  </a:extLst>
                </a:gridCol>
              </a:tblGrid>
              <a:tr h="212345">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Modèle</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Phase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Accuracy</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Précision</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F1-score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Rappel</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AUC</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2352277308"/>
                  </a:ext>
                </a:extLst>
              </a:tr>
              <a:tr h="249407">
                <a:tc rowSpan="2">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DT</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99.27%</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97.74%</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97.77%</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97.80%</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98.70%</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435795840"/>
                  </a:ext>
                </a:extLst>
              </a:tr>
              <a:tr h="237230">
                <a:tc vMerge="1">
                  <a:txBody>
                    <a:bodyPr/>
                    <a:lstStyle/>
                    <a:p>
                      <a:endParaRPr lang="fr-FR"/>
                    </a:p>
                  </a:txBody>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99.27%</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97.74%</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97.77%</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97.80%</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98.70%</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254509848"/>
                  </a:ext>
                </a:extLst>
              </a:tr>
              <a:tr h="245702">
                <a:tc rowSpan="2">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RF</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83.53%</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43.80%</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0.22%</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0.11%</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88.91%</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097565041"/>
                  </a:ext>
                </a:extLst>
              </a:tr>
              <a:tr h="237230">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99.48%</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98.47%</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98.43%</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98.38%</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99.98%</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4118348427"/>
                  </a:ext>
                </a:extLst>
              </a:tr>
              <a:tr h="262647">
                <a:tc rowSpan="2">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NB</a:t>
                      </a:r>
                    </a:p>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       </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68.36%</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32.13%</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46.32%</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82.96%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77.04%</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953134478"/>
                  </a:ext>
                </a:extLst>
              </a:tr>
              <a:tr h="245702">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85.12%</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52.59%</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68.20%</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97.02%</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95.99%</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2297017"/>
                  </a:ext>
                </a:extLst>
              </a:tr>
              <a:tr h="237230">
                <a:tc rowSpan="2">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XGBoost</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99.05%</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97.27%</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97.12%</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96.98%</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99.96%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907700845"/>
                  </a:ext>
                </a:extLst>
              </a:tr>
              <a:tr h="237230">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99.05%</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97.27%</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97.12%</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96.98%</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99.96%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79738508"/>
                  </a:ext>
                </a:extLst>
              </a:tr>
              <a:tr h="220285">
                <a:tc rowSpan="2">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LightGBM</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99.16%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97.74%</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97.39%</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97.14%</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99.97%</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32240024"/>
                  </a:ext>
                </a:extLst>
              </a:tr>
              <a:tr h="194867">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99.16%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97.74%</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97.39%</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97.14%</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99.97%</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2213906983"/>
                  </a:ext>
                </a:extLst>
              </a:tr>
              <a:tr h="220285">
                <a:tc rowSpan="2">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SVM</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80.41%</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45.36%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38.65%</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32.73%</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88.76%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149320373"/>
                  </a:ext>
                </a:extLst>
              </a:tr>
              <a:tr h="245702">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98.45%</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93.86%</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95.37%</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96.93%</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99.66%</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845788177"/>
                  </a:ext>
                </a:extLst>
              </a:tr>
              <a:tr h="237230">
                <a:tc rowSpan="2">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KNN</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Avant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76.43%</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39.85%</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38.92%</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14.74%</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76.09%</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608814078"/>
                  </a:ext>
                </a:extLst>
              </a:tr>
              <a:tr h="228758">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98.92%</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96.75%</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96.71%</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99.74%</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98.90%</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277634238"/>
                  </a:ext>
                </a:extLst>
              </a:tr>
              <a:tr h="228758">
                <a:tc rowSpan="2">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LR</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sans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83.59%</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43.80%</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95.33%</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0.11%</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88.91%</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1236755395"/>
                  </a:ext>
                </a:extLst>
              </a:tr>
              <a:tr h="203341">
                <a:tc vMerge="1">
                  <a:txBody>
                    <a:bodyPr/>
                    <a:lstStyle/>
                    <a:p>
                      <a:endParaRPr lang="fr-FR"/>
                    </a:p>
                  </a:txBody>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avec l’équilibrage</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98.44%</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93.94%</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95.33%</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a:solidFill>
                            <a:schemeClr val="accent5"/>
                          </a:solidFill>
                          <a:effectLst/>
                          <a:latin typeface="Times New Roman" panose="02020603050405020304" pitchFamily="18" charset="0"/>
                          <a:cs typeface="Times New Roman" panose="02020603050405020304" pitchFamily="18" charset="0"/>
                        </a:rPr>
                        <a:t>96.75%</a:t>
                      </a:r>
                      <a:endParaRPr lang="fr-FR" sz="1000" kern="10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tc>
                  <a:txBody>
                    <a:bodyPr/>
                    <a:lstStyle/>
                    <a:p>
                      <a:pPr algn="ctr">
                        <a:lnSpc>
                          <a:spcPct val="107000"/>
                        </a:lnSpc>
                        <a:spcAft>
                          <a:spcPts val="800"/>
                        </a:spcAft>
                        <a:buNone/>
                      </a:pPr>
                      <a:r>
                        <a:rPr lang="fr-FR" sz="1000" kern="100" dirty="0">
                          <a:solidFill>
                            <a:schemeClr val="accent5"/>
                          </a:solidFill>
                          <a:effectLst/>
                          <a:latin typeface="Times New Roman" panose="02020603050405020304" pitchFamily="18" charset="0"/>
                          <a:cs typeface="Times New Roman" panose="02020603050405020304" pitchFamily="18" charset="0"/>
                        </a:rPr>
                        <a:t>99.86%</a:t>
                      </a:r>
                      <a:endParaRPr lang="fr-FR" sz="1000" kern="100" dirty="0">
                        <a:solidFill>
                          <a:schemeClr val="accent5"/>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24578" marR="2457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878192344"/>
                  </a:ext>
                </a:extLst>
              </a:tr>
            </a:tbl>
          </a:graphicData>
        </a:graphic>
      </p:graphicFrame>
      <p:sp>
        <p:nvSpPr>
          <p:cNvPr id="7" name="ZoneTexte 6">
            <a:extLst>
              <a:ext uri="{FF2B5EF4-FFF2-40B4-BE49-F238E27FC236}">
                <a16:creationId xmlns:a16="http://schemas.microsoft.com/office/drawing/2014/main" id="{63A9EDFF-9C27-D80B-79DE-592ABC9F5E03}"/>
              </a:ext>
            </a:extLst>
          </p:cNvPr>
          <p:cNvSpPr txBox="1"/>
          <p:nvPr/>
        </p:nvSpPr>
        <p:spPr>
          <a:xfrm>
            <a:off x="695704" y="298032"/>
            <a:ext cx="7366917" cy="307392"/>
          </a:xfrm>
          <a:prstGeom prst="rect">
            <a:avLst/>
          </a:prstGeom>
          <a:noFill/>
        </p:spPr>
        <p:txBody>
          <a:bodyPr wrap="square">
            <a:spAutoFit/>
          </a:bodyPr>
          <a:lstStyle/>
          <a:p>
            <a:pPr marL="1371600" lvl="1">
              <a:lnSpc>
                <a:spcPct val="107000"/>
              </a:lnSpc>
              <a:spcBef>
                <a:spcPts val="400"/>
              </a:spcBef>
              <a:spcAft>
                <a:spcPts val="200"/>
              </a:spcAft>
            </a:pPr>
            <a:r>
              <a:rPr lang="fr-FR" b="1" kern="10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Les métriques de comparaison avant l’équilibrage et après l’équilibrage</a:t>
            </a:r>
          </a:p>
        </p:txBody>
      </p:sp>
    </p:spTree>
    <p:extLst>
      <p:ext uri="{BB962C8B-B14F-4D97-AF65-F5344CB8AC3E}">
        <p14:creationId xmlns:p14="http://schemas.microsoft.com/office/powerpoint/2010/main" val="2013242231"/>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0" y="2049236"/>
            <a:ext cx="9144000" cy="3696060"/>
            <a:chOff x="0" y="0"/>
            <a:chExt cx="4816593" cy="1884266"/>
          </a:xfrm>
        </p:grpSpPr>
        <p:sp>
          <p:nvSpPr>
            <p:cNvPr id="3" name="Freeform 3"/>
            <p:cNvSpPr/>
            <p:nvPr/>
          </p:nvSpPr>
          <p:spPr>
            <a:xfrm>
              <a:off x="0" y="0"/>
              <a:ext cx="4816592" cy="1884266"/>
            </a:xfrm>
            <a:custGeom>
              <a:avLst/>
              <a:gdLst/>
              <a:ahLst/>
              <a:cxnLst/>
              <a:rect l="l" t="t" r="r" b="b"/>
              <a:pathLst>
                <a:path w="4816592" h="1884266">
                  <a:moveTo>
                    <a:pt x="42333" y="0"/>
                  </a:moveTo>
                  <a:lnTo>
                    <a:pt x="4774259" y="0"/>
                  </a:lnTo>
                  <a:cubicBezTo>
                    <a:pt x="4785487" y="0"/>
                    <a:pt x="4796254" y="4460"/>
                    <a:pt x="4804193" y="12399"/>
                  </a:cubicBezTo>
                  <a:cubicBezTo>
                    <a:pt x="4812132" y="20338"/>
                    <a:pt x="4816592" y="31106"/>
                    <a:pt x="4816592" y="42333"/>
                  </a:cubicBezTo>
                  <a:lnTo>
                    <a:pt x="4816592" y="1841933"/>
                  </a:lnTo>
                  <a:cubicBezTo>
                    <a:pt x="4816592" y="1853160"/>
                    <a:pt x="4812132" y="1863928"/>
                    <a:pt x="4804193" y="1871867"/>
                  </a:cubicBezTo>
                  <a:cubicBezTo>
                    <a:pt x="4796254" y="1879806"/>
                    <a:pt x="4785487" y="1884266"/>
                    <a:pt x="4774259" y="1884266"/>
                  </a:cubicBezTo>
                  <a:lnTo>
                    <a:pt x="42333" y="1884266"/>
                  </a:lnTo>
                  <a:cubicBezTo>
                    <a:pt x="31106" y="1884266"/>
                    <a:pt x="20338" y="1879806"/>
                    <a:pt x="12399" y="1871867"/>
                  </a:cubicBezTo>
                  <a:cubicBezTo>
                    <a:pt x="4460" y="1863928"/>
                    <a:pt x="0" y="1853160"/>
                    <a:pt x="0" y="1841933"/>
                  </a:cubicBezTo>
                  <a:lnTo>
                    <a:pt x="0" y="42333"/>
                  </a:lnTo>
                  <a:cubicBezTo>
                    <a:pt x="0" y="31106"/>
                    <a:pt x="4460" y="20338"/>
                    <a:pt x="12399" y="12399"/>
                  </a:cubicBezTo>
                  <a:cubicBezTo>
                    <a:pt x="20338" y="4460"/>
                    <a:pt x="31106" y="0"/>
                    <a:pt x="42333" y="0"/>
                  </a:cubicBezTo>
                  <a:close/>
                </a:path>
              </a:pathLst>
            </a:custGeom>
            <a:solidFill>
              <a:srgbClr val="7A6AD8"/>
            </a:solidFill>
          </p:spPr>
        </p:sp>
        <p:sp>
          <p:nvSpPr>
            <p:cNvPr id="4" name="TextBox 4"/>
            <p:cNvSpPr txBox="1"/>
            <p:nvPr/>
          </p:nvSpPr>
          <p:spPr>
            <a:xfrm>
              <a:off x="0" y="-38100"/>
              <a:ext cx="4816593" cy="1922366"/>
            </a:xfrm>
            <a:prstGeom prst="rect">
              <a:avLst/>
            </a:prstGeom>
          </p:spPr>
          <p:txBody>
            <a:bodyPr lIns="25400" tIns="25400" rIns="25400" bIns="25400"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5" name="Group 5"/>
          <p:cNvGrpSpPr/>
          <p:nvPr/>
        </p:nvGrpSpPr>
        <p:grpSpPr>
          <a:xfrm>
            <a:off x="419100" y="1491708"/>
            <a:ext cx="1861945" cy="2615345"/>
            <a:chOff x="0" y="0"/>
            <a:chExt cx="4965187" cy="6974250"/>
          </a:xfrm>
        </p:grpSpPr>
        <p:grpSp>
          <p:nvGrpSpPr>
            <p:cNvPr id="6" name="Group 6"/>
            <p:cNvGrpSpPr/>
            <p:nvPr/>
          </p:nvGrpSpPr>
          <p:grpSpPr>
            <a:xfrm>
              <a:off x="425194" y="0"/>
              <a:ext cx="4114800" cy="41148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941"/>
                </a:srgbClr>
              </a:solidFill>
            </p:spPr>
          </p:sp>
          <p:sp>
            <p:nvSpPr>
              <p:cNvPr id="8" name="TextBox 8"/>
              <p:cNvSpPr txBox="1"/>
              <p:nvPr/>
            </p:nvSpPr>
            <p:spPr>
              <a:xfrm>
                <a:off x="76200" y="38100"/>
                <a:ext cx="660400" cy="698500"/>
              </a:xfrm>
              <a:prstGeom prst="rect">
                <a:avLst/>
              </a:prstGeom>
            </p:spPr>
            <p:txBody>
              <a:bodyPr lIns="28933" tIns="28933" rIns="28933" bIns="28933" rtlCol="0" anchor="ctr"/>
              <a:lstStyle/>
              <a:p>
                <a:pPr algn="ctr" defTabSz="457200">
                  <a:lnSpc>
                    <a:spcPts val="1470"/>
                  </a:lnSpc>
                  <a:buClrTx/>
                </a:pPr>
                <a:endParaRPr sz="900" kern="1200">
                  <a:solidFill>
                    <a:prstClr val="black"/>
                  </a:solidFill>
                  <a:latin typeface="Calibri"/>
                  <a:ea typeface="+mn-ea"/>
                  <a:cs typeface="+mn-cs"/>
                </a:endParaRPr>
              </a:p>
            </p:txBody>
          </p:sp>
        </p:grpSp>
        <p:grpSp>
          <p:nvGrpSpPr>
            <p:cNvPr id="9" name="Group 9"/>
            <p:cNvGrpSpPr/>
            <p:nvPr/>
          </p:nvGrpSpPr>
          <p:grpSpPr>
            <a:xfrm>
              <a:off x="471429" y="46235"/>
              <a:ext cx="4022330" cy="402233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11" name="TextBox 11"/>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12" name="Group 12"/>
            <p:cNvGrpSpPr/>
            <p:nvPr/>
          </p:nvGrpSpPr>
          <p:grpSpPr>
            <a:xfrm>
              <a:off x="707232" y="282038"/>
              <a:ext cx="3550723" cy="355072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6AD8"/>
              </a:solidFill>
            </p:spPr>
          </p:sp>
          <p:sp>
            <p:nvSpPr>
              <p:cNvPr id="14" name="TextBox 14"/>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sp>
          <p:nvSpPr>
            <p:cNvPr id="16" name="TextBox 16"/>
            <p:cNvSpPr txBox="1"/>
            <p:nvPr/>
          </p:nvSpPr>
          <p:spPr>
            <a:xfrm>
              <a:off x="0" y="4512038"/>
              <a:ext cx="4965187" cy="2462212"/>
            </a:xfrm>
            <a:prstGeom prst="rect">
              <a:avLst/>
            </a:prstGeom>
          </p:spPr>
          <p:txBody>
            <a:bodyPr lIns="0" tIns="0" rIns="0" bIns="0" rtlCol="0" anchor="t">
              <a:spAutoFit/>
            </a:bodyPr>
            <a:lstStyle/>
            <a:p>
              <a:pPr algn="ctr" defTabSz="457200">
                <a:lnSpc>
                  <a:spcPts val="1762"/>
                </a:lnSpc>
                <a:buClrTx/>
              </a:pPr>
              <a:r>
                <a:rPr lang="en-US" sz="1632" kern="1200" dirty="0">
                  <a:solidFill>
                    <a:srgbClr val="FFFFFF"/>
                  </a:solidFill>
                  <a:latin typeface="Canva Sans Bold"/>
                  <a:ea typeface="+mn-ea"/>
                  <a:cs typeface="+mn-cs"/>
                </a:rPr>
                <a:t>Performance par </a:t>
              </a:r>
              <a:r>
                <a:rPr lang="en-US" sz="1632" kern="1200" dirty="0" err="1">
                  <a:solidFill>
                    <a:srgbClr val="FFFFFF"/>
                  </a:solidFill>
                  <a:latin typeface="Canva Sans Bold"/>
                  <a:ea typeface="+mn-ea"/>
                  <a:cs typeface="+mn-cs"/>
                </a:rPr>
                <a:t>métrique</a:t>
              </a:r>
              <a:r>
                <a:rPr lang="en-US" sz="1632" kern="1200" dirty="0">
                  <a:solidFill>
                    <a:srgbClr val="FFFFFF"/>
                  </a:solidFill>
                  <a:latin typeface="Canva Sans Bold"/>
                  <a:ea typeface="+mn-ea"/>
                  <a:cs typeface="+mn-cs"/>
                </a:rPr>
                <a:t> de </a:t>
              </a:r>
              <a:r>
                <a:rPr lang="en-US" sz="1632" kern="1200" dirty="0" err="1">
                  <a:solidFill>
                    <a:srgbClr val="FFFFFF"/>
                  </a:solidFill>
                  <a:latin typeface="Canva Sans Bold"/>
                  <a:ea typeface="+mn-ea"/>
                  <a:cs typeface="+mn-cs"/>
                </a:rPr>
                <a:t>comparaison</a:t>
              </a:r>
              <a:endParaRPr lang="en-US" sz="1632" kern="1200" dirty="0">
                <a:solidFill>
                  <a:srgbClr val="FFFFFF"/>
                </a:solidFill>
                <a:latin typeface="Canva Sans Bold"/>
                <a:ea typeface="+mn-ea"/>
                <a:cs typeface="+mn-cs"/>
              </a:endParaRPr>
            </a:p>
            <a:p>
              <a:pPr algn="ctr" defTabSz="457200">
                <a:lnSpc>
                  <a:spcPts val="1762"/>
                </a:lnSpc>
                <a:buClrTx/>
              </a:pPr>
              <a:endParaRPr lang="en-US" sz="1632" kern="1200" dirty="0">
                <a:solidFill>
                  <a:srgbClr val="FFFFFF"/>
                </a:solidFill>
                <a:latin typeface="Canva Sans Bold"/>
                <a:ea typeface="+mn-ea"/>
                <a:cs typeface="+mn-cs"/>
              </a:endParaRPr>
            </a:p>
          </p:txBody>
        </p:sp>
      </p:grpSp>
      <p:grpSp>
        <p:nvGrpSpPr>
          <p:cNvPr id="18" name="Group 18"/>
          <p:cNvGrpSpPr/>
          <p:nvPr/>
        </p:nvGrpSpPr>
        <p:grpSpPr>
          <a:xfrm>
            <a:off x="3641027" y="1501322"/>
            <a:ext cx="1861945" cy="2153680"/>
            <a:chOff x="0" y="0"/>
            <a:chExt cx="4965187" cy="5743145"/>
          </a:xfrm>
        </p:grpSpPr>
        <p:grpSp>
          <p:nvGrpSpPr>
            <p:cNvPr id="19" name="Group 19"/>
            <p:cNvGrpSpPr/>
            <p:nvPr/>
          </p:nvGrpSpPr>
          <p:grpSpPr>
            <a:xfrm>
              <a:off x="425194" y="0"/>
              <a:ext cx="4114800" cy="411480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941"/>
                </a:srgbClr>
              </a:solidFill>
            </p:spPr>
          </p:sp>
          <p:sp>
            <p:nvSpPr>
              <p:cNvPr id="21" name="TextBox 21"/>
              <p:cNvSpPr txBox="1"/>
              <p:nvPr/>
            </p:nvSpPr>
            <p:spPr>
              <a:xfrm>
                <a:off x="76200" y="38100"/>
                <a:ext cx="660400" cy="698500"/>
              </a:xfrm>
              <a:prstGeom prst="rect">
                <a:avLst/>
              </a:prstGeom>
            </p:spPr>
            <p:txBody>
              <a:bodyPr lIns="28933" tIns="28933" rIns="28933" bIns="28933" rtlCol="0" anchor="ctr"/>
              <a:lstStyle/>
              <a:p>
                <a:pPr algn="ctr" defTabSz="457200">
                  <a:lnSpc>
                    <a:spcPts val="1470"/>
                  </a:lnSpc>
                  <a:buClrTx/>
                </a:pPr>
                <a:endParaRPr sz="900" kern="1200">
                  <a:solidFill>
                    <a:prstClr val="black"/>
                  </a:solidFill>
                  <a:latin typeface="Calibri"/>
                  <a:ea typeface="+mn-ea"/>
                  <a:cs typeface="+mn-cs"/>
                </a:endParaRPr>
              </a:p>
            </p:txBody>
          </p:sp>
        </p:grpSp>
        <p:grpSp>
          <p:nvGrpSpPr>
            <p:cNvPr id="22" name="Group 22"/>
            <p:cNvGrpSpPr/>
            <p:nvPr/>
          </p:nvGrpSpPr>
          <p:grpSpPr>
            <a:xfrm>
              <a:off x="471429" y="46235"/>
              <a:ext cx="4022330" cy="402233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24" name="TextBox 24"/>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25" name="Group 25"/>
            <p:cNvGrpSpPr/>
            <p:nvPr/>
          </p:nvGrpSpPr>
          <p:grpSpPr>
            <a:xfrm>
              <a:off x="707232" y="282038"/>
              <a:ext cx="3550723" cy="355072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6AD8"/>
              </a:solidFill>
            </p:spPr>
            <p:txBody>
              <a:bodyPr/>
              <a:lstStyle/>
              <a:p>
                <a:endParaRPr lang="fr-FR" dirty="0"/>
              </a:p>
            </p:txBody>
          </p:sp>
          <p:sp>
            <p:nvSpPr>
              <p:cNvPr id="27" name="TextBox 27"/>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sp>
          <p:nvSpPr>
            <p:cNvPr id="28" name="TextBox 28"/>
            <p:cNvSpPr txBox="1"/>
            <p:nvPr/>
          </p:nvSpPr>
          <p:spPr>
            <a:xfrm>
              <a:off x="0" y="4512039"/>
              <a:ext cx="4965187" cy="1231106"/>
            </a:xfrm>
            <a:prstGeom prst="rect">
              <a:avLst/>
            </a:prstGeom>
          </p:spPr>
          <p:txBody>
            <a:bodyPr lIns="0" tIns="0" rIns="0" bIns="0" rtlCol="0" anchor="t">
              <a:spAutoFit/>
            </a:bodyPr>
            <a:lstStyle/>
            <a:p>
              <a:pPr algn="ctr" defTabSz="457200">
                <a:lnSpc>
                  <a:spcPts val="1762"/>
                </a:lnSpc>
                <a:buClrTx/>
              </a:pPr>
              <a:r>
                <a:rPr lang="en-US" sz="1632" kern="1200" dirty="0">
                  <a:solidFill>
                    <a:srgbClr val="FFFFFF"/>
                  </a:solidFill>
                  <a:latin typeface="Canva Sans Bold"/>
                  <a:ea typeface="+mn-ea"/>
                  <a:cs typeface="+mn-cs"/>
                </a:rPr>
                <a:t>Matrices de confusion</a:t>
              </a:r>
            </a:p>
          </p:txBody>
        </p:sp>
      </p:grpSp>
      <p:sp>
        <p:nvSpPr>
          <p:cNvPr id="15" name="Shape 2584">
            <a:extLst>
              <a:ext uri="{FF2B5EF4-FFF2-40B4-BE49-F238E27FC236}">
                <a16:creationId xmlns:a16="http://schemas.microsoft.com/office/drawing/2014/main" id="{F11310FA-4883-FFA7-768D-74BA98995C61}"/>
              </a:ext>
            </a:extLst>
          </p:cNvPr>
          <p:cNvSpPr/>
          <p:nvPr/>
        </p:nvSpPr>
        <p:spPr>
          <a:xfrm>
            <a:off x="947057" y="1941141"/>
            <a:ext cx="722254" cy="630609"/>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ysClr val="window" lastClr="FFFFFF"/>
          </a:solidFill>
          <a:ln w="9525">
            <a:solidFill>
              <a:sysClr val="window" lastClr="FFFFFF"/>
            </a:solidFill>
            <a:miter lim="400000"/>
          </a:ln>
        </p:spPr>
        <p:txBody>
          <a:bodyPr lIns="14284" tIns="14284" rIns="14284" bIns="14284" anchor="ctr"/>
          <a:lstStyle/>
          <a:p>
            <a:pPr marL="0" marR="0" lvl="0" indent="0" defTabSz="171399"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1200" cap="none" spc="0" normalizeH="0" baseline="0" noProof="0">
              <a:ln>
                <a:noFill/>
              </a:ln>
              <a:solidFill>
                <a:prstClr val="black">
                  <a:lumMod val="95000"/>
                  <a:lumOff val="5000"/>
                </a:prstClr>
              </a:solidFill>
              <a:effectLst>
                <a:outerShdw blurRad="38100" dist="12700" dir="5400000" rotWithShape="0">
                  <a:srgbClr val="000000">
                    <a:alpha val="50000"/>
                  </a:srgbClr>
                </a:outerShdw>
              </a:effectLst>
              <a:uLnTx/>
              <a:uFillTx/>
              <a:latin typeface="Georgia" panose="02040502050405020303" pitchFamily="18" charset="0"/>
              <a:ea typeface="Calibri" charset="0"/>
              <a:cs typeface="Calibri" charset="0"/>
              <a:sym typeface="Gill Sans"/>
            </a:endParaRPr>
          </a:p>
        </p:txBody>
      </p:sp>
      <p:pic>
        <p:nvPicPr>
          <p:cNvPr id="17" name="Picture 49">
            <a:extLst>
              <a:ext uri="{FF2B5EF4-FFF2-40B4-BE49-F238E27FC236}">
                <a16:creationId xmlns:a16="http://schemas.microsoft.com/office/drawing/2014/main" id="{9825B909-7919-BC81-B775-61286972760E}"/>
              </a:ext>
            </a:extLst>
          </p:cNvPr>
          <p:cNvPicPr>
            <a:picLocks noChangeAspect="1"/>
          </p:cNvPicPr>
          <p:nvPr/>
        </p:nvPicPr>
        <p:blipFill>
          <a:blip r:embed="rId2"/>
          <a:stretch>
            <a:fillRect/>
          </a:stretch>
        </p:blipFill>
        <p:spPr>
          <a:xfrm>
            <a:off x="4143186" y="1853906"/>
            <a:ext cx="842667" cy="854620"/>
          </a:xfrm>
          <a:prstGeom prst="rect">
            <a:avLst/>
          </a:prstGeom>
        </p:spPr>
      </p:pic>
      <p:sp>
        <p:nvSpPr>
          <p:cNvPr id="29" name="Espace réservé du numéro de diapositive 28">
            <a:extLst>
              <a:ext uri="{FF2B5EF4-FFF2-40B4-BE49-F238E27FC236}">
                <a16:creationId xmlns:a16="http://schemas.microsoft.com/office/drawing/2014/main" id="{7E17861D-6817-D6E6-9BF6-800F462D36A5}"/>
              </a:ext>
            </a:extLst>
          </p:cNvPr>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39</a:t>
            </a:fld>
            <a:endParaRPr lang="en-US" kern="1200" dirty="0">
              <a:solidFill>
                <a:prstClr val="black">
                  <a:tint val="75000"/>
                </a:prstClr>
              </a:solidFill>
              <a:latin typeface="Calibri"/>
              <a:ea typeface="+mn-ea"/>
              <a:cs typeface="+mn-cs"/>
            </a:endParaRPr>
          </a:p>
        </p:txBody>
      </p:sp>
      <p:sp>
        <p:nvSpPr>
          <p:cNvPr id="30" name="TextBox 29"/>
          <p:cNvSpPr txBox="1"/>
          <p:nvPr/>
        </p:nvSpPr>
        <p:spPr>
          <a:xfrm>
            <a:off x="254000" y="4889500"/>
            <a:ext cx="1540806" cy="400110"/>
          </a:xfrm>
          <a:prstGeom prst="rect">
            <a:avLst/>
          </a:prstGeom>
          <a:noFill/>
        </p:spPr>
        <p:txBody>
          <a:bodyPr wrap="none">
            <a:spAutoFit/>
          </a:bodyPr>
          <a:lstStyle/>
          <a:p>
            <a:r>
              <a:rPr sz="1000" dirty="0">
                <a:solidFill>
                  <a:srgbClr val="FFFFFF"/>
                </a:solidFill>
                <a:latin typeface="Arial"/>
              </a:rPr>
              <a:t>52</a:t>
            </a:r>
            <a:r>
              <a:rPr lang="fr-FR" sz="1000" dirty="0">
                <a:solidFill>
                  <a:srgbClr val="FFFFFF"/>
                </a:solidFill>
                <a:latin typeface="Arial"/>
              </a:rPr>
              <a:t> </a:t>
            </a:r>
            <a:r>
              <a:rPr lang="fr-FR" sz="1000" dirty="0">
                <a:solidFill>
                  <a:srgbClr val="FFFFFF"/>
                </a:solidFill>
              </a:rPr>
              <a:t>|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956078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A76D1436-2F17-C572-C0E3-A05BEFCA3B12}"/>
              </a:ext>
            </a:extLst>
          </p:cNvPr>
          <p:cNvSpPr/>
          <p:nvPr/>
        </p:nvSpPr>
        <p:spPr>
          <a:xfrm>
            <a:off x="155121"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1617742 h 2326822"/>
              <a:gd name="connsiteX3" fmla="*/ 4151249 w 4180116"/>
              <a:gd name="connsiteY3" fmla="*/ 1625368 h 2326822"/>
              <a:gd name="connsiteX4" fmla="*/ 3509602 w 4180116"/>
              <a:gd name="connsiteY4" fmla="*/ 2284577 h 2326822"/>
              <a:gd name="connsiteX5" fmla="*/ 3499029 w 4180116"/>
              <a:gd name="connsiteY5" fmla="*/ 2326822 h 2326822"/>
              <a:gd name="connsiteX6" fmla="*/ 0 w 4180116"/>
              <a:gd name="connsiteY6" fmla="*/ 2326822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1617742"/>
                </a:lnTo>
                <a:lnTo>
                  <a:pt x="4151249" y="1625368"/>
                </a:lnTo>
                <a:cubicBezTo>
                  <a:pt x="3845749" y="1722989"/>
                  <a:pt x="3604622" y="1970716"/>
                  <a:pt x="3509602" y="2284577"/>
                </a:cubicBezTo>
                <a:lnTo>
                  <a:pt x="3499029"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8" name="Forme libre : forme 17">
            <a:extLst>
              <a:ext uri="{FF2B5EF4-FFF2-40B4-BE49-F238E27FC236}">
                <a16:creationId xmlns:a16="http://schemas.microsoft.com/office/drawing/2014/main" id="{04F4D41B-B61C-3A0E-078C-646BA49B93A0}"/>
              </a:ext>
            </a:extLst>
          </p:cNvPr>
          <p:cNvSpPr/>
          <p:nvPr/>
        </p:nvSpPr>
        <p:spPr>
          <a:xfrm>
            <a:off x="4686298"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2326822 h 2326822"/>
              <a:gd name="connsiteX3" fmla="*/ 852539 w 4180116"/>
              <a:gd name="connsiteY3" fmla="*/ 2326822 h 2326822"/>
              <a:gd name="connsiteX4" fmla="*/ 841965 w 4180116"/>
              <a:gd name="connsiteY4" fmla="*/ 2284577 h 2326822"/>
              <a:gd name="connsiteX5" fmla="*/ 9948 w 4180116"/>
              <a:gd name="connsiteY5" fmla="*/ 1585480 h 2326822"/>
              <a:gd name="connsiteX6" fmla="*/ 0 w 4180116"/>
              <a:gd name="connsiteY6" fmla="*/ 1584964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2326822"/>
                </a:lnTo>
                <a:lnTo>
                  <a:pt x="852539" y="2326822"/>
                </a:lnTo>
                <a:lnTo>
                  <a:pt x="841965" y="2284577"/>
                </a:lnTo>
                <a:cubicBezTo>
                  <a:pt x="727941" y="1907944"/>
                  <a:pt x="403523" y="1626544"/>
                  <a:pt x="9948" y="1585480"/>
                </a:cubicBezTo>
                <a:lnTo>
                  <a:pt x="0" y="1584964"/>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rgbClr val="005D77"/>
              </a:solidFill>
              <a:latin typeface="Arial"/>
            </a:endParaRPr>
          </a:p>
        </p:txBody>
      </p:sp>
      <p:sp>
        <p:nvSpPr>
          <p:cNvPr id="16" name="Forme libre : forme 15">
            <a:extLst>
              <a:ext uri="{FF2B5EF4-FFF2-40B4-BE49-F238E27FC236}">
                <a16:creationId xmlns:a16="http://schemas.microsoft.com/office/drawing/2014/main" id="{5C83F64D-658B-CD96-2AA9-3A5FAA420F6B}"/>
              </a:ext>
            </a:extLst>
          </p:cNvPr>
          <p:cNvSpPr/>
          <p:nvPr/>
        </p:nvSpPr>
        <p:spPr>
          <a:xfrm>
            <a:off x="118752" y="2571750"/>
            <a:ext cx="4180116" cy="2326822"/>
          </a:xfrm>
          <a:custGeom>
            <a:avLst/>
            <a:gdLst>
              <a:gd name="connsiteX0" fmla="*/ 0 w 4180116"/>
              <a:gd name="connsiteY0" fmla="*/ 0 h 2326822"/>
              <a:gd name="connsiteX1" fmla="*/ 3465739 w 4180116"/>
              <a:gd name="connsiteY1" fmla="*/ 0 h 2326822"/>
              <a:gd name="connsiteX2" fmla="*/ 4151249 w 4180116"/>
              <a:gd name="connsiteY2" fmla="*/ 957273 h 2326822"/>
              <a:gd name="connsiteX3" fmla="*/ 4180116 w 4180116"/>
              <a:gd name="connsiteY3" fmla="*/ 964899 h 2326822"/>
              <a:gd name="connsiteX4" fmla="*/ 4180116 w 4180116"/>
              <a:gd name="connsiteY4" fmla="*/ 2326822 h 2326822"/>
              <a:gd name="connsiteX5" fmla="*/ 0 w 4180116"/>
              <a:gd name="connsiteY5" fmla="*/ 2326822 h 2326822"/>
              <a:gd name="connsiteX6" fmla="*/ 0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0" y="0"/>
                </a:moveTo>
                <a:lnTo>
                  <a:pt x="3465739" y="0"/>
                </a:lnTo>
                <a:cubicBezTo>
                  <a:pt x="3465739" y="449780"/>
                  <a:pt x="3754099" y="830366"/>
                  <a:pt x="4151249" y="957273"/>
                </a:cubicBezTo>
                <a:lnTo>
                  <a:pt x="4180116" y="964899"/>
                </a:lnTo>
                <a:lnTo>
                  <a:pt x="4180116"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rgbClr val="005D77"/>
              </a:solidFill>
              <a:latin typeface="Arial"/>
            </a:endParaRPr>
          </a:p>
        </p:txBody>
      </p:sp>
      <p:sp>
        <p:nvSpPr>
          <p:cNvPr id="15" name="Forme libre : forme 14">
            <a:extLst>
              <a:ext uri="{FF2B5EF4-FFF2-40B4-BE49-F238E27FC236}">
                <a16:creationId xmlns:a16="http://schemas.microsoft.com/office/drawing/2014/main" id="{95FA1E75-88CB-80FF-E9AC-3313626B7E63}"/>
              </a:ext>
            </a:extLst>
          </p:cNvPr>
          <p:cNvSpPr/>
          <p:nvPr/>
        </p:nvSpPr>
        <p:spPr>
          <a:xfrm>
            <a:off x="4686298" y="2565313"/>
            <a:ext cx="4180116" cy="2326822"/>
          </a:xfrm>
          <a:custGeom>
            <a:avLst/>
            <a:gdLst>
              <a:gd name="connsiteX0" fmla="*/ 885828 w 4180116"/>
              <a:gd name="connsiteY0" fmla="*/ 0 h 2326822"/>
              <a:gd name="connsiteX1" fmla="*/ 4180116 w 4180116"/>
              <a:gd name="connsiteY1" fmla="*/ 0 h 2326822"/>
              <a:gd name="connsiteX2" fmla="*/ 4180116 w 4180116"/>
              <a:gd name="connsiteY2" fmla="*/ 2326822 h 2326822"/>
              <a:gd name="connsiteX3" fmla="*/ 0 w 4180116"/>
              <a:gd name="connsiteY3" fmla="*/ 2326822 h 2326822"/>
              <a:gd name="connsiteX4" fmla="*/ 0 w 4180116"/>
              <a:gd name="connsiteY4" fmla="*/ 997677 h 2326822"/>
              <a:gd name="connsiteX5" fmla="*/ 9948 w 4180116"/>
              <a:gd name="connsiteY5" fmla="*/ 997161 h 2326822"/>
              <a:gd name="connsiteX6" fmla="*/ 885828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885828" y="0"/>
                </a:moveTo>
                <a:lnTo>
                  <a:pt x="4180116" y="0"/>
                </a:lnTo>
                <a:lnTo>
                  <a:pt x="4180116" y="2326822"/>
                </a:lnTo>
                <a:lnTo>
                  <a:pt x="0" y="2326822"/>
                </a:lnTo>
                <a:lnTo>
                  <a:pt x="0" y="997677"/>
                </a:lnTo>
                <a:lnTo>
                  <a:pt x="9948" y="997161"/>
                </a:lnTo>
                <a:cubicBezTo>
                  <a:pt x="501917" y="945832"/>
                  <a:pt x="885828" y="518977"/>
                  <a:pt x="885828"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24" name="Organigramme : Connecteur 23">
            <a:extLst>
              <a:ext uri="{FF2B5EF4-FFF2-40B4-BE49-F238E27FC236}">
                <a16:creationId xmlns:a16="http://schemas.microsoft.com/office/drawing/2014/main" id="{495AC4CE-B9ED-CA0A-6A4B-9025F91A3F6E}"/>
              </a:ext>
            </a:extLst>
          </p:cNvPr>
          <p:cNvSpPr/>
          <p:nvPr/>
        </p:nvSpPr>
        <p:spPr>
          <a:xfrm>
            <a:off x="3114675" y="1968274"/>
            <a:ext cx="2914650" cy="1462769"/>
          </a:xfrm>
          <a:prstGeom prst="flowChartConnector">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D9F1FF"/>
                </a:solidFill>
                <a:latin typeface="Montserrat Medium" panose="00000600000000000000" pitchFamily="2" charset="0"/>
              </a:rPr>
              <a:t>Matrices de confusion :</a:t>
            </a:r>
            <a:endParaRPr lang="fr-FR" sz="1600" dirty="0">
              <a:solidFill>
                <a:srgbClr val="D9F1FF"/>
              </a:solidFill>
              <a:latin typeface="Montserrat Medium" panose="00000600000000000000" pitchFamily="2" charset="0"/>
            </a:endParaRPr>
          </a:p>
          <a:p>
            <a:pPr algn="ctr"/>
            <a:endParaRPr lang="fr-FR" dirty="0">
              <a:solidFill>
                <a:srgbClr val="005D77"/>
              </a:solidFill>
              <a:latin typeface="Arial"/>
            </a:endParaRPr>
          </a:p>
        </p:txBody>
      </p:sp>
      <p:sp>
        <p:nvSpPr>
          <p:cNvPr id="12" name="ZoneTexte 11">
            <a:extLst>
              <a:ext uri="{FF2B5EF4-FFF2-40B4-BE49-F238E27FC236}">
                <a16:creationId xmlns:a16="http://schemas.microsoft.com/office/drawing/2014/main" id="{66C08837-63E1-4679-AEA8-08D6069785F1}"/>
              </a:ext>
            </a:extLst>
          </p:cNvPr>
          <p:cNvSpPr txBox="1"/>
          <p:nvPr/>
        </p:nvSpPr>
        <p:spPr>
          <a:xfrm>
            <a:off x="355717" y="634097"/>
            <a:ext cx="3778924" cy="307777"/>
          </a:xfrm>
          <a:prstGeom prst="rect">
            <a:avLst/>
          </a:prstGeom>
          <a:noFill/>
        </p:spPr>
        <p:txBody>
          <a:bodyPr wrap="square">
            <a:spAutoFit/>
          </a:bodyPr>
          <a:lstStyle/>
          <a:p>
            <a:endParaRPr lang="fr-FR" dirty="0">
              <a:solidFill>
                <a:srgbClr val="C2E9FF">
                  <a:lumMod val="10000"/>
                </a:srgbClr>
              </a:solidFill>
              <a:latin typeface="Montserrat Medium" panose="00000600000000000000" pitchFamily="2" charset="0"/>
              <a:ea typeface="+mn-ea"/>
            </a:endParaRPr>
          </a:p>
        </p:txBody>
      </p:sp>
      <p:sp>
        <p:nvSpPr>
          <p:cNvPr id="3" name="ZoneTexte 2">
            <a:extLst>
              <a:ext uri="{FF2B5EF4-FFF2-40B4-BE49-F238E27FC236}">
                <a16:creationId xmlns:a16="http://schemas.microsoft.com/office/drawing/2014/main" id="{F52414B9-4F6C-574C-6D18-22C71DC89E72}"/>
              </a:ext>
            </a:extLst>
          </p:cNvPr>
          <p:cNvSpPr txBox="1"/>
          <p:nvPr/>
        </p:nvSpPr>
        <p:spPr>
          <a:xfrm>
            <a:off x="704654" y="133884"/>
            <a:ext cx="3081050"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Décision </a:t>
            </a:r>
            <a:r>
              <a:rPr lang="fr-FR" sz="1600" b="1" dirty="0" err="1">
                <a:solidFill>
                  <a:srgbClr val="EC6F09"/>
                </a:solidFill>
                <a:latin typeface="Montserrat Medium" panose="00000600000000000000" pitchFamily="2" charset="0"/>
                <a:ea typeface="+mn-ea"/>
              </a:rPr>
              <a:t>tree</a:t>
            </a:r>
            <a:endParaRPr lang="fr-FR" sz="1600" b="1" dirty="0">
              <a:solidFill>
                <a:srgbClr val="EC6F09"/>
              </a:solidFill>
              <a:latin typeface="Montserrat Medium" panose="00000600000000000000" pitchFamily="2" charset="0"/>
              <a:ea typeface="+mn-ea"/>
            </a:endParaRPr>
          </a:p>
        </p:txBody>
      </p:sp>
      <p:sp>
        <p:nvSpPr>
          <p:cNvPr id="4" name="ZoneTexte 3">
            <a:extLst>
              <a:ext uri="{FF2B5EF4-FFF2-40B4-BE49-F238E27FC236}">
                <a16:creationId xmlns:a16="http://schemas.microsoft.com/office/drawing/2014/main" id="{1E72C0C1-6260-9141-7005-EC5A27335D5A}"/>
              </a:ext>
            </a:extLst>
          </p:cNvPr>
          <p:cNvSpPr txBox="1"/>
          <p:nvPr/>
        </p:nvSpPr>
        <p:spPr>
          <a:xfrm>
            <a:off x="5149862" y="199277"/>
            <a:ext cx="3570546"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Logistic</a:t>
            </a: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Regression</a:t>
            </a:r>
            <a:endParaRPr lang="fr-FR" sz="1600" b="1" dirty="0">
              <a:solidFill>
                <a:srgbClr val="EC6F09"/>
              </a:solidFill>
              <a:latin typeface="Montserrat Medium" panose="00000600000000000000" pitchFamily="2" charset="0"/>
              <a:ea typeface="+mn-ea"/>
            </a:endParaRPr>
          </a:p>
        </p:txBody>
      </p:sp>
      <p:sp>
        <p:nvSpPr>
          <p:cNvPr id="21" name="ZoneTexte 20">
            <a:extLst>
              <a:ext uri="{FF2B5EF4-FFF2-40B4-BE49-F238E27FC236}">
                <a16:creationId xmlns:a16="http://schemas.microsoft.com/office/drawing/2014/main" id="{81CBF26B-A22B-3801-9F9F-67C429E58A65}"/>
              </a:ext>
            </a:extLst>
          </p:cNvPr>
          <p:cNvSpPr txBox="1"/>
          <p:nvPr/>
        </p:nvSpPr>
        <p:spPr>
          <a:xfrm>
            <a:off x="155121" y="2666554"/>
            <a:ext cx="3562781"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Random</a:t>
            </a:r>
            <a:r>
              <a:rPr lang="fr-FR" sz="1600" b="1" dirty="0">
                <a:solidFill>
                  <a:srgbClr val="EC6F09"/>
                </a:solidFill>
                <a:latin typeface="Montserrat Medium" panose="00000600000000000000" pitchFamily="2" charset="0"/>
                <a:ea typeface="+mn-ea"/>
              </a:rPr>
              <a:t> Forest</a:t>
            </a:r>
          </a:p>
        </p:txBody>
      </p:sp>
      <p:sp>
        <p:nvSpPr>
          <p:cNvPr id="23" name="Rectangle 5">
            <a:extLst>
              <a:ext uri="{FF2B5EF4-FFF2-40B4-BE49-F238E27FC236}">
                <a16:creationId xmlns:a16="http://schemas.microsoft.com/office/drawing/2014/main" id="{93E8AE11-4F77-7302-40AA-B9D46FFB3500}"/>
              </a:ext>
            </a:extLst>
          </p:cNvPr>
          <p:cNvSpPr>
            <a:spLocks noChangeArrowheads="1"/>
          </p:cNvSpPr>
          <p:nvPr/>
        </p:nvSpPr>
        <p:spPr bwMode="auto">
          <a:xfrm>
            <a:off x="1"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fr-FR" altLang="fr-FR" sz="1800" dirty="0">
              <a:solidFill>
                <a:srgbClr val="666466"/>
              </a:solidFill>
              <a:latin typeface="Arial" panose="020B0604020202020204" pitchFamily="34" charset="0"/>
              <a:ea typeface="+mn-ea"/>
            </a:endParaRPr>
          </a:p>
        </p:txBody>
      </p:sp>
      <p:sp>
        <p:nvSpPr>
          <p:cNvPr id="25" name="ZoneTexte 24">
            <a:extLst>
              <a:ext uri="{FF2B5EF4-FFF2-40B4-BE49-F238E27FC236}">
                <a16:creationId xmlns:a16="http://schemas.microsoft.com/office/drawing/2014/main" id="{39AC8FC2-9B60-2C71-66BD-49685570EC0E}"/>
              </a:ext>
            </a:extLst>
          </p:cNvPr>
          <p:cNvSpPr txBox="1"/>
          <p:nvPr/>
        </p:nvSpPr>
        <p:spPr>
          <a:xfrm>
            <a:off x="5003857" y="2631568"/>
            <a:ext cx="3862557"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Naïve Bayes</a:t>
            </a:r>
          </a:p>
        </p:txBody>
      </p:sp>
      <p:pic>
        <p:nvPicPr>
          <p:cNvPr id="5" name="Picture 4">
            <a:extLst>
              <a:ext uri="{FF2B5EF4-FFF2-40B4-BE49-F238E27FC236}">
                <a16:creationId xmlns:a16="http://schemas.microsoft.com/office/drawing/2014/main" id="{58446F5E-15B2-42B3-A954-78F3DD24139C}"/>
              </a:ext>
            </a:extLst>
          </p:cNvPr>
          <p:cNvPicPr>
            <a:picLocks noChangeAspect="1"/>
          </p:cNvPicPr>
          <p:nvPr/>
        </p:nvPicPr>
        <p:blipFill>
          <a:blip r:embed="rId2"/>
          <a:stretch>
            <a:fillRect/>
          </a:stretch>
        </p:blipFill>
        <p:spPr>
          <a:xfrm>
            <a:off x="649534" y="435839"/>
            <a:ext cx="3118551" cy="1630294"/>
          </a:xfrm>
          <a:prstGeom prst="rect">
            <a:avLst/>
          </a:prstGeom>
        </p:spPr>
      </p:pic>
      <p:pic>
        <p:nvPicPr>
          <p:cNvPr id="8" name="Picture 7">
            <a:extLst>
              <a:ext uri="{FF2B5EF4-FFF2-40B4-BE49-F238E27FC236}">
                <a16:creationId xmlns:a16="http://schemas.microsoft.com/office/drawing/2014/main" id="{CD8C385C-FB69-499F-A8E3-BF327F01A38E}"/>
              </a:ext>
            </a:extLst>
          </p:cNvPr>
          <p:cNvPicPr>
            <a:picLocks noChangeAspect="1"/>
          </p:cNvPicPr>
          <p:nvPr/>
        </p:nvPicPr>
        <p:blipFill>
          <a:blip r:embed="rId3"/>
          <a:stretch>
            <a:fillRect/>
          </a:stretch>
        </p:blipFill>
        <p:spPr>
          <a:xfrm>
            <a:off x="5460989" y="570958"/>
            <a:ext cx="3192950" cy="1620477"/>
          </a:xfrm>
          <a:prstGeom prst="rect">
            <a:avLst/>
          </a:prstGeom>
        </p:spPr>
      </p:pic>
      <p:pic>
        <p:nvPicPr>
          <p:cNvPr id="10" name="Picture 9">
            <a:extLst>
              <a:ext uri="{FF2B5EF4-FFF2-40B4-BE49-F238E27FC236}">
                <a16:creationId xmlns:a16="http://schemas.microsoft.com/office/drawing/2014/main" id="{18F46775-FA93-42B9-A1C9-EEBFD33A98FB}"/>
              </a:ext>
            </a:extLst>
          </p:cNvPr>
          <p:cNvPicPr>
            <a:picLocks noChangeAspect="1"/>
          </p:cNvPicPr>
          <p:nvPr/>
        </p:nvPicPr>
        <p:blipFill>
          <a:blip r:embed="rId4"/>
          <a:stretch>
            <a:fillRect/>
          </a:stretch>
        </p:blipFill>
        <p:spPr>
          <a:xfrm>
            <a:off x="355717" y="3029063"/>
            <a:ext cx="3289803" cy="1690438"/>
          </a:xfrm>
          <a:prstGeom prst="rect">
            <a:avLst/>
          </a:prstGeom>
        </p:spPr>
      </p:pic>
      <p:pic>
        <p:nvPicPr>
          <p:cNvPr id="13" name="Picture 12">
            <a:extLst>
              <a:ext uri="{FF2B5EF4-FFF2-40B4-BE49-F238E27FC236}">
                <a16:creationId xmlns:a16="http://schemas.microsoft.com/office/drawing/2014/main" id="{7632292E-C13F-44F7-8C29-DDA967A1BE3D}"/>
              </a:ext>
            </a:extLst>
          </p:cNvPr>
          <p:cNvPicPr>
            <a:picLocks noChangeAspect="1"/>
          </p:cNvPicPr>
          <p:nvPr/>
        </p:nvPicPr>
        <p:blipFill>
          <a:blip r:embed="rId5"/>
          <a:stretch>
            <a:fillRect/>
          </a:stretch>
        </p:blipFill>
        <p:spPr>
          <a:xfrm>
            <a:off x="5562600" y="3077770"/>
            <a:ext cx="2989729" cy="1750589"/>
          </a:xfrm>
          <a:prstGeom prst="rect">
            <a:avLst/>
          </a:prstGeom>
        </p:spPr>
      </p:pic>
      <p:sp>
        <p:nvSpPr>
          <p:cNvPr id="26" name="TextBox 25"/>
          <p:cNvSpPr txBox="1"/>
          <p:nvPr/>
        </p:nvSpPr>
        <p:spPr>
          <a:xfrm>
            <a:off x="273878" y="4889500"/>
            <a:ext cx="1576072" cy="400110"/>
          </a:xfrm>
          <a:prstGeom prst="rect">
            <a:avLst/>
          </a:prstGeom>
          <a:noFill/>
        </p:spPr>
        <p:txBody>
          <a:bodyPr wrap="none">
            <a:spAutoFit/>
          </a:bodyPr>
          <a:lstStyle/>
          <a:p>
            <a:r>
              <a:rPr sz="1000" dirty="0">
                <a:solidFill>
                  <a:srgbClr val="FFFFFF"/>
                </a:solidFill>
                <a:latin typeface="Arial"/>
              </a:rPr>
              <a:t>53</a:t>
            </a:r>
            <a:r>
              <a:rPr lang="fr-FR" sz="1000" dirty="0">
                <a:solidFill>
                  <a:srgbClr val="FFFFFF"/>
                </a:solidFill>
                <a:latin typeface="Arial"/>
              </a:rPr>
              <a:t>  </a:t>
            </a:r>
            <a:r>
              <a:rPr lang="fr-FR" sz="1000" dirty="0">
                <a:solidFill>
                  <a:srgbClr val="FFFFFF"/>
                </a:solidFill>
              </a:rPr>
              <a:t>| Approche proposée</a:t>
            </a:r>
          </a:p>
          <a:p>
            <a:endParaRPr sz="1000" dirty="0">
              <a:solidFill>
                <a:srgbClr val="FFFFFF"/>
              </a:solidFill>
              <a:latin typeface="Arial"/>
            </a:endParaRPr>
          </a:p>
        </p:txBody>
      </p:sp>
    </p:spTree>
    <p:extLst>
      <p:ext uri="{BB962C8B-B14F-4D97-AF65-F5344CB8AC3E}">
        <p14:creationId xmlns:p14="http://schemas.microsoft.com/office/powerpoint/2010/main" val="9652965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1+#ppt_w/2"/>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par>
                                <p:cTn id="31" presetID="2" presetClass="entr" presetSubtype="6"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1+#ppt_w/2"/>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6"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1+#ppt_w/2"/>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par>
                                <p:cTn id="45" presetID="2" presetClass="entr" presetSubtype="6"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1+#ppt_w/2"/>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12"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0-#ppt_w/2"/>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par>
                                <p:cTn id="55" presetID="2" presetClass="entr" presetSubtype="12"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0-#ppt_w/2"/>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0-#ppt_w/2"/>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6" grpId="0" animBg="1"/>
      <p:bldP spid="15" grpId="0" animBg="1"/>
      <p:bldP spid="12" grpId="0"/>
      <p:bldP spid="3" grpId="0"/>
      <p:bldP spid="4" grpId="0"/>
      <p:bldP spid="21" grpId="0"/>
      <p:bldP spid="25"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A76D1436-2F17-C572-C0E3-A05BEFCA3B12}"/>
              </a:ext>
            </a:extLst>
          </p:cNvPr>
          <p:cNvSpPr/>
          <p:nvPr/>
        </p:nvSpPr>
        <p:spPr>
          <a:xfrm>
            <a:off x="155121"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1617742 h 2326822"/>
              <a:gd name="connsiteX3" fmla="*/ 4151249 w 4180116"/>
              <a:gd name="connsiteY3" fmla="*/ 1625368 h 2326822"/>
              <a:gd name="connsiteX4" fmla="*/ 3509602 w 4180116"/>
              <a:gd name="connsiteY4" fmla="*/ 2284577 h 2326822"/>
              <a:gd name="connsiteX5" fmla="*/ 3499029 w 4180116"/>
              <a:gd name="connsiteY5" fmla="*/ 2326822 h 2326822"/>
              <a:gd name="connsiteX6" fmla="*/ 0 w 4180116"/>
              <a:gd name="connsiteY6" fmla="*/ 2326822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1617742"/>
                </a:lnTo>
                <a:lnTo>
                  <a:pt x="4151249" y="1625368"/>
                </a:lnTo>
                <a:cubicBezTo>
                  <a:pt x="3845749" y="1722989"/>
                  <a:pt x="3604622" y="1970716"/>
                  <a:pt x="3509602" y="2284577"/>
                </a:cubicBezTo>
                <a:lnTo>
                  <a:pt x="3499029"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8" name="Forme libre : forme 17">
            <a:extLst>
              <a:ext uri="{FF2B5EF4-FFF2-40B4-BE49-F238E27FC236}">
                <a16:creationId xmlns:a16="http://schemas.microsoft.com/office/drawing/2014/main" id="{04F4D41B-B61C-3A0E-078C-646BA49B93A0}"/>
              </a:ext>
            </a:extLst>
          </p:cNvPr>
          <p:cNvSpPr/>
          <p:nvPr/>
        </p:nvSpPr>
        <p:spPr>
          <a:xfrm>
            <a:off x="4686298"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2326822 h 2326822"/>
              <a:gd name="connsiteX3" fmla="*/ 852539 w 4180116"/>
              <a:gd name="connsiteY3" fmla="*/ 2326822 h 2326822"/>
              <a:gd name="connsiteX4" fmla="*/ 841965 w 4180116"/>
              <a:gd name="connsiteY4" fmla="*/ 2284577 h 2326822"/>
              <a:gd name="connsiteX5" fmla="*/ 9948 w 4180116"/>
              <a:gd name="connsiteY5" fmla="*/ 1585480 h 2326822"/>
              <a:gd name="connsiteX6" fmla="*/ 0 w 4180116"/>
              <a:gd name="connsiteY6" fmla="*/ 1584964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2326822"/>
                </a:lnTo>
                <a:lnTo>
                  <a:pt x="852539" y="2326822"/>
                </a:lnTo>
                <a:lnTo>
                  <a:pt x="841965" y="2284577"/>
                </a:lnTo>
                <a:cubicBezTo>
                  <a:pt x="727941" y="1907944"/>
                  <a:pt x="403523" y="1626544"/>
                  <a:pt x="9948" y="1585480"/>
                </a:cubicBezTo>
                <a:lnTo>
                  <a:pt x="0" y="1584964"/>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rgbClr val="005D77"/>
              </a:solidFill>
              <a:latin typeface="Arial"/>
            </a:endParaRPr>
          </a:p>
        </p:txBody>
      </p:sp>
      <p:sp>
        <p:nvSpPr>
          <p:cNvPr id="16" name="Forme libre : forme 15">
            <a:extLst>
              <a:ext uri="{FF2B5EF4-FFF2-40B4-BE49-F238E27FC236}">
                <a16:creationId xmlns:a16="http://schemas.microsoft.com/office/drawing/2014/main" id="{5C83F64D-658B-CD96-2AA9-3A5FAA420F6B}"/>
              </a:ext>
            </a:extLst>
          </p:cNvPr>
          <p:cNvSpPr/>
          <p:nvPr/>
        </p:nvSpPr>
        <p:spPr>
          <a:xfrm>
            <a:off x="118752" y="2571750"/>
            <a:ext cx="4180116" cy="2326822"/>
          </a:xfrm>
          <a:custGeom>
            <a:avLst/>
            <a:gdLst>
              <a:gd name="connsiteX0" fmla="*/ 0 w 4180116"/>
              <a:gd name="connsiteY0" fmla="*/ 0 h 2326822"/>
              <a:gd name="connsiteX1" fmla="*/ 3465739 w 4180116"/>
              <a:gd name="connsiteY1" fmla="*/ 0 h 2326822"/>
              <a:gd name="connsiteX2" fmla="*/ 4151249 w 4180116"/>
              <a:gd name="connsiteY2" fmla="*/ 957273 h 2326822"/>
              <a:gd name="connsiteX3" fmla="*/ 4180116 w 4180116"/>
              <a:gd name="connsiteY3" fmla="*/ 964899 h 2326822"/>
              <a:gd name="connsiteX4" fmla="*/ 4180116 w 4180116"/>
              <a:gd name="connsiteY4" fmla="*/ 2326822 h 2326822"/>
              <a:gd name="connsiteX5" fmla="*/ 0 w 4180116"/>
              <a:gd name="connsiteY5" fmla="*/ 2326822 h 2326822"/>
              <a:gd name="connsiteX6" fmla="*/ 0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0" y="0"/>
                </a:moveTo>
                <a:lnTo>
                  <a:pt x="3465739" y="0"/>
                </a:lnTo>
                <a:cubicBezTo>
                  <a:pt x="3465739" y="449780"/>
                  <a:pt x="3754099" y="830366"/>
                  <a:pt x="4151249" y="957273"/>
                </a:cubicBezTo>
                <a:lnTo>
                  <a:pt x="4180116" y="964899"/>
                </a:lnTo>
                <a:lnTo>
                  <a:pt x="4180116"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5" name="Forme libre : forme 14">
            <a:extLst>
              <a:ext uri="{FF2B5EF4-FFF2-40B4-BE49-F238E27FC236}">
                <a16:creationId xmlns:a16="http://schemas.microsoft.com/office/drawing/2014/main" id="{95FA1E75-88CB-80FF-E9AC-3313626B7E63}"/>
              </a:ext>
            </a:extLst>
          </p:cNvPr>
          <p:cNvSpPr/>
          <p:nvPr/>
        </p:nvSpPr>
        <p:spPr>
          <a:xfrm>
            <a:off x="4686298" y="2605296"/>
            <a:ext cx="4180116" cy="2223063"/>
          </a:xfrm>
          <a:custGeom>
            <a:avLst/>
            <a:gdLst>
              <a:gd name="connsiteX0" fmla="*/ 885828 w 4180116"/>
              <a:gd name="connsiteY0" fmla="*/ 0 h 2326822"/>
              <a:gd name="connsiteX1" fmla="*/ 4180116 w 4180116"/>
              <a:gd name="connsiteY1" fmla="*/ 0 h 2326822"/>
              <a:gd name="connsiteX2" fmla="*/ 4180116 w 4180116"/>
              <a:gd name="connsiteY2" fmla="*/ 2326822 h 2326822"/>
              <a:gd name="connsiteX3" fmla="*/ 0 w 4180116"/>
              <a:gd name="connsiteY3" fmla="*/ 2326822 h 2326822"/>
              <a:gd name="connsiteX4" fmla="*/ 0 w 4180116"/>
              <a:gd name="connsiteY4" fmla="*/ 997677 h 2326822"/>
              <a:gd name="connsiteX5" fmla="*/ 9948 w 4180116"/>
              <a:gd name="connsiteY5" fmla="*/ 997161 h 2326822"/>
              <a:gd name="connsiteX6" fmla="*/ 885828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885828" y="0"/>
                </a:moveTo>
                <a:lnTo>
                  <a:pt x="4180116" y="0"/>
                </a:lnTo>
                <a:lnTo>
                  <a:pt x="4180116" y="2326822"/>
                </a:lnTo>
                <a:lnTo>
                  <a:pt x="0" y="2326822"/>
                </a:lnTo>
                <a:lnTo>
                  <a:pt x="0" y="997677"/>
                </a:lnTo>
                <a:lnTo>
                  <a:pt x="9948" y="997161"/>
                </a:lnTo>
                <a:cubicBezTo>
                  <a:pt x="501917" y="945832"/>
                  <a:pt x="885828" y="518977"/>
                  <a:pt x="885828"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24" name="Organigramme : Connecteur 23">
            <a:extLst>
              <a:ext uri="{FF2B5EF4-FFF2-40B4-BE49-F238E27FC236}">
                <a16:creationId xmlns:a16="http://schemas.microsoft.com/office/drawing/2014/main" id="{495AC4CE-B9ED-CA0A-6A4B-9025F91A3F6E}"/>
              </a:ext>
            </a:extLst>
          </p:cNvPr>
          <p:cNvSpPr/>
          <p:nvPr/>
        </p:nvSpPr>
        <p:spPr>
          <a:xfrm>
            <a:off x="3114675" y="1968274"/>
            <a:ext cx="2914650" cy="1462769"/>
          </a:xfrm>
          <a:prstGeom prst="flowChartConnector">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D9F1FF"/>
                </a:solidFill>
                <a:latin typeface="Montserrat Medium" panose="00000600000000000000" pitchFamily="2" charset="0"/>
              </a:rPr>
              <a:t>Matrices de confusion :</a:t>
            </a:r>
            <a:endParaRPr lang="fr-FR" sz="1600" dirty="0">
              <a:solidFill>
                <a:srgbClr val="D9F1FF"/>
              </a:solidFill>
              <a:latin typeface="Montserrat Medium" panose="00000600000000000000" pitchFamily="2" charset="0"/>
            </a:endParaRPr>
          </a:p>
          <a:p>
            <a:pPr algn="ctr"/>
            <a:endParaRPr lang="fr-FR" dirty="0">
              <a:solidFill>
                <a:srgbClr val="005D77"/>
              </a:solidFill>
              <a:latin typeface="Arial"/>
            </a:endParaRPr>
          </a:p>
        </p:txBody>
      </p:sp>
      <p:sp>
        <p:nvSpPr>
          <p:cNvPr id="12" name="ZoneTexte 11">
            <a:extLst>
              <a:ext uri="{FF2B5EF4-FFF2-40B4-BE49-F238E27FC236}">
                <a16:creationId xmlns:a16="http://schemas.microsoft.com/office/drawing/2014/main" id="{66C08837-63E1-4679-AEA8-08D6069785F1}"/>
              </a:ext>
            </a:extLst>
          </p:cNvPr>
          <p:cNvSpPr txBox="1"/>
          <p:nvPr/>
        </p:nvSpPr>
        <p:spPr>
          <a:xfrm>
            <a:off x="355717" y="634097"/>
            <a:ext cx="3778924" cy="307777"/>
          </a:xfrm>
          <a:prstGeom prst="rect">
            <a:avLst/>
          </a:prstGeom>
          <a:noFill/>
        </p:spPr>
        <p:txBody>
          <a:bodyPr wrap="square">
            <a:spAutoFit/>
          </a:bodyPr>
          <a:lstStyle/>
          <a:p>
            <a:endParaRPr lang="fr-FR" dirty="0">
              <a:solidFill>
                <a:srgbClr val="C2E9FF">
                  <a:lumMod val="10000"/>
                </a:srgbClr>
              </a:solidFill>
              <a:latin typeface="Montserrat Medium" panose="00000600000000000000" pitchFamily="2" charset="0"/>
              <a:ea typeface="+mn-ea"/>
            </a:endParaRPr>
          </a:p>
        </p:txBody>
      </p:sp>
      <p:sp>
        <p:nvSpPr>
          <p:cNvPr id="3" name="ZoneTexte 2">
            <a:extLst>
              <a:ext uri="{FF2B5EF4-FFF2-40B4-BE49-F238E27FC236}">
                <a16:creationId xmlns:a16="http://schemas.microsoft.com/office/drawing/2014/main" id="{F52414B9-4F6C-574C-6D18-22C71DC89E72}"/>
              </a:ext>
            </a:extLst>
          </p:cNvPr>
          <p:cNvSpPr txBox="1"/>
          <p:nvPr/>
        </p:nvSpPr>
        <p:spPr>
          <a:xfrm>
            <a:off x="339852" y="142420"/>
            <a:ext cx="3081050"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XGBOOST</a:t>
            </a:r>
          </a:p>
        </p:txBody>
      </p:sp>
      <p:sp>
        <p:nvSpPr>
          <p:cNvPr id="4" name="ZoneTexte 3">
            <a:extLst>
              <a:ext uri="{FF2B5EF4-FFF2-40B4-BE49-F238E27FC236}">
                <a16:creationId xmlns:a16="http://schemas.microsoft.com/office/drawing/2014/main" id="{1E72C0C1-6260-9141-7005-EC5A27335D5A}"/>
              </a:ext>
            </a:extLst>
          </p:cNvPr>
          <p:cNvSpPr txBox="1"/>
          <p:nvPr/>
        </p:nvSpPr>
        <p:spPr>
          <a:xfrm>
            <a:off x="5137088" y="131705"/>
            <a:ext cx="3570546"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LightGBM</a:t>
            </a:r>
            <a:endParaRPr lang="fr-FR" sz="1600" b="1" dirty="0">
              <a:solidFill>
                <a:srgbClr val="EC6F09"/>
              </a:solidFill>
              <a:latin typeface="Montserrat Medium" panose="00000600000000000000" pitchFamily="2" charset="0"/>
              <a:ea typeface="+mn-ea"/>
            </a:endParaRPr>
          </a:p>
        </p:txBody>
      </p:sp>
      <p:sp>
        <p:nvSpPr>
          <p:cNvPr id="21" name="ZoneTexte 20">
            <a:extLst>
              <a:ext uri="{FF2B5EF4-FFF2-40B4-BE49-F238E27FC236}">
                <a16:creationId xmlns:a16="http://schemas.microsoft.com/office/drawing/2014/main" id="{81CBF26B-A22B-3801-9F9F-67C429E58A65}"/>
              </a:ext>
            </a:extLst>
          </p:cNvPr>
          <p:cNvSpPr txBox="1"/>
          <p:nvPr/>
        </p:nvSpPr>
        <p:spPr>
          <a:xfrm>
            <a:off x="118752" y="2659193"/>
            <a:ext cx="3562781"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SVM</a:t>
            </a:r>
          </a:p>
        </p:txBody>
      </p:sp>
      <p:sp>
        <p:nvSpPr>
          <p:cNvPr id="23" name="Rectangle 5">
            <a:extLst>
              <a:ext uri="{FF2B5EF4-FFF2-40B4-BE49-F238E27FC236}">
                <a16:creationId xmlns:a16="http://schemas.microsoft.com/office/drawing/2014/main" id="{93E8AE11-4F77-7302-40AA-B9D46FFB3500}"/>
              </a:ext>
            </a:extLst>
          </p:cNvPr>
          <p:cNvSpPr>
            <a:spLocks noChangeArrowheads="1"/>
          </p:cNvSpPr>
          <p:nvPr/>
        </p:nvSpPr>
        <p:spPr bwMode="auto">
          <a:xfrm>
            <a:off x="1"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fr-FR" altLang="fr-FR" sz="1800" dirty="0">
              <a:solidFill>
                <a:srgbClr val="666466"/>
              </a:solidFill>
              <a:latin typeface="Arial" panose="020B0604020202020204" pitchFamily="34" charset="0"/>
              <a:ea typeface="+mn-ea"/>
            </a:endParaRPr>
          </a:p>
        </p:txBody>
      </p:sp>
      <p:sp>
        <p:nvSpPr>
          <p:cNvPr id="25" name="ZoneTexte 24">
            <a:extLst>
              <a:ext uri="{FF2B5EF4-FFF2-40B4-BE49-F238E27FC236}">
                <a16:creationId xmlns:a16="http://schemas.microsoft.com/office/drawing/2014/main" id="{39AC8FC2-9B60-2C71-66BD-49685570EC0E}"/>
              </a:ext>
            </a:extLst>
          </p:cNvPr>
          <p:cNvSpPr txBox="1"/>
          <p:nvPr/>
        </p:nvSpPr>
        <p:spPr>
          <a:xfrm>
            <a:off x="4845077" y="2603944"/>
            <a:ext cx="3862557"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KNN</a:t>
            </a:r>
          </a:p>
        </p:txBody>
      </p:sp>
      <p:pic>
        <p:nvPicPr>
          <p:cNvPr id="5" name="Picture 4">
            <a:extLst>
              <a:ext uri="{FF2B5EF4-FFF2-40B4-BE49-F238E27FC236}">
                <a16:creationId xmlns:a16="http://schemas.microsoft.com/office/drawing/2014/main" id="{58446F5E-15B2-42B3-A954-78F3DD241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617" y="549909"/>
            <a:ext cx="3122946" cy="1716641"/>
          </a:xfrm>
          <a:prstGeom prst="rect">
            <a:avLst/>
          </a:prstGeom>
        </p:spPr>
      </p:pic>
      <p:pic>
        <p:nvPicPr>
          <p:cNvPr id="8" name="Picture 7">
            <a:extLst>
              <a:ext uri="{FF2B5EF4-FFF2-40B4-BE49-F238E27FC236}">
                <a16:creationId xmlns:a16="http://schemas.microsoft.com/office/drawing/2014/main" id="{CD8C385C-FB69-499F-A8E3-BF327F01A3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9952" y="570958"/>
            <a:ext cx="2995199" cy="1620477"/>
          </a:xfrm>
          <a:prstGeom prst="rect">
            <a:avLst/>
          </a:prstGeom>
        </p:spPr>
      </p:pic>
      <p:pic>
        <p:nvPicPr>
          <p:cNvPr id="6" name="Picture 5">
            <a:extLst>
              <a:ext uri="{FF2B5EF4-FFF2-40B4-BE49-F238E27FC236}">
                <a16:creationId xmlns:a16="http://schemas.microsoft.com/office/drawing/2014/main" id="{70C299DE-ECDA-4368-A2D2-08B1C6B2D8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852" y="2977198"/>
            <a:ext cx="3320815" cy="1772646"/>
          </a:xfrm>
          <a:prstGeom prst="rect">
            <a:avLst/>
          </a:prstGeom>
        </p:spPr>
      </p:pic>
      <p:pic>
        <p:nvPicPr>
          <p:cNvPr id="9" name="Picture 8">
            <a:extLst>
              <a:ext uri="{FF2B5EF4-FFF2-40B4-BE49-F238E27FC236}">
                <a16:creationId xmlns:a16="http://schemas.microsoft.com/office/drawing/2014/main" id="{84C9D180-F69B-494A-B95C-0F81B121D4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9952" y="2816451"/>
            <a:ext cx="2995199" cy="1837420"/>
          </a:xfrm>
          <a:prstGeom prst="rect">
            <a:avLst/>
          </a:prstGeom>
        </p:spPr>
      </p:pic>
      <p:sp>
        <p:nvSpPr>
          <p:cNvPr id="26" name="TextBox 25"/>
          <p:cNvSpPr txBox="1"/>
          <p:nvPr/>
        </p:nvSpPr>
        <p:spPr>
          <a:xfrm>
            <a:off x="254000" y="4889500"/>
            <a:ext cx="1505540" cy="400110"/>
          </a:xfrm>
          <a:prstGeom prst="rect">
            <a:avLst/>
          </a:prstGeom>
          <a:noFill/>
        </p:spPr>
        <p:txBody>
          <a:bodyPr wrap="none">
            <a:spAutoFit/>
          </a:bodyPr>
          <a:lstStyle/>
          <a:p>
            <a:r>
              <a:rPr sz="1000" dirty="0">
                <a:solidFill>
                  <a:srgbClr val="FFFFFF"/>
                </a:solidFill>
                <a:latin typeface="Arial"/>
              </a:rPr>
              <a:t>54</a:t>
            </a:r>
            <a:r>
              <a:rPr lang="fr-FR" sz="1000" dirty="0">
                <a:solidFill>
                  <a:srgbClr val="FFFFFF"/>
                </a:solidFill>
              </a:rPr>
              <a:t>| Approche proposée</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8732347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0-#ppt_h/2"/>
                                          </p:val>
                                        </p:tav>
                                        <p:tav tm="100000">
                                          <p:val>
                                            <p:strVal val="#ppt_y"/>
                                          </p:val>
                                        </p:tav>
                                      </p:tavLst>
                                    </p:anim>
                                  </p:childTnLst>
                                </p:cTn>
                              </p:par>
                              <p:par>
                                <p:cTn id="27" presetID="2" presetClass="entr" presetSubtype="3"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1+#ppt_w/2"/>
                                          </p:val>
                                        </p:tav>
                                        <p:tav tm="100000">
                                          <p:val>
                                            <p:strVal val="#ppt_x"/>
                                          </p:val>
                                        </p:tav>
                                      </p:tavLst>
                                    </p:anim>
                                    <p:anim calcmode="lin" valueType="num">
                                      <p:cBhvr additive="base">
                                        <p:cTn id="30" dur="500" fill="hold"/>
                                        <p:tgtEl>
                                          <p:spTgt spid="4"/>
                                        </p:tgtEl>
                                        <p:attrNameLst>
                                          <p:attrName>ppt_y</p:attrName>
                                        </p:attrNameLst>
                                      </p:cBhvr>
                                      <p:tavLst>
                                        <p:tav tm="0">
                                          <p:val>
                                            <p:strVal val="0-#ppt_h/2"/>
                                          </p:val>
                                        </p:tav>
                                        <p:tav tm="100000">
                                          <p:val>
                                            <p:strVal val="#ppt_y"/>
                                          </p:val>
                                        </p:tav>
                                      </p:tavLst>
                                    </p:anim>
                                  </p:childTnLst>
                                </p:cTn>
                              </p:par>
                              <p:par>
                                <p:cTn id="31" presetID="2" presetClass="entr" presetSubtype="3"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1+#ppt_w/2"/>
                                          </p:val>
                                        </p:tav>
                                        <p:tav tm="100000">
                                          <p:val>
                                            <p:strVal val="#ppt_x"/>
                                          </p:val>
                                        </p:tav>
                                      </p:tavLst>
                                    </p:anim>
                                    <p:anim calcmode="lin" valueType="num">
                                      <p:cBhvr additive="base">
                                        <p:cTn id="3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6"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1+#ppt_w/2"/>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par>
                                <p:cTn id="45" presetID="2" presetClass="entr" presetSubtype="6"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1+#ppt_w/2"/>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12"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0-#ppt_w/2"/>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par>
                                <p:cTn id="55" presetID="2" presetClass="entr" presetSubtype="12"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0-#ppt_w/2"/>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0-#ppt_w/2"/>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6" grpId="0" animBg="1"/>
      <p:bldP spid="15" grpId="0" animBg="1"/>
      <p:bldP spid="12" grpId="0"/>
      <p:bldP spid="3" grpId="0"/>
      <p:bldP spid="4" grpId="0"/>
      <p:bldP spid="21" grpId="0"/>
      <p:bldP spid="25"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0" y="2090058"/>
            <a:ext cx="9144000" cy="3655238"/>
            <a:chOff x="0" y="0"/>
            <a:chExt cx="4816593" cy="1884266"/>
          </a:xfrm>
        </p:grpSpPr>
        <p:sp>
          <p:nvSpPr>
            <p:cNvPr id="3" name="Freeform 3"/>
            <p:cNvSpPr/>
            <p:nvPr/>
          </p:nvSpPr>
          <p:spPr>
            <a:xfrm>
              <a:off x="0" y="0"/>
              <a:ext cx="4816592" cy="1884266"/>
            </a:xfrm>
            <a:custGeom>
              <a:avLst/>
              <a:gdLst/>
              <a:ahLst/>
              <a:cxnLst/>
              <a:rect l="l" t="t" r="r" b="b"/>
              <a:pathLst>
                <a:path w="4816592" h="1884266">
                  <a:moveTo>
                    <a:pt x="42333" y="0"/>
                  </a:moveTo>
                  <a:lnTo>
                    <a:pt x="4774259" y="0"/>
                  </a:lnTo>
                  <a:cubicBezTo>
                    <a:pt x="4785487" y="0"/>
                    <a:pt x="4796254" y="4460"/>
                    <a:pt x="4804193" y="12399"/>
                  </a:cubicBezTo>
                  <a:cubicBezTo>
                    <a:pt x="4812132" y="20338"/>
                    <a:pt x="4816592" y="31106"/>
                    <a:pt x="4816592" y="42333"/>
                  </a:cubicBezTo>
                  <a:lnTo>
                    <a:pt x="4816592" y="1841933"/>
                  </a:lnTo>
                  <a:cubicBezTo>
                    <a:pt x="4816592" y="1853160"/>
                    <a:pt x="4812132" y="1863928"/>
                    <a:pt x="4804193" y="1871867"/>
                  </a:cubicBezTo>
                  <a:cubicBezTo>
                    <a:pt x="4796254" y="1879806"/>
                    <a:pt x="4785487" y="1884266"/>
                    <a:pt x="4774259" y="1884266"/>
                  </a:cubicBezTo>
                  <a:lnTo>
                    <a:pt x="42333" y="1884266"/>
                  </a:lnTo>
                  <a:cubicBezTo>
                    <a:pt x="31106" y="1884266"/>
                    <a:pt x="20338" y="1879806"/>
                    <a:pt x="12399" y="1871867"/>
                  </a:cubicBezTo>
                  <a:cubicBezTo>
                    <a:pt x="4460" y="1863928"/>
                    <a:pt x="0" y="1853160"/>
                    <a:pt x="0" y="1841933"/>
                  </a:cubicBezTo>
                  <a:lnTo>
                    <a:pt x="0" y="42333"/>
                  </a:lnTo>
                  <a:cubicBezTo>
                    <a:pt x="0" y="31106"/>
                    <a:pt x="4460" y="20338"/>
                    <a:pt x="12399" y="12399"/>
                  </a:cubicBezTo>
                  <a:cubicBezTo>
                    <a:pt x="20338" y="4460"/>
                    <a:pt x="31106" y="0"/>
                    <a:pt x="42333" y="0"/>
                  </a:cubicBezTo>
                  <a:close/>
                </a:path>
              </a:pathLst>
            </a:custGeom>
            <a:solidFill>
              <a:srgbClr val="7A6AD8"/>
            </a:solidFill>
          </p:spPr>
        </p:sp>
        <p:sp>
          <p:nvSpPr>
            <p:cNvPr id="4" name="TextBox 4"/>
            <p:cNvSpPr txBox="1"/>
            <p:nvPr/>
          </p:nvSpPr>
          <p:spPr>
            <a:xfrm>
              <a:off x="0" y="-38100"/>
              <a:ext cx="4816593" cy="1922366"/>
            </a:xfrm>
            <a:prstGeom prst="rect">
              <a:avLst/>
            </a:prstGeom>
          </p:spPr>
          <p:txBody>
            <a:bodyPr lIns="25400" tIns="25400" rIns="25400" bIns="25400"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5" name="Group 5"/>
          <p:cNvGrpSpPr/>
          <p:nvPr/>
        </p:nvGrpSpPr>
        <p:grpSpPr>
          <a:xfrm>
            <a:off x="419100" y="1491708"/>
            <a:ext cx="1861945" cy="2615345"/>
            <a:chOff x="0" y="0"/>
            <a:chExt cx="4965187" cy="6974250"/>
          </a:xfrm>
        </p:grpSpPr>
        <p:grpSp>
          <p:nvGrpSpPr>
            <p:cNvPr id="6" name="Group 6"/>
            <p:cNvGrpSpPr/>
            <p:nvPr/>
          </p:nvGrpSpPr>
          <p:grpSpPr>
            <a:xfrm>
              <a:off x="425194" y="0"/>
              <a:ext cx="4114800" cy="41148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941"/>
                </a:srgbClr>
              </a:solidFill>
            </p:spPr>
          </p:sp>
          <p:sp>
            <p:nvSpPr>
              <p:cNvPr id="8" name="TextBox 8"/>
              <p:cNvSpPr txBox="1"/>
              <p:nvPr/>
            </p:nvSpPr>
            <p:spPr>
              <a:xfrm>
                <a:off x="76200" y="38100"/>
                <a:ext cx="660400" cy="698500"/>
              </a:xfrm>
              <a:prstGeom prst="rect">
                <a:avLst/>
              </a:prstGeom>
            </p:spPr>
            <p:txBody>
              <a:bodyPr lIns="28933" tIns="28933" rIns="28933" bIns="28933" rtlCol="0" anchor="ctr"/>
              <a:lstStyle/>
              <a:p>
                <a:pPr algn="ctr" defTabSz="457200">
                  <a:lnSpc>
                    <a:spcPts val="1470"/>
                  </a:lnSpc>
                  <a:buClrTx/>
                </a:pPr>
                <a:endParaRPr sz="900" kern="1200">
                  <a:solidFill>
                    <a:prstClr val="black"/>
                  </a:solidFill>
                  <a:latin typeface="Calibri"/>
                  <a:ea typeface="+mn-ea"/>
                  <a:cs typeface="+mn-cs"/>
                </a:endParaRPr>
              </a:p>
            </p:txBody>
          </p:sp>
        </p:grpSp>
        <p:grpSp>
          <p:nvGrpSpPr>
            <p:cNvPr id="9" name="Group 9"/>
            <p:cNvGrpSpPr/>
            <p:nvPr/>
          </p:nvGrpSpPr>
          <p:grpSpPr>
            <a:xfrm>
              <a:off x="471429" y="46235"/>
              <a:ext cx="4022330" cy="402233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11" name="TextBox 11"/>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12" name="Group 12"/>
            <p:cNvGrpSpPr/>
            <p:nvPr/>
          </p:nvGrpSpPr>
          <p:grpSpPr>
            <a:xfrm>
              <a:off x="707232" y="282038"/>
              <a:ext cx="3550723" cy="355072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6AD8"/>
              </a:solidFill>
            </p:spPr>
          </p:sp>
          <p:sp>
            <p:nvSpPr>
              <p:cNvPr id="14" name="TextBox 14"/>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sp>
          <p:nvSpPr>
            <p:cNvPr id="16" name="TextBox 16"/>
            <p:cNvSpPr txBox="1"/>
            <p:nvPr/>
          </p:nvSpPr>
          <p:spPr>
            <a:xfrm>
              <a:off x="0" y="4512038"/>
              <a:ext cx="4965187" cy="2462212"/>
            </a:xfrm>
            <a:prstGeom prst="rect">
              <a:avLst/>
            </a:prstGeom>
          </p:spPr>
          <p:txBody>
            <a:bodyPr lIns="0" tIns="0" rIns="0" bIns="0" rtlCol="0" anchor="t">
              <a:spAutoFit/>
            </a:bodyPr>
            <a:lstStyle/>
            <a:p>
              <a:pPr algn="ctr" defTabSz="457200">
                <a:lnSpc>
                  <a:spcPts val="1762"/>
                </a:lnSpc>
                <a:buClrTx/>
              </a:pPr>
              <a:r>
                <a:rPr lang="en-US" sz="1632" kern="1200" dirty="0">
                  <a:solidFill>
                    <a:srgbClr val="FFFFFF"/>
                  </a:solidFill>
                  <a:latin typeface="Canva Sans Bold"/>
                  <a:ea typeface="+mn-ea"/>
                  <a:cs typeface="+mn-cs"/>
                </a:rPr>
                <a:t>Performance par </a:t>
              </a:r>
              <a:r>
                <a:rPr lang="en-US" sz="1632" kern="1200" dirty="0" err="1">
                  <a:solidFill>
                    <a:srgbClr val="FFFFFF"/>
                  </a:solidFill>
                  <a:latin typeface="Canva Sans Bold"/>
                  <a:ea typeface="+mn-ea"/>
                  <a:cs typeface="+mn-cs"/>
                </a:rPr>
                <a:t>métrique</a:t>
              </a:r>
              <a:r>
                <a:rPr lang="en-US" sz="1632" kern="1200" dirty="0">
                  <a:solidFill>
                    <a:srgbClr val="FFFFFF"/>
                  </a:solidFill>
                  <a:latin typeface="Canva Sans Bold"/>
                  <a:ea typeface="+mn-ea"/>
                  <a:cs typeface="+mn-cs"/>
                </a:rPr>
                <a:t> de </a:t>
              </a:r>
              <a:r>
                <a:rPr lang="en-US" sz="1632" kern="1200" dirty="0" err="1">
                  <a:solidFill>
                    <a:srgbClr val="FFFFFF"/>
                  </a:solidFill>
                  <a:latin typeface="Canva Sans Bold"/>
                  <a:ea typeface="+mn-ea"/>
                  <a:cs typeface="+mn-cs"/>
                </a:rPr>
                <a:t>comparaison</a:t>
              </a:r>
              <a:endParaRPr lang="en-US" sz="1632" kern="1200" dirty="0">
                <a:solidFill>
                  <a:srgbClr val="FFFFFF"/>
                </a:solidFill>
                <a:latin typeface="Canva Sans Bold"/>
                <a:ea typeface="+mn-ea"/>
                <a:cs typeface="+mn-cs"/>
              </a:endParaRPr>
            </a:p>
            <a:p>
              <a:pPr algn="ctr" defTabSz="457200">
                <a:lnSpc>
                  <a:spcPts val="1762"/>
                </a:lnSpc>
                <a:buClrTx/>
              </a:pPr>
              <a:endParaRPr lang="en-US" sz="1632" kern="1200" dirty="0">
                <a:solidFill>
                  <a:srgbClr val="FFFFFF"/>
                </a:solidFill>
                <a:latin typeface="Canva Sans Bold"/>
                <a:ea typeface="+mn-ea"/>
                <a:cs typeface="+mn-cs"/>
              </a:endParaRPr>
            </a:p>
          </p:txBody>
        </p:sp>
      </p:grpSp>
      <p:grpSp>
        <p:nvGrpSpPr>
          <p:cNvPr id="18" name="Group 18"/>
          <p:cNvGrpSpPr/>
          <p:nvPr/>
        </p:nvGrpSpPr>
        <p:grpSpPr>
          <a:xfrm>
            <a:off x="3745880" y="1461981"/>
            <a:ext cx="1861945" cy="2384512"/>
            <a:chOff x="0" y="0"/>
            <a:chExt cx="4965187" cy="6358697"/>
          </a:xfrm>
        </p:grpSpPr>
        <p:grpSp>
          <p:nvGrpSpPr>
            <p:cNvPr id="19" name="Group 19"/>
            <p:cNvGrpSpPr/>
            <p:nvPr/>
          </p:nvGrpSpPr>
          <p:grpSpPr>
            <a:xfrm>
              <a:off x="425194" y="0"/>
              <a:ext cx="4114800" cy="411480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941"/>
                </a:srgbClr>
              </a:solidFill>
            </p:spPr>
          </p:sp>
          <p:sp>
            <p:nvSpPr>
              <p:cNvPr id="21" name="TextBox 21"/>
              <p:cNvSpPr txBox="1"/>
              <p:nvPr/>
            </p:nvSpPr>
            <p:spPr>
              <a:xfrm>
                <a:off x="76200" y="38100"/>
                <a:ext cx="660400" cy="698500"/>
              </a:xfrm>
              <a:prstGeom prst="rect">
                <a:avLst/>
              </a:prstGeom>
            </p:spPr>
            <p:txBody>
              <a:bodyPr lIns="28933" tIns="28933" rIns="28933" bIns="28933" rtlCol="0" anchor="ctr"/>
              <a:lstStyle/>
              <a:p>
                <a:pPr algn="ctr" defTabSz="457200">
                  <a:lnSpc>
                    <a:spcPts val="1470"/>
                  </a:lnSpc>
                  <a:buClrTx/>
                </a:pPr>
                <a:endParaRPr sz="900" kern="1200">
                  <a:solidFill>
                    <a:prstClr val="black"/>
                  </a:solidFill>
                  <a:latin typeface="Calibri"/>
                  <a:ea typeface="+mn-ea"/>
                  <a:cs typeface="+mn-cs"/>
                </a:endParaRPr>
              </a:p>
            </p:txBody>
          </p:sp>
        </p:grpSp>
        <p:grpSp>
          <p:nvGrpSpPr>
            <p:cNvPr id="22" name="Group 22"/>
            <p:cNvGrpSpPr/>
            <p:nvPr/>
          </p:nvGrpSpPr>
          <p:grpSpPr>
            <a:xfrm>
              <a:off x="471429" y="46235"/>
              <a:ext cx="4022330" cy="402233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24" name="TextBox 24"/>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25" name="Group 25"/>
            <p:cNvGrpSpPr/>
            <p:nvPr/>
          </p:nvGrpSpPr>
          <p:grpSpPr>
            <a:xfrm>
              <a:off x="707232" y="282038"/>
              <a:ext cx="3550723" cy="355072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6AD8"/>
              </a:solidFill>
            </p:spPr>
          </p:sp>
          <p:sp>
            <p:nvSpPr>
              <p:cNvPr id="27" name="TextBox 27"/>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sp>
          <p:nvSpPr>
            <p:cNvPr id="28" name="TextBox 28"/>
            <p:cNvSpPr txBox="1"/>
            <p:nvPr/>
          </p:nvSpPr>
          <p:spPr>
            <a:xfrm>
              <a:off x="0" y="4512039"/>
              <a:ext cx="4965187" cy="1846658"/>
            </a:xfrm>
            <a:prstGeom prst="rect">
              <a:avLst/>
            </a:prstGeom>
          </p:spPr>
          <p:txBody>
            <a:bodyPr lIns="0" tIns="0" rIns="0" bIns="0" rtlCol="0" anchor="t">
              <a:spAutoFit/>
            </a:bodyPr>
            <a:lstStyle/>
            <a:p>
              <a:pPr algn="ctr" defTabSz="457200">
                <a:lnSpc>
                  <a:spcPts val="1762"/>
                </a:lnSpc>
                <a:buClrTx/>
              </a:pPr>
              <a:r>
                <a:rPr lang="en-US" sz="1632" kern="1200" dirty="0">
                  <a:solidFill>
                    <a:srgbClr val="FFFFFF"/>
                  </a:solidFill>
                  <a:latin typeface="Canva Sans Bold"/>
                  <a:ea typeface="+mn-ea"/>
                  <a:cs typeface="+mn-cs"/>
                </a:rPr>
                <a:t>Matrices de confusion</a:t>
              </a:r>
            </a:p>
            <a:p>
              <a:pPr algn="ctr" defTabSz="457200">
                <a:lnSpc>
                  <a:spcPts val="1762"/>
                </a:lnSpc>
                <a:buClrTx/>
              </a:pPr>
              <a:endParaRPr lang="en-US" sz="1632" kern="1200" dirty="0">
                <a:solidFill>
                  <a:srgbClr val="FFFFFF"/>
                </a:solidFill>
                <a:latin typeface="Canva Sans Bold"/>
                <a:ea typeface="+mn-ea"/>
                <a:cs typeface="+mn-cs"/>
              </a:endParaRPr>
            </a:p>
          </p:txBody>
        </p:sp>
      </p:grpSp>
      <p:grpSp>
        <p:nvGrpSpPr>
          <p:cNvPr id="30" name="Group 30"/>
          <p:cNvGrpSpPr/>
          <p:nvPr/>
        </p:nvGrpSpPr>
        <p:grpSpPr>
          <a:xfrm>
            <a:off x="7072660" y="1465547"/>
            <a:ext cx="1861945" cy="1922847"/>
            <a:chOff x="0" y="0"/>
            <a:chExt cx="4965187" cy="5127591"/>
          </a:xfrm>
        </p:grpSpPr>
        <p:grpSp>
          <p:nvGrpSpPr>
            <p:cNvPr id="31" name="Group 31"/>
            <p:cNvGrpSpPr/>
            <p:nvPr/>
          </p:nvGrpSpPr>
          <p:grpSpPr>
            <a:xfrm>
              <a:off x="425194" y="0"/>
              <a:ext cx="4114800" cy="4114800"/>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12941"/>
                </a:srgbClr>
              </a:solidFill>
            </p:spPr>
          </p:sp>
          <p:sp>
            <p:nvSpPr>
              <p:cNvPr id="33" name="TextBox 33"/>
              <p:cNvSpPr txBox="1"/>
              <p:nvPr/>
            </p:nvSpPr>
            <p:spPr>
              <a:xfrm>
                <a:off x="76200" y="38100"/>
                <a:ext cx="660400" cy="698500"/>
              </a:xfrm>
              <a:prstGeom prst="rect">
                <a:avLst/>
              </a:prstGeom>
            </p:spPr>
            <p:txBody>
              <a:bodyPr lIns="28933" tIns="28933" rIns="28933" bIns="28933" rtlCol="0" anchor="ctr"/>
              <a:lstStyle/>
              <a:p>
                <a:pPr algn="ctr" defTabSz="457200">
                  <a:lnSpc>
                    <a:spcPts val="1470"/>
                  </a:lnSpc>
                  <a:buClrTx/>
                </a:pPr>
                <a:endParaRPr sz="900" kern="1200">
                  <a:solidFill>
                    <a:prstClr val="black"/>
                  </a:solidFill>
                  <a:latin typeface="Calibri"/>
                  <a:ea typeface="+mn-ea"/>
                  <a:cs typeface="+mn-cs"/>
                </a:endParaRPr>
              </a:p>
            </p:txBody>
          </p:sp>
        </p:grpSp>
        <p:grpSp>
          <p:nvGrpSpPr>
            <p:cNvPr id="34" name="Group 34"/>
            <p:cNvGrpSpPr/>
            <p:nvPr/>
          </p:nvGrpSpPr>
          <p:grpSpPr>
            <a:xfrm>
              <a:off x="471429" y="46235"/>
              <a:ext cx="4022330" cy="4022330"/>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C5EF"/>
              </a:solidFill>
            </p:spPr>
          </p:sp>
          <p:sp>
            <p:nvSpPr>
              <p:cNvPr id="36" name="TextBox 36"/>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grpSp>
          <p:nvGrpSpPr>
            <p:cNvPr id="37" name="Group 37"/>
            <p:cNvGrpSpPr/>
            <p:nvPr/>
          </p:nvGrpSpPr>
          <p:grpSpPr>
            <a:xfrm>
              <a:off x="707232" y="282038"/>
              <a:ext cx="3550723" cy="3550723"/>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A6AD8"/>
              </a:solidFill>
            </p:spPr>
          </p:sp>
          <p:sp>
            <p:nvSpPr>
              <p:cNvPr id="39" name="TextBox 39"/>
              <p:cNvSpPr txBox="1"/>
              <p:nvPr/>
            </p:nvSpPr>
            <p:spPr>
              <a:xfrm>
                <a:off x="76200" y="38100"/>
                <a:ext cx="660400" cy="698500"/>
              </a:xfrm>
              <a:prstGeom prst="rect">
                <a:avLst/>
              </a:prstGeom>
            </p:spPr>
            <p:txBody>
              <a:bodyPr lIns="37126" tIns="37126" rIns="37126" bIns="37126" rtlCol="0" anchor="ctr"/>
              <a:lstStyle/>
              <a:p>
                <a:pPr algn="ctr" defTabSz="457200">
                  <a:lnSpc>
                    <a:spcPts val="1330"/>
                  </a:lnSpc>
                  <a:buClrTx/>
                </a:pPr>
                <a:endParaRPr sz="900" kern="1200">
                  <a:solidFill>
                    <a:prstClr val="black"/>
                  </a:solidFill>
                  <a:latin typeface="Calibri"/>
                  <a:ea typeface="+mn-ea"/>
                  <a:cs typeface="+mn-cs"/>
                </a:endParaRPr>
              </a:p>
            </p:txBody>
          </p:sp>
        </p:grpSp>
        <p:sp>
          <p:nvSpPr>
            <p:cNvPr id="40" name="TextBox 40"/>
            <p:cNvSpPr txBox="1"/>
            <p:nvPr/>
          </p:nvSpPr>
          <p:spPr>
            <a:xfrm>
              <a:off x="0" y="4512039"/>
              <a:ext cx="4965187" cy="615552"/>
            </a:xfrm>
            <a:prstGeom prst="rect">
              <a:avLst/>
            </a:prstGeom>
          </p:spPr>
          <p:txBody>
            <a:bodyPr lIns="0" tIns="0" rIns="0" bIns="0" rtlCol="0" anchor="t">
              <a:spAutoFit/>
            </a:bodyPr>
            <a:lstStyle/>
            <a:p>
              <a:pPr algn="ctr" defTabSz="457200">
                <a:lnSpc>
                  <a:spcPts val="1762"/>
                </a:lnSpc>
                <a:buClrTx/>
              </a:pPr>
              <a:endParaRPr lang="en-US" sz="1632" kern="1200" dirty="0">
                <a:solidFill>
                  <a:srgbClr val="FFFFFF"/>
                </a:solidFill>
                <a:latin typeface="Canva Sans Bold"/>
                <a:ea typeface="+mn-ea"/>
                <a:cs typeface="+mn-cs"/>
              </a:endParaRPr>
            </a:p>
          </p:txBody>
        </p:sp>
      </p:grpSp>
      <p:sp>
        <p:nvSpPr>
          <p:cNvPr id="43" name="TextBox 28">
            <a:extLst>
              <a:ext uri="{FF2B5EF4-FFF2-40B4-BE49-F238E27FC236}">
                <a16:creationId xmlns:a16="http://schemas.microsoft.com/office/drawing/2014/main" id="{8F697892-DF91-45C3-9FAB-07DB2A9ED0B1}"/>
              </a:ext>
            </a:extLst>
          </p:cNvPr>
          <p:cNvSpPr txBox="1"/>
          <p:nvPr/>
        </p:nvSpPr>
        <p:spPr>
          <a:xfrm>
            <a:off x="6999512" y="3114329"/>
            <a:ext cx="1861945" cy="230832"/>
          </a:xfrm>
          <a:prstGeom prst="rect">
            <a:avLst/>
          </a:prstGeom>
        </p:spPr>
        <p:txBody>
          <a:bodyPr lIns="0" tIns="0" rIns="0" bIns="0" rtlCol="0" anchor="t">
            <a:spAutoFit/>
          </a:bodyPr>
          <a:lstStyle/>
          <a:p>
            <a:pPr algn="ctr" defTabSz="457200">
              <a:lnSpc>
                <a:spcPts val="1762"/>
              </a:lnSpc>
              <a:buClrTx/>
            </a:pPr>
            <a:r>
              <a:rPr lang="en-US" sz="1632" kern="1200" dirty="0">
                <a:solidFill>
                  <a:srgbClr val="FFFFFF"/>
                </a:solidFill>
                <a:latin typeface="Canva Sans Bold"/>
                <a:ea typeface="+mn-ea"/>
                <a:cs typeface="+mn-cs"/>
              </a:rPr>
              <a:t>Les </a:t>
            </a:r>
            <a:r>
              <a:rPr lang="en-US" sz="1632" kern="1200" dirty="0" err="1">
                <a:solidFill>
                  <a:srgbClr val="FFFFFF"/>
                </a:solidFill>
                <a:latin typeface="Canva Sans Bold"/>
                <a:ea typeface="+mn-ea"/>
                <a:cs typeface="+mn-cs"/>
              </a:rPr>
              <a:t>courbes</a:t>
            </a:r>
            <a:r>
              <a:rPr lang="en-US" sz="1632" kern="1200" dirty="0">
                <a:solidFill>
                  <a:srgbClr val="FFFFFF"/>
                </a:solidFill>
                <a:latin typeface="Canva Sans Bold"/>
                <a:ea typeface="+mn-ea"/>
                <a:cs typeface="+mn-cs"/>
              </a:rPr>
              <a:t> ROC</a:t>
            </a:r>
          </a:p>
        </p:txBody>
      </p:sp>
      <p:sp>
        <p:nvSpPr>
          <p:cNvPr id="42" name="Shape 2584">
            <a:extLst>
              <a:ext uri="{FF2B5EF4-FFF2-40B4-BE49-F238E27FC236}">
                <a16:creationId xmlns:a16="http://schemas.microsoft.com/office/drawing/2014/main" id="{010055D4-695E-47E8-8873-49283D95D15F}"/>
              </a:ext>
            </a:extLst>
          </p:cNvPr>
          <p:cNvSpPr/>
          <p:nvPr/>
        </p:nvSpPr>
        <p:spPr>
          <a:xfrm>
            <a:off x="1053451" y="1941141"/>
            <a:ext cx="615860" cy="630609"/>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ysClr val="window" lastClr="FFFFFF"/>
          </a:solidFill>
          <a:ln w="9525">
            <a:solidFill>
              <a:sysClr val="window" lastClr="FFFFFF"/>
            </a:solidFill>
            <a:miter lim="400000"/>
          </a:ln>
        </p:spPr>
        <p:txBody>
          <a:bodyPr lIns="14284" tIns="14284" rIns="14284" bIns="14284" anchor="ctr"/>
          <a:lstStyle/>
          <a:p>
            <a:pPr marL="0" marR="0" lvl="0" indent="0" defTabSz="171399"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200" b="0" i="0" u="none" strike="noStrike" kern="1200" cap="none" spc="0" normalizeH="0" baseline="0" noProof="0">
              <a:ln>
                <a:noFill/>
              </a:ln>
              <a:solidFill>
                <a:prstClr val="black">
                  <a:lumMod val="95000"/>
                  <a:lumOff val="5000"/>
                </a:prstClr>
              </a:solidFill>
              <a:effectLst>
                <a:outerShdw blurRad="38100" dist="12700" dir="5400000" rotWithShape="0">
                  <a:srgbClr val="000000">
                    <a:alpha val="50000"/>
                  </a:srgbClr>
                </a:outerShdw>
              </a:effectLst>
              <a:uLnTx/>
              <a:uFillTx/>
              <a:latin typeface="Georgia" panose="02040502050405020303" pitchFamily="18" charset="0"/>
              <a:ea typeface="Calibri" charset="0"/>
              <a:cs typeface="Calibri" charset="0"/>
              <a:sym typeface="Gill Sans"/>
            </a:endParaRPr>
          </a:p>
        </p:txBody>
      </p:sp>
      <p:pic>
        <p:nvPicPr>
          <p:cNvPr id="49" name="Picture 48">
            <a:extLst>
              <a:ext uri="{FF2B5EF4-FFF2-40B4-BE49-F238E27FC236}">
                <a16:creationId xmlns:a16="http://schemas.microsoft.com/office/drawing/2014/main" id="{23D13198-838C-47A9-A3D9-9ACB65E2C8BD}"/>
              </a:ext>
            </a:extLst>
          </p:cNvPr>
          <p:cNvPicPr>
            <a:picLocks noChangeAspect="1"/>
          </p:cNvPicPr>
          <p:nvPr/>
        </p:nvPicPr>
        <p:blipFill>
          <a:blip r:embed="rId2"/>
          <a:stretch>
            <a:fillRect/>
          </a:stretch>
        </p:blipFill>
        <p:spPr>
          <a:xfrm>
            <a:off x="7612301" y="1777347"/>
            <a:ext cx="794403" cy="794403"/>
          </a:xfrm>
          <a:prstGeom prst="rect">
            <a:avLst/>
          </a:prstGeom>
        </p:spPr>
      </p:pic>
      <p:pic>
        <p:nvPicPr>
          <p:cNvPr id="50" name="Picture 49">
            <a:extLst>
              <a:ext uri="{FF2B5EF4-FFF2-40B4-BE49-F238E27FC236}">
                <a16:creationId xmlns:a16="http://schemas.microsoft.com/office/drawing/2014/main" id="{F958FA54-47D0-4A16-8705-B177839EE52F}"/>
              </a:ext>
            </a:extLst>
          </p:cNvPr>
          <p:cNvPicPr>
            <a:picLocks noChangeAspect="1"/>
          </p:cNvPicPr>
          <p:nvPr/>
        </p:nvPicPr>
        <p:blipFill>
          <a:blip r:embed="rId3"/>
          <a:stretch>
            <a:fillRect/>
          </a:stretch>
        </p:blipFill>
        <p:spPr>
          <a:xfrm>
            <a:off x="4235969" y="1806195"/>
            <a:ext cx="842667" cy="854620"/>
          </a:xfrm>
          <a:prstGeom prst="rect">
            <a:avLst/>
          </a:prstGeom>
        </p:spPr>
      </p:pic>
      <p:sp>
        <p:nvSpPr>
          <p:cNvPr id="15" name="Espace réservé du numéro de diapositive 14">
            <a:extLst>
              <a:ext uri="{FF2B5EF4-FFF2-40B4-BE49-F238E27FC236}">
                <a16:creationId xmlns:a16="http://schemas.microsoft.com/office/drawing/2014/main" id="{E27E534C-804F-96D7-BF5C-96CCFC68CA4A}"/>
              </a:ext>
            </a:extLst>
          </p:cNvPr>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42</a:t>
            </a:fld>
            <a:endParaRPr lang="en-US" kern="1200" dirty="0">
              <a:solidFill>
                <a:prstClr val="black">
                  <a:tint val="75000"/>
                </a:prstClr>
              </a:solidFill>
              <a:latin typeface="Calibri"/>
              <a:ea typeface="+mn-ea"/>
              <a:cs typeface="+mn-cs"/>
            </a:endParaRPr>
          </a:p>
        </p:txBody>
      </p:sp>
      <p:sp>
        <p:nvSpPr>
          <p:cNvPr id="51" name="TextBox 50"/>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55</a:t>
            </a:r>
            <a:r>
              <a:rPr lang="fr-FR" sz="1000" dirty="0">
                <a:solidFill>
                  <a:srgbClr val="FFFFFF"/>
                </a:solidFill>
                <a:latin typeface="Arial"/>
              </a:rPr>
              <a:t>  </a:t>
            </a:r>
            <a:r>
              <a:rPr lang="fr-FR" sz="1000" dirty="0">
                <a:solidFill>
                  <a:srgbClr val="FFFFFF"/>
                </a:solidFill>
              </a:rPr>
              <a:t>| Approche proposée</a:t>
            </a:r>
          </a:p>
          <a:p>
            <a:endParaRPr sz="1000" dirty="0">
              <a:solidFill>
                <a:srgbClr val="FFFFFF"/>
              </a:solidFill>
              <a:latin typeface="Arial"/>
            </a:endParaRPr>
          </a:p>
        </p:txBody>
      </p:sp>
    </p:spTree>
    <p:extLst>
      <p:ext uri="{BB962C8B-B14F-4D97-AF65-F5344CB8AC3E}">
        <p14:creationId xmlns:p14="http://schemas.microsoft.com/office/powerpoint/2010/main" val="5810166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A76D1436-2F17-C572-C0E3-A05BEFCA3B12}"/>
              </a:ext>
            </a:extLst>
          </p:cNvPr>
          <p:cNvSpPr/>
          <p:nvPr/>
        </p:nvSpPr>
        <p:spPr>
          <a:xfrm>
            <a:off x="155121"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1617742 h 2326822"/>
              <a:gd name="connsiteX3" fmla="*/ 4151249 w 4180116"/>
              <a:gd name="connsiteY3" fmla="*/ 1625368 h 2326822"/>
              <a:gd name="connsiteX4" fmla="*/ 3509602 w 4180116"/>
              <a:gd name="connsiteY4" fmla="*/ 2284577 h 2326822"/>
              <a:gd name="connsiteX5" fmla="*/ 3499029 w 4180116"/>
              <a:gd name="connsiteY5" fmla="*/ 2326822 h 2326822"/>
              <a:gd name="connsiteX6" fmla="*/ 0 w 4180116"/>
              <a:gd name="connsiteY6" fmla="*/ 2326822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1617742"/>
                </a:lnTo>
                <a:lnTo>
                  <a:pt x="4151249" y="1625368"/>
                </a:lnTo>
                <a:cubicBezTo>
                  <a:pt x="3845749" y="1722989"/>
                  <a:pt x="3604622" y="1970716"/>
                  <a:pt x="3509602" y="2284577"/>
                </a:cubicBezTo>
                <a:lnTo>
                  <a:pt x="3499029"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8" name="Forme libre : forme 17">
            <a:extLst>
              <a:ext uri="{FF2B5EF4-FFF2-40B4-BE49-F238E27FC236}">
                <a16:creationId xmlns:a16="http://schemas.microsoft.com/office/drawing/2014/main" id="{04F4D41B-B61C-3A0E-078C-646BA49B93A0}"/>
              </a:ext>
            </a:extLst>
          </p:cNvPr>
          <p:cNvSpPr/>
          <p:nvPr/>
        </p:nvSpPr>
        <p:spPr>
          <a:xfrm>
            <a:off x="4686298"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2326822 h 2326822"/>
              <a:gd name="connsiteX3" fmla="*/ 852539 w 4180116"/>
              <a:gd name="connsiteY3" fmla="*/ 2326822 h 2326822"/>
              <a:gd name="connsiteX4" fmla="*/ 841965 w 4180116"/>
              <a:gd name="connsiteY4" fmla="*/ 2284577 h 2326822"/>
              <a:gd name="connsiteX5" fmla="*/ 9948 w 4180116"/>
              <a:gd name="connsiteY5" fmla="*/ 1585480 h 2326822"/>
              <a:gd name="connsiteX6" fmla="*/ 0 w 4180116"/>
              <a:gd name="connsiteY6" fmla="*/ 1584964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2326822"/>
                </a:lnTo>
                <a:lnTo>
                  <a:pt x="852539" y="2326822"/>
                </a:lnTo>
                <a:lnTo>
                  <a:pt x="841965" y="2284577"/>
                </a:lnTo>
                <a:cubicBezTo>
                  <a:pt x="727941" y="1907944"/>
                  <a:pt x="403523" y="1626544"/>
                  <a:pt x="9948" y="1585480"/>
                </a:cubicBezTo>
                <a:lnTo>
                  <a:pt x="0" y="1584964"/>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rgbClr val="005D77"/>
              </a:solidFill>
              <a:latin typeface="Arial"/>
            </a:endParaRPr>
          </a:p>
        </p:txBody>
      </p:sp>
      <p:sp>
        <p:nvSpPr>
          <p:cNvPr id="16" name="Forme libre : forme 15">
            <a:extLst>
              <a:ext uri="{FF2B5EF4-FFF2-40B4-BE49-F238E27FC236}">
                <a16:creationId xmlns:a16="http://schemas.microsoft.com/office/drawing/2014/main" id="{5C83F64D-658B-CD96-2AA9-3A5FAA420F6B}"/>
              </a:ext>
            </a:extLst>
          </p:cNvPr>
          <p:cNvSpPr/>
          <p:nvPr/>
        </p:nvSpPr>
        <p:spPr>
          <a:xfrm>
            <a:off x="118752" y="2571750"/>
            <a:ext cx="4180116" cy="2326822"/>
          </a:xfrm>
          <a:custGeom>
            <a:avLst/>
            <a:gdLst>
              <a:gd name="connsiteX0" fmla="*/ 0 w 4180116"/>
              <a:gd name="connsiteY0" fmla="*/ 0 h 2326822"/>
              <a:gd name="connsiteX1" fmla="*/ 3465739 w 4180116"/>
              <a:gd name="connsiteY1" fmla="*/ 0 h 2326822"/>
              <a:gd name="connsiteX2" fmla="*/ 4151249 w 4180116"/>
              <a:gd name="connsiteY2" fmla="*/ 957273 h 2326822"/>
              <a:gd name="connsiteX3" fmla="*/ 4180116 w 4180116"/>
              <a:gd name="connsiteY3" fmla="*/ 964899 h 2326822"/>
              <a:gd name="connsiteX4" fmla="*/ 4180116 w 4180116"/>
              <a:gd name="connsiteY4" fmla="*/ 2326822 h 2326822"/>
              <a:gd name="connsiteX5" fmla="*/ 0 w 4180116"/>
              <a:gd name="connsiteY5" fmla="*/ 2326822 h 2326822"/>
              <a:gd name="connsiteX6" fmla="*/ 0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0" y="0"/>
                </a:moveTo>
                <a:lnTo>
                  <a:pt x="3465739" y="0"/>
                </a:lnTo>
                <a:cubicBezTo>
                  <a:pt x="3465739" y="449780"/>
                  <a:pt x="3754099" y="830366"/>
                  <a:pt x="4151249" y="957273"/>
                </a:cubicBezTo>
                <a:lnTo>
                  <a:pt x="4180116" y="964899"/>
                </a:lnTo>
                <a:lnTo>
                  <a:pt x="4180116"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rgbClr val="005D77"/>
              </a:solidFill>
              <a:latin typeface="Arial"/>
            </a:endParaRPr>
          </a:p>
        </p:txBody>
      </p:sp>
      <p:sp>
        <p:nvSpPr>
          <p:cNvPr id="15" name="Forme libre : forme 14">
            <a:extLst>
              <a:ext uri="{FF2B5EF4-FFF2-40B4-BE49-F238E27FC236}">
                <a16:creationId xmlns:a16="http://schemas.microsoft.com/office/drawing/2014/main" id="{95FA1E75-88CB-80FF-E9AC-3313626B7E63}"/>
              </a:ext>
            </a:extLst>
          </p:cNvPr>
          <p:cNvSpPr/>
          <p:nvPr/>
        </p:nvSpPr>
        <p:spPr>
          <a:xfrm>
            <a:off x="4686298" y="2565313"/>
            <a:ext cx="4180116" cy="2326822"/>
          </a:xfrm>
          <a:custGeom>
            <a:avLst/>
            <a:gdLst>
              <a:gd name="connsiteX0" fmla="*/ 885828 w 4180116"/>
              <a:gd name="connsiteY0" fmla="*/ 0 h 2326822"/>
              <a:gd name="connsiteX1" fmla="*/ 4180116 w 4180116"/>
              <a:gd name="connsiteY1" fmla="*/ 0 h 2326822"/>
              <a:gd name="connsiteX2" fmla="*/ 4180116 w 4180116"/>
              <a:gd name="connsiteY2" fmla="*/ 2326822 h 2326822"/>
              <a:gd name="connsiteX3" fmla="*/ 0 w 4180116"/>
              <a:gd name="connsiteY3" fmla="*/ 2326822 h 2326822"/>
              <a:gd name="connsiteX4" fmla="*/ 0 w 4180116"/>
              <a:gd name="connsiteY4" fmla="*/ 997677 h 2326822"/>
              <a:gd name="connsiteX5" fmla="*/ 9948 w 4180116"/>
              <a:gd name="connsiteY5" fmla="*/ 997161 h 2326822"/>
              <a:gd name="connsiteX6" fmla="*/ 885828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885828" y="0"/>
                </a:moveTo>
                <a:lnTo>
                  <a:pt x="4180116" y="0"/>
                </a:lnTo>
                <a:lnTo>
                  <a:pt x="4180116" y="2326822"/>
                </a:lnTo>
                <a:lnTo>
                  <a:pt x="0" y="2326822"/>
                </a:lnTo>
                <a:lnTo>
                  <a:pt x="0" y="997677"/>
                </a:lnTo>
                <a:lnTo>
                  <a:pt x="9948" y="997161"/>
                </a:lnTo>
                <a:cubicBezTo>
                  <a:pt x="501917" y="945832"/>
                  <a:pt x="885828" y="518977"/>
                  <a:pt x="885828"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24" name="Organigramme : Connecteur 23">
            <a:extLst>
              <a:ext uri="{FF2B5EF4-FFF2-40B4-BE49-F238E27FC236}">
                <a16:creationId xmlns:a16="http://schemas.microsoft.com/office/drawing/2014/main" id="{495AC4CE-B9ED-CA0A-6A4B-9025F91A3F6E}"/>
              </a:ext>
            </a:extLst>
          </p:cNvPr>
          <p:cNvSpPr/>
          <p:nvPr/>
        </p:nvSpPr>
        <p:spPr>
          <a:xfrm>
            <a:off x="3320932" y="2211807"/>
            <a:ext cx="2482465" cy="975709"/>
          </a:xfrm>
          <a:prstGeom prst="flowChartConnector">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D9F1FF"/>
                </a:solidFill>
                <a:latin typeface="Montserrat Medium" panose="00000600000000000000" pitchFamily="2" charset="0"/>
              </a:rPr>
              <a:t>Les courbes ROC :</a:t>
            </a:r>
            <a:endParaRPr lang="fr-FR" sz="1600" dirty="0">
              <a:solidFill>
                <a:srgbClr val="D9F1FF"/>
              </a:solidFill>
              <a:latin typeface="Montserrat Medium" panose="00000600000000000000" pitchFamily="2" charset="0"/>
            </a:endParaRPr>
          </a:p>
          <a:p>
            <a:pPr algn="ctr"/>
            <a:endParaRPr lang="fr-FR" dirty="0">
              <a:solidFill>
                <a:srgbClr val="005D77"/>
              </a:solidFill>
              <a:latin typeface="Arial"/>
            </a:endParaRPr>
          </a:p>
        </p:txBody>
      </p:sp>
      <p:sp>
        <p:nvSpPr>
          <p:cNvPr id="12" name="ZoneTexte 11">
            <a:extLst>
              <a:ext uri="{FF2B5EF4-FFF2-40B4-BE49-F238E27FC236}">
                <a16:creationId xmlns:a16="http://schemas.microsoft.com/office/drawing/2014/main" id="{66C08837-63E1-4679-AEA8-08D6069785F1}"/>
              </a:ext>
            </a:extLst>
          </p:cNvPr>
          <p:cNvSpPr txBox="1"/>
          <p:nvPr/>
        </p:nvSpPr>
        <p:spPr>
          <a:xfrm>
            <a:off x="355717" y="634097"/>
            <a:ext cx="3778924" cy="307777"/>
          </a:xfrm>
          <a:prstGeom prst="rect">
            <a:avLst/>
          </a:prstGeom>
          <a:noFill/>
        </p:spPr>
        <p:txBody>
          <a:bodyPr wrap="square">
            <a:spAutoFit/>
          </a:bodyPr>
          <a:lstStyle/>
          <a:p>
            <a:endParaRPr lang="fr-FR" dirty="0">
              <a:solidFill>
                <a:srgbClr val="C2E9FF">
                  <a:lumMod val="10000"/>
                </a:srgbClr>
              </a:solidFill>
              <a:latin typeface="Montserrat Medium" panose="00000600000000000000" pitchFamily="2" charset="0"/>
              <a:ea typeface="+mn-ea"/>
            </a:endParaRPr>
          </a:p>
        </p:txBody>
      </p:sp>
      <p:sp>
        <p:nvSpPr>
          <p:cNvPr id="3" name="ZoneTexte 2">
            <a:extLst>
              <a:ext uri="{FF2B5EF4-FFF2-40B4-BE49-F238E27FC236}">
                <a16:creationId xmlns:a16="http://schemas.microsoft.com/office/drawing/2014/main" id="{F52414B9-4F6C-574C-6D18-22C71DC89E72}"/>
              </a:ext>
            </a:extLst>
          </p:cNvPr>
          <p:cNvSpPr txBox="1"/>
          <p:nvPr/>
        </p:nvSpPr>
        <p:spPr>
          <a:xfrm>
            <a:off x="704654" y="133884"/>
            <a:ext cx="3081050"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Décision </a:t>
            </a:r>
            <a:r>
              <a:rPr lang="fr-FR" sz="1600" b="1" dirty="0" err="1">
                <a:solidFill>
                  <a:srgbClr val="EC6F09"/>
                </a:solidFill>
                <a:latin typeface="Montserrat Medium" panose="00000600000000000000" pitchFamily="2" charset="0"/>
                <a:ea typeface="+mn-ea"/>
              </a:rPr>
              <a:t>tree</a:t>
            </a:r>
            <a:endParaRPr lang="fr-FR" sz="1600" b="1" dirty="0">
              <a:solidFill>
                <a:srgbClr val="EC6F09"/>
              </a:solidFill>
              <a:latin typeface="Montserrat Medium" panose="00000600000000000000" pitchFamily="2" charset="0"/>
              <a:ea typeface="+mn-ea"/>
            </a:endParaRPr>
          </a:p>
        </p:txBody>
      </p:sp>
      <p:sp>
        <p:nvSpPr>
          <p:cNvPr id="4" name="ZoneTexte 3">
            <a:extLst>
              <a:ext uri="{FF2B5EF4-FFF2-40B4-BE49-F238E27FC236}">
                <a16:creationId xmlns:a16="http://schemas.microsoft.com/office/drawing/2014/main" id="{1E72C0C1-6260-9141-7005-EC5A27335D5A}"/>
              </a:ext>
            </a:extLst>
          </p:cNvPr>
          <p:cNvSpPr txBox="1"/>
          <p:nvPr/>
        </p:nvSpPr>
        <p:spPr>
          <a:xfrm>
            <a:off x="4783229" y="214794"/>
            <a:ext cx="3570546"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Logistic</a:t>
            </a: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Regression</a:t>
            </a:r>
            <a:endParaRPr lang="fr-FR" sz="1600" b="1" dirty="0">
              <a:solidFill>
                <a:srgbClr val="EC6F09"/>
              </a:solidFill>
              <a:latin typeface="Montserrat Medium" panose="00000600000000000000" pitchFamily="2" charset="0"/>
              <a:ea typeface="+mn-ea"/>
            </a:endParaRPr>
          </a:p>
        </p:txBody>
      </p:sp>
      <p:sp>
        <p:nvSpPr>
          <p:cNvPr id="21" name="ZoneTexte 20">
            <a:extLst>
              <a:ext uri="{FF2B5EF4-FFF2-40B4-BE49-F238E27FC236}">
                <a16:creationId xmlns:a16="http://schemas.microsoft.com/office/drawing/2014/main" id="{81CBF26B-A22B-3801-9F9F-67C429E58A65}"/>
              </a:ext>
            </a:extLst>
          </p:cNvPr>
          <p:cNvSpPr txBox="1"/>
          <p:nvPr/>
        </p:nvSpPr>
        <p:spPr>
          <a:xfrm>
            <a:off x="92350" y="2672020"/>
            <a:ext cx="3562781"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Random</a:t>
            </a:r>
            <a:r>
              <a:rPr lang="fr-FR" sz="1600" b="1" dirty="0">
                <a:solidFill>
                  <a:srgbClr val="EC6F09"/>
                </a:solidFill>
                <a:latin typeface="Montserrat Medium" panose="00000600000000000000" pitchFamily="2" charset="0"/>
                <a:ea typeface="+mn-ea"/>
              </a:rPr>
              <a:t> Forest</a:t>
            </a:r>
          </a:p>
        </p:txBody>
      </p:sp>
      <p:sp>
        <p:nvSpPr>
          <p:cNvPr id="25" name="ZoneTexte 24">
            <a:extLst>
              <a:ext uri="{FF2B5EF4-FFF2-40B4-BE49-F238E27FC236}">
                <a16:creationId xmlns:a16="http://schemas.microsoft.com/office/drawing/2014/main" id="{39AC8FC2-9B60-2C71-66BD-49685570EC0E}"/>
              </a:ext>
            </a:extLst>
          </p:cNvPr>
          <p:cNvSpPr txBox="1"/>
          <p:nvPr/>
        </p:nvSpPr>
        <p:spPr>
          <a:xfrm>
            <a:off x="5423029" y="2642228"/>
            <a:ext cx="3862557"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Naïve Bayes</a:t>
            </a:r>
          </a:p>
        </p:txBody>
      </p:sp>
      <p:pic>
        <p:nvPicPr>
          <p:cNvPr id="5" name="Picture 4">
            <a:extLst>
              <a:ext uri="{FF2B5EF4-FFF2-40B4-BE49-F238E27FC236}">
                <a16:creationId xmlns:a16="http://schemas.microsoft.com/office/drawing/2014/main" id="{58446F5E-15B2-42B3-A954-78F3DD241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680" y="500744"/>
            <a:ext cx="3228789" cy="1852030"/>
          </a:xfrm>
          <a:prstGeom prst="rect">
            <a:avLst/>
          </a:prstGeom>
        </p:spPr>
      </p:pic>
      <p:pic>
        <p:nvPicPr>
          <p:cNvPr id="8" name="Picture 7">
            <a:extLst>
              <a:ext uri="{FF2B5EF4-FFF2-40B4-BE49-F238E27FC236}">
                <a16:creationId xmlns:a16="http://schemas.microsoft.com/office/drawing/2014/main" id="{CD8C385C-FB69-499F-A8E3-BF327F01A3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5693" y="497413"/>
            <a:ext cx="3069742" cy="1855361"/>
          </a:xfrm>
          <a:prstGeom prst="rect">
            <a:avLst/>
          </a:prstGeom>
        </p:spPr>
      </p:pic>
      <p:pic>
        <p:nvPicPr>
          <p:cNvPr id="10" name="Picture 9">
            <a:extLst>
              <a:ext uri="{FF2B5EF4-FFF2-40B4-BE49-F238E27FC236}">
                <a16:creationId xmlns:a16="http://schemas.microsoft.com/office/drawing/2014/main" id="{18F46775-FA93-42B9-A1C9-EEBFD33A98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680" y="3064677"/>
            <a:ext cx="3228789" cy="1782118"/>
          </a:xfrm>
          <a:prstGeom prst="rect">
            <a:avLst/>
          </a:prstGeom>
        </p:spPr>
      </p:pic>
      <p:pic>
        <p:nvPicPr>
          <p:cNvPr id="13" name="Picture 12">
            <a:extLst>
              <a:ext uri="{FF2B5EF4-FFF2-40B4-BE49-F238E27FC236}">
                <a16:creationId xmlns:a16="http://schemas.microsoft.com/office/drawing/2014/main" id="{7632292E-C13F-44F7-8C29-DDA967A1BE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5693" y="3096206"/>
            <a:ext cx="3069742" cy="1750589"/>
          </a:xfrm>
          <a:prstGeom prst="rect">
            <a:avLst/>
          </a:prstGeom>
        </p:spPr>
      </p:pic>
      <p:sp>
        <p:nvSpPr>
          <p:cNvPr id="26" name="TextBox 25"/>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56</a:t>
            </a:r>
            <a:r>
              <a:rPr lang="fr-FR" sz="1000" dirty="0">
                <a:solidFill>
                  <a:srgbClr val="FFFFFF"/>
                </a:solidFill>
                <a:latin typeface="Arial"/>
              </a:rPr>
              <a:t>  </a:t>
            </a:r>
            <a:r>
              <a:rPr lang="fr-FR" sz="1000" dirty="0">
                <a:solidFill>
                  <a:srgbClr val="FFFFFF"/>
                </a:solidFill>
              </a:rPr>
              <a:t>| Approche proposée</a:t>
            </a:r>
          </a:p>
          <a:p>
            <a:endParaRPr sz="1000" dirty="0">
              <a:solidFill>
                <a:srgbClr val="FFFFFF"/>
              </a:solidFill>
              <a:latin typeface="Arial"/>
            </a:endParaRPr>
          </a:p>
        </p:txBody>
      </p:sp>
    </p:spTree>
    <p:extLst>
      <p:ext uri="{BB962C8B-B14F-4D97-AF65-F5344CB8AC3E}">
        <p14:creationId xmlns:p14="http://schemas.microsoft.com/office/powerpoint/2010/main" val="82470343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0-#ppt_h/2"/>
                                          </p:val>
                                        </p:tav>
                                        <p:tav tm="100000">
                                          <p:val>
                                            <p:strVal val="#ppt_y"/>
                                          </p:val>
                                        </p:tav>
                                      </p:tavLst>
                                    </p:anim>
                                  </p:childTnLst>
                                </p:cTn>
                              </p:par>
                              <p:par>
                                <p:cTn id="27" presetID="2" presetClass="entr" presetSubtype="3"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1+#ppt_w/2"/>
                                          </p:val>
                                        </p:tav>
                                        <p:tav tm="100000">
                                          <p:val>
                                            <p:strVal val="#ppt_x"/>
                                          </p:val>
                                        </p:tav>
                                      </p:tavLst>
                                    </p:anim>
                                    <p:anim calcmode="lin" valueType="num">
                                      <p:cBhvr additive="base">
                                        <p:cTn id="30" dur="500" fill="hold"/>
                                        <p:tgtEl>
                                          <p:spTgt spid="4"/>
                                        </p:tgtEl>
                                        <p:attrNameLst>
                                          <p:attrName>ppt_y</p:attrName>
                                        </p:attrNameLst>
                                      </p:cBhvr>
                                      <p:tavLst>
                                        <p:tav tm="0">
                                          <p:val>
                                            <p:strVal val="0-#ppt_h/2"/>
                                          </p:val>
                                        </p:tav>
                                        <p:tav tm="100000">
                                          <p:val>
                                            <p:strVal val="#ppt_y"/>
                                          </p:val>
                                        </p:tav>
                                      </p:tavLst>
                                    </p:anim>
                                  </p:childTnLst>
                                </p:cTn>
                              </p:par>
                              <p:par>
                                <p:cTn id="31" presetID="2" presetClass="entr" presetSubtype="3"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1+#ppt_w/2"/>
                                          </p:val>
                                        </p:tav>
                                        <p:tav tm="100000">
                                          <p:val>
                                            <p:strVal val="#ppt_x"/>
                                          </p:val>
                                        </p:tav>
                                      </p:tavLst>
                                    </p:anim>
                                    <p:anim calcmode="lin" valueType="num">
                                      <p:cBhvr additive="base">
                                        <p:cTn id="3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6"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1+#ppt_w/2"/>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par>
                                <p:cTn id="45" presetID="2" presetClass="entr" presetSubtype="6"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1+#ppt_w/2"/>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12"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0-#ppt_w/2"/>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par>
                                <p:cTn id="55" presetID="2" presetClass="entr" presetSubtype="12"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0-#ppt_w/2"/>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0-#ppt_w/2"/>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6" grpId="0" animBg="1"/>
      <p:bldP spid="15" grpId="0" animBg="1"/>
      <p:bldP spid="12" grpId="0"/>
      <p:bldP spid="3" grpId="0"/>
      <p:bldP spid="4" grpId="0"/>
      <p:bldP spid="21" grpId="0"/>
      <p:bldP spid="25"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19" name="Forme libre : forme 18">
            <a:extLst>
              <a:ext uri="{FF2B5EF4-FFF2-40B4-BE49-F238E27FC236}">
                <a16:creationId xmlns:a16="http://schemas.microsoft.com/office/drawing/2014/main" id="{A76D1436-2F17-C572-C0E3-A05BEFCA3B12}"/>
              </a:ext>
            </a:extLst>
          </p:cNvPr>
          <p:cNvSpPr/>
          <p:nvPr/>
        </p:nvSpPr>
        <p:spPr>
          <a:xfrm>
            <a:off x="155121"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1617742 h 2326822"/>
              <a:gd name="connsiteX3" fmla="*/ 4151249 w 4180116"/>
              <a:gd name="connsiteY3" fmla="*/ 1625368 h 2326822"/>
              <a:gd name="connsiteX4" fmla="*/ 3509602 w 4180116"/>
              <a:gd name="connsiteY4" fmla="*/ 2284577 h 2326822"/>
              <a:gd name="connsiteX5" fmla="*/ 3499029 w 4180116"/>
              <a:gd name="connsiteY5" fmla="*/ 2326822 h 2326822"/>
              <a:gd name="connsiteX6" fmla="*/ 0 w 4180116"/>
              <a:gd name="connsiteY6" fmla="*/ 2326822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1617742"/>
                </a:lnTo>
                <a:lnTo>
                  <a:pt x="4151249" y="1625368"/>
                </a:lnTo>
                <a:cubicBezTo>
                  <a:pt x="3845749" y="1722989"/>
                  <a:pt x="3604622" y="1970716"/>
                  <a:pt x="3509602" y="2284577"/>
                </a:cubicBezTo>
                <a:lnTo>
                  <a:pt x="3499029"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8" name="Forme libre : forme 17">
            <a:extLst>
              <a:ext uri="{FF2B5EF4-FFF2-40B4-BE49-F238E27FC236}">
                <a16:creationId xmlns:a16="http://schemas.microsoft.com/office/drawing/2014/main" id="{04F4D41B-B61C-3A0E-078C-646BA49B93A0}"/>
              </a:ext>
            </a:extLst>
          </p:cNvPr>
          <p:cNvSpPr/>
          <p:nvPr/>
        </p:nvSpPr>
        <p:spPr>
          <a:xfrm>
            <a:off x="4686298" y="117017"/>
            <a:ext cx="4180116" cy="2326822"/>
          </a:xfrm>
          <a:custGeom>
            <a:avLst/>
            <a:gdLst>
              <a:gd name="connsiteX0" fmla="*/ 0 w 4180116"/>
              <a:gd name="connsiteY0" fmla="*/ 0 h 2326822"/>
              <a:gd name="connsiteX1" fmla="*/ 4180116 w 4180116"/>
              <a:gd name="connsiteY1" fmla="*/ 0 h 2326822"/>
              <a:gd name="connsiteX2" fmla="*/ 4180116 w 4180116"/>
              <a:gd name="connsiteY2" fmla="*/ 2326822 h 2326822"/>
              <a:gd name="connsiteX3" fmla="*/ 852539 w 4180116"/>
              <a:gd name="connsiteY3" fmla="*/ 2326822 h 2326822"/>
              <a:gd name="connsiteX4" fmla="*/ 841965 w 4180116"/>
              <a:gd name="connsiteY4" fmla="*/ 2284577 h 2326822"/>
              <a:gd name="connsiteX5" fmla="*/ 9948 w 4180116"/>
              <a:gd name="connsiteY5" fmla="*/ 1585480 h 2326822"/>
              <a:gd name="connsiteX6" fmla="*/ 0 w 4180116"/>
              <a:gd name="connsiteY6" fmla="*/ 1584964 h 2326822"/>
              <a:gd name="connsiteX7" fmla="*/ 0 w 4180116"/>
              <a:gd name="connsiteY7"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116" h="2326822">
                <a:moveTo>
                  <a:pt x="0" y="0"/>
                </a:moveTo>
                <a:lnTo>
                  <a:pt x="4180116" y="0"/>
                </a:lnTo>
                <a:lnTo>
                  <a:pt x="4180116" y="2326822"/>
                </a:lnTo>
                <a:lnTo>
                  <a:pt x="852539" y="2326822"/>
                </a:lnTo>
                <a:lnTo>
                  <a:pt x="841965" y="2284577"/>
                </a:lnTo>
                <a:cubicBezTo>
                  <a:pt x="727941" y="1907944"/>
                  <a:pt x="403523" y="1626544"/>
                  <a:pt x="9948" y="1585480"/>
                </a:cubicBezTo>
                <a:lnTo>
                  <a:pt x="0" y="1584964"/>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rgbClr val="005D77"/>
              </a:solidFill>
              <a:latin typeface="Arial"/>
            </a:endParaRPr>
          </a:p>
        </p:txBody>
      </p:sp>
      <p:sp>
        <p:nvSpPr>
          <p:cNvPr id="16" name="Forme libre : forme 15">
            <a:extLst>
              <a:ext uri="{FF2B5EF4-FFF2-40B4-BE49-F238E27FC236}">
                <a16:creationId xmlns:a16="http://schemas.microsoft.com/office/drawing/2014/main" id="{5C83F64D-658B-CD96-2AA9-3A5FAA420F6B}"/>
              </a:ext>
            </a:extLst>
          </p:cNvPr>
          <p:cNvSpPr/>
          <p:nvPr/>
        </p:nvSpPr>
        <p:spPr>
          <a:xfrm>
            <a:off x="118752" y="2571750"/>
            <a:ext cx="4180116" cy="2326822"/>
          </a:xfrm>
          <a:custGeom>
            <a:avLst/>
            <a:gdLst>
              <a:gd name="connsiteX0" fmla="*/ 0 w 4180116"/>
              <a:gd name="connsiteY0" fmla="*/ 0 h 2326822"/>
              <a:gd name="connsiteX1" fmla="*/ 3465739 w 4180116"/>
              <a:gd name="connsiteY1" fmla="*/ 0 h 2326822"/>
              <a:gd name="connsiteX2" fmla="*/ 4151249 w 4180116"/>
              <a:gd name="connsiteY2" fmla="*/ 957273 h 2326822"/>
              <a:gd name="connsiteX3" fmla="*/ 4180116 w 4180116"/>
              <a:gd name="connsiteY3" fmla="*/ 964899 h 2326822"/>
              <a:gd name="connsiteX4" fmla="*/ 4180116 w 4180116"/>
              <a:gd name="connsiteY4" fmla="*/ 2326822 h 2326822"/>
              <a:gd name="connsiteX5" fmla="*/ 0 w 4180116"/>
              <a:gd name="connsiteY5" fmla="*/ 2326822 h 2326822"/>
              <a:gd name="connsiteX6" fmla="*/ 0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0" y="0"/>
                </a:moveTo>
                <a:lnTo>
                  <a:pt x="3465739" y="0"/>
                </a:lnTo>
                <a:cubicBezTo>
                  <a:pt x="3465739" y="449780"/>
                  <a:pt x="3754099" y="830366"/>
                  <a:pt x="4151249" y="957273"/>
                </a:cubicBezTo>
                <a:lnTo>
                  <a:pt x="4180116" y="964899"/>
                </a:lnTo>
                <a:lnTo>
                  <a:pt x="4180116" y="2326822"/>
                </a:lnTo>
                <a:lnTo>
                  <a:pt x="0" y="2326822"/>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5" name="Forme libre : forme 14">
            <a:extLst>
              <a:ext uri="{FF2B5EF4-FFF2-40B4-BE49-F238E27FC236}">
                <a16:creationId xmlns:a16="http://schemas.microsoft.com/office/drawing/2014/main" id="{95FA1E75-88CB-80FF-E9AC-3313626B7E63}"/>
              </a:ext>
            </a:extLst>
          </p:cNvPr>
          <p:cNvSpPr/>
          <p:nvPr/>
        </p:nvSpPr>
        <p:spPr>
          <a:xfrm>
            <a:off x="4686298" y="2645375"/>
            <a:ext cx="4180116" cy="2223063"/>
          </a:xfrm>
          <a:custGeom>
            <a:avLst/>
            <a:gdLst>
              <a:gd name="connsiteX0" fmla="*/ 885828 w 4180116"/>
              <a:gd name="connsiteY0" fmla="*/ 0 h 2326822"/>
              <a:gd name="connsiteX1" fmla="*/ 4180116 w 4180116"/>
              <a:gd name="connsiteY1" fmla="*/ 0 h 2326822"/>
              <a:gd name="connsiteX2" fmla="*/ 4180116 w 4180116"/>
              <a:gd name="connsiteY2" fmla="*/ 2326822 h 2326822"/>
              <a:gd name="connsiteX3" fmla="*/ 0 w 4180116"/>
              <a:gd name="connsiteY3" fmla="*/ 2326822 h 2326822"/>
              <a:gd name="connsiteX4" fmla="*/ 0 w 4180116"/>
              <a:gd name="connsiteY4" fmla="*/ 997677 h 2326822"/>
              <a:gd name="connsiteX5" fmla="*/ 9948 w 4180116"/>
              <a:gd name="connsiteY5" fmla="*/ 997161 h 2326822"/>
              <a:gd name="connsiteX6" fmla="*/ 885828 w 4180116"/>
              <a:gd name="connsiteY6" fmla="*/ 0 h 232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0116" h="2326822">
                <a:moveTo>
                  <a:pt x="885828" y="0"/>
                </a:moveTo>
                <a:lnTo>
                  <a:pt x="4180116" y="0"/>
                </a:lnTo>
                <a:lnTo>
                  <a:pt x="4180116" y="2326822"/>
                </a:lnTo>
                <a:lnTo>
                  <a:pt x="0" y="2326822"/>
                </a:lnTo>
                <a:lnTo>
                  <a:pt x="0" y="997677"/>
                </a:lnTo>
                <a:lnTo>
                  <a:pt x="9948" y="997161"/>
                </a:lnTo>
                <a:cubicBezTo>
                  <a:pt x="501917" y="945832"/>
                  <a:pt x="885828" y="518977"/>
                  <a:pt x="885828" y="0"/>
                </a:cubicBez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solidFill>
                <a:srgbClr val="005D77"/>
              </a:solidFill>
              <a:latin typeface="Arial"/>
            </a:endParaRPr>
          </a:p>
        </p:txBody>
      </p:sp>
      <p:sp>
        <p:nvSpPr>
          <p:cNvPr id="12" name="ZoneTexte 11">
            <a:extLst>
              <a:ext uri="{FF2B5EF4-FFF2-40B4-BE49-F238E27FC236}">
                <a16:creationId xmlns:a16="http://schemas.microsoft.com/office/drawing/2014/main" id="{66C08837-63E1-4679-AEA8-08D6069785F1}"/>
              </a:ext>
            </a:extLst>
          </p:cNvPr>
          <p:cNvSpPr txBox="1"/>
          <p:nvPr/>
        </p:nvSpPr>
        <p:spPr>
          <a:xfrm>
            <a:off x="355717" y="634097"/>
            <a:ext cx="3778924" cy="307777"/>
          </a:xfrm>
          <a:prstGeom prst="rect">
            <a:avLst/>
          </a:prstGeom>
          <a:noFill/>
        </p:spPr>
        <p:txBody>
          <a:bodyPr wrap="square">
            <a:spAutoFit/>
          </a:bodyPr>
          <a:lstStyle/>
          <a:p>
            <a:endParaRPr lang="fr-FR" dirty="0">
              <a:solidFill>
                <a:srgbClr val="C2E9FF">
                  <a:lumMod val="10000"/>
                </a:srgbClr>
              </a:solidFill>
              <a:latin typeface="Montserrat Medium" panose="00000600000000000000" pitchFamily="2" charset="0"/>
              <a:ea typeface="+mn-ea"/>
            </a:endParaRPr>
          </a:p>
        </p:txBody>
      </p:sp>
      <p:sp>
        <p:nvSpPr>
          <p:cNvPr id="3" name="ZoneTexte 2">
            <a:extLst>
              <a:ext uri="{FF2B5EF4-FFF2-40B4-BE49-F238E27FC236}">
                <a16:creationId xmlns:a16="http://schemas.microsoft.com/office/drawing/2014/main" id="{F52414B9-4F6C-574C-6D18-22C71DC89E72}"/>
              </a:ext>
            </a:extLst>
          </p:cNvPr>
          <p:cNvSpPr txBox="1"/>
          <p:nvPr/>
        </p:nvSpPr>
        <p:spPr>
          <a:xfrm>
            <a:off x="482709" y="123751"/>
            <a:ext cx="3081050"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XGBOOST</a:t>
            </a:r>
          </a:p>
        </p:txBody>
      </p:sp>
      <p:sp>
        <p:nvSpPr>
          <p:cNvPr id="4" name="ZoneTexte 3">
            <a:extLst>
              <a:ext uri="{FF2B5EF4-FFF2-40B4-BE49-F238E27FC236}">
                <a16:creationId xmlns:a16="http://schemas.microsoft.com/office/drawing/2014/main" id="{1E72C0C1-6260-9141-7005-EC5A27335D5A}"/>
              </a:ext>
            </a:extLst>
          </p:cNvPr>
          <p:cNvSpPr txBox="1"/>
          <p:nvPr/>
        </p:nvSpPr>
        <p:spPr>
          <a:xfrm>
            <a:off x="4783229" y="143967"/>
            <a:ext cx="3570546"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a:t>
            </a:r>
            <a:r>
              <a:rPr lang="fr-FR" sz="1600" b="1" dirty="0" err="1">
                <a:solidFill>
                  <a:srgbClr val="EC6F09"/>
                </a:solidFill>
                <a:latin typeface="Montserrat Medium" panose="00000600000000000000" pitchFamily="2" charset="0"/>
                <a:ea typeface="+mn-ea"/>
              </a:rPr>
              <a:t>LightGBM</a:t>
            </a:r>
            <a:endParaRPr lang="fr-FR" sz="1600" b="1" dirty="0">
              <a:solidFill>
                <a:srgbClr val="EC6F09"/>
              </a:solidFill>
              <a:latin typeface="Montserrat Medium" panose="00000600000000000000" pitchFamily="2" charset="0"/>
              <a:ea typeface="+mn-ea"/>
            </a:endParaRPr>
          </a:p>
        </p:txBody>
      </p:sp>
      <p:sp>
        <p:nvSpPr>
          <p:cNvPr id="21" name="ZoneTexte 20">
            <a:extLst>
              <a:ext uri="{FF2B5EF4-FFF2-40B4-BE49-F238E27FC236}">
                <a16:creationId xmlns:a16="http://schemas.microsoft.com/office/drawing/2014/main" id="{81CBF26B-A22B-3801-9F9F-67C429E58A65}"/>
              </a:ext>
            </a:extLst>
          </p:cNvPr>
          <p:cNvSpPr txBox="1"/>
          <p:nvPr/>
        </p:nvSpPr>
        <p:spPr>
          <a:xfrm>
            <a:off x="184699" y="2734164"/>
            <a:ext cx="3562781"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SVM</a:t>
            </a:r>
          </a:p>
        </p:txBody>
      </p:sp>
      <p:sp>
        <p:nvSpPr>
          <p:cNvPr id="23" name="Rectangle 5">
            <a:extLst>
              <a:ext uri="{FF2B5EF4-FFF2-40B4-BE49-F238E27FC236}">
                <a16:creationId xmlns:a16="http://schemas.microsoft.com/office/drawing/2014/main" id="{93E8AE11-4F77-7302-40AA-B9D46FFB3500}"/>
              </a:ext>
            </a:extLst>
          </p:cNvPr>
          <p:cNvSpPr>
            <a:spLocks noChangeArrowheads="1"/>
          </p:cNvSpPr>
          <p:nvPr/>
        </p:nvSpPr>
        <p:spPr bwMode="auto">
          <a:xfrm>
            <a:off x="1" y="-18466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fr-FR" altLang="fr-FR" sz="1800" dirty="0">
              <a:solidFill>
                <a:srgbClr val="666466"/>
              </a:solidFill>
              <a:latin typeface="Arial" panose="020B0604020202020204" pitchFamily="34" charset="0"/>
              <a:ea typeface="+mn-ea"/>
            </a:endParaRPr>
          </a:p>
        </p:txBody>
      </p:sp>
      <p:sp>
        <p:nvSpPr>
          <p:cNvPr id="25" name="ZoneTexte 24">
            <a:extLst>
              <a:ext uri="{FF2B5EF4-FFF2-40B4-BE49-F238E27FC236}">
                <a16:creationId xmlns:a16="http://schemas.microsoft.com/office/drawing/2014/main" id="{39AC8FC2-9B60-2C71-66BD-49685570EC0E}"/>
              </a:ext>
            </a:extLst>
          </p:cNvPr>
          <p:cNvSpPr txBox="1"/>
          <p:nvPr/>
        </p:nvSpPr>
        <p:spPr>
          <a:xfrm>
            <a:off x="4845077" y="2680196"/>
            <a:ext cx="3862557" cy="338554"/>
          </a:xfrm>
          <a:prstGeom prst="rect">
            <a:avLst/>
          </a:prstGeom>
          <a:noFill/>
        </p:spPr>
        <p:txBody>
          <a:bodyPr wrap="square" rtlCol="0">
            <a:spAutoFit/>
          </a:bodyPr>
          <a:lstStyle/>
          <a:p>
            <a:pPr algn="ctr"/>
            <a:r>
              <a:rPr lang="fr-FR" sz="1600" b="1" dirty="0">
                <a:solidFill>
                  <a:srgbClr val="EC6F09"/>
                </a:solidFill>
                <a:latin typeface="Montserrat Medium" panose="00000600000000000000" pitchFamily="2" charset="0"/>
                <a:ea typeface="+mn-ea"/>
              </a:rPr>
              <a:t>   KNN</a:t>
            </a:r>
          </a:p>
        </p:txBody>
      </p:sp>
      <p:pic>
        <p:nvPicPr>
          <p:cNvPr id="5" name="Picture 4">
            <a:extLst>
              <a:ext uri="{FF2B5EF4-FFF2-40B4-BE49-F238E27FC236}">
                <a16:creationId xmlns:a16="http://schemas.microsoft.com/office/drawing/2014/main" id="{58446F5E-15B2-42B3-A954-78F3DD241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366" y="410575"/>
            <a:ext cx="3242628" cy="1861472"/>
          </a:xfrm>
          <a:prstGeom prst="rect">
            <a:avLst/>
          </a:prstGeom>
        </p:spPr>
      </p:pic>
      <p:pic>
        <p:nvPicPr>
          <p:cNvPr id="8" name="Picture 7">
            <a:extLst>
              <a:ext uri="{FF2B5EF4-FFF2-40B4-BE49-F238E27FC236}">
                <a16:creationId xmlns:a16="http://schemas.microsoft.com/office/drawing/2014/main" id="{CD8C385C-FB69-499F-A8E3-BF327F01A3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1834" y="472438"/>
            <a:ext cx="3193002" cy="1747483"/>
          </a:xfrm>
          <a:prstGeom prst="rect">
            <a:avLst/>
          </a:prstGeom>
        </p:spPr>
      </p:pic>
      <p:pic>
        <p:nvPicPr>
          <p:cNvPr id="6" name="Picture 5">
            <a:extLst>
              <a:ext uri="{FF2B5EF4-FFF2-40B4-BE49-F238E27FC236}">
                <a16:creationId xmlns:a16="http://schemas.microsoft.com/office/drawing/2014/main" id="{70C299DE-ECDA-4368-A2D2-08B1C6B2D8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300" y="3010410"/>
            <a:ext cx="3295869" cy="1791714"/>
          </a:xfrm>
          <a:prstGeom prst="rect">
            <a:avLst/>
          </a:prstGeom>
        </p:spPr>
      </p:pic>
      <p:pic>
        <p:nvPicPr>
          <p:cNvPr id="9" name="Picture 8">
            <a:extLst>
              <a:ext uri="{FF2B5EF4-FFF2-40B4-BE49-F238E27FC236}">
                <a16:creationId xmlns:a16="http://schemas.microsoft.com/office/drawing/2014/main" id="{84C9D180-F69B-494A-B95C-0F81B121D4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3339" y="3053571"/>
            <a:ext cx="3149049" cy="1705393"/>
          </a:xfrm>
          <a:prstGeom prst="rect">
            <a:avLst/>
          </a:prstGeom>
        </p:spPr>
      </p:pic>
      <p:sp>
        <p:nvSpPr>
          <p:cNvPr id="26" name="TextBox 25"/>
          <p:cNvSpPr txBox="1"/>
          <p:nvPr/>
        </p:nvSpPr>
        <p:spPr>
          <a:xfrm>
            <a:off x="254000" y="4889500"/>
            <a:ext cx="1576072" cy="400110"/>
          </a:xfrm>
          <a:prstGeom prst="rect">
            <a:avLst/>
          </a:prstGeom>
          <a:noFill/>
        </p:spPr>
        <p:txBody>
          <a:bodyPr wrap="none">
            <a:spAutoFit/>
          </a:bodyPr>
          <a:lstStyle/>
          <a:p>
            <a:r>
              <a:rPr sz="1000" dirty="0">
                <a:solidFill>
                  <a:srgbClr val="FFFFFF"/>
                </a:solidFill>
                <a:latin typeface="Arial"/>
              </a:rPr>
              <a:t>57</a:t>
            </a:r>
            <a:r>
              <a:rPr lang="fr-FR" sz="1000" dirty="0">
                <a:solidFill>
                  <a:srgbClr val="FFFFFF"/>
                </a:solidFill>
                <a:latin typeface="Arial"/>
              </a:rPr>
              <a:t>  </a:t>
            </a:r>
            <a:r>
              <a:rPr lang="fr-FR" sz="1000" dirty="0">
                <a:solidFill>
                  <a:srgbClr val="FFFFFF"/>
                </a:solidFill>
              </a:rPr>
              <a:t>| Approche proposée</a:t>
            </a:r>
          </a:p>
          <a:p>
            <a:endParaRPr sz="1000" dirty="0">
              <a:solidFill>
                <a:srgbClr val="FFFFFF"/>
              </a:solidFill>
              <a:latin typeface="Arial"/>
            </a:endParaRPr>
          </a:p>
        </p:txBody>
      </p:sp>
      <p:sp>
        <p:nvSpPr>
          <p:cNvPr id="2" name="Organigramme : Connecteur 1">
            <a:extLst>
              <a:ext uri="{FF2B5EF4-FFF2-40B4-BE49-F238E27FC236}">
                <a16:creationId xmlns:a16="http://schemas.microsoft.com/office/drawing/2014/main" id="{797F0F9D-F13D-4AEE-F2AA-3B1E67460A25}"/>
              </a:ext>
            </a:extLst>
          </p:cNvPr>
          <p:cNvSpPr/>
          <p:nvPr/>
        </p:nvSpPr>
        <p:spPr>
          <a:xfrm>
            <a:off x="3320932" y="2211807"/>
            <a:ext cx="2482465" cy="975709"/>
          </a:xfrm>
          <a:prstGeom prst="flowChartConnector">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D9F1FF"/>
                </a:solidFill>
                <a:latin typeface="Montserrat Medium" panose="00000600000000000000" pitchFamily="2" charset="0"/>
              </a:rPr>
              <a:t>Les courbes ROC :</a:t>
            </a:r>
            <a:endParaRPr lang="fr-FR" sz="1600" dirty="0">
              <a:solidFill>
                <a:srgbClr val="D9F1FF"/>
              </a:solidFill>
              <a:latin typeface="Montserrat Medium" panose="00000600000000000000" pitchFamily="2" charset="0"/>
            </a:endParaRPr>
          </a:p>
          <a:p>
            <a:pPr algn="ctr"/>
            <a:endParaRPr lang="fr-FR" dirty="0">
              <a:solidFill>
                <a:srgbClr val="005D77"/>
              </a:solidFill>
              <a:latin typeface="Arial"/>
            </a:endParaRPr>
          </a:p>
        </p:txBody>
      </p:sp>
    </p:spTree>
    <p:extLst>
      <p:ext uri="{BB962C8B-B14F-4D97-AF65-F5344CB8AC3E}">
        <p14:creationId xmlns:p14="http://schemas.microsoft.com/office/powerpoint/2010/main" val="29393928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0-#ppt_h/2"/>
                                          </p:val>
                                        </p:tav>
                                        <p:tav tm="100000">
                                          <p:val>
                                            <p:strVal val="#ppt_y"/>
                                          </p:val>
                                        </p:tav>
                                      </p:tavLst>
                                    </p:anim>
                                  </p:childTnLst>
                                </p:cTn>
                              </p:par>
                              <p:par>
                                <p:cTn id="17" presetID="2" presetClass="entr" presetSubtype="9"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3"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1+#ppt_w/2"/>
                                          </p:val>
                                        </p:tav>
                                        <p:tav tm="100000">
                                          <p:val>
                                            <p:strVal val="#ppt_x"/>
                                          </p:val>
                                        </p:tav>
                                      </p:tavLst>
                                    </p:anim>
                                    <p:anim calcmode="lin" valueType="num">
                                      <p:cBhvr additive="base">
                                        <p:cTn id="26" dur="500" fill="hold"/>
                                        <p:tgtEl>
                                          <p:spTgt spid="18"/>
                                        </p:tgtEl>
                                        <p:attrNameLst>
                                          <p:attrName>ppt_y</p:attrName>
                                        </p:attrNameLst>
                                      </p:cBhvr>
                                      <p:tavLst>
                                        <p:tav tm="0">
                                          <p:val>
                                            <p:strVal val="0-#ppt_h/2"/>
                                          </p:val>
                                        </p:tav>
                                        <p:tav tm="100000">
                                          <p:val>
                                            <p:strVal val="#ppt_y"/>
                                          </p:val>
                                        </p:tav>
                                      </p:tavLst>
                                    </p:anim>
                                  </p:childTnLst>
                                </p:cTn>
                              </p:par>
                              <p:par>
                                <p:cTn id="27" presetID="2" presetClass="entr" presetSubtype="3"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1+#ppt_w/2"/>
                                          </p:val>
                                        </p:tav>
                                        <p:tav tm="100000">
                                          <p:val>
                                            <p:strVal val="#ppt_x"/>
                                          </p:val>
                                        </p:tav>
                                      </p:tavLst>
                                    </p:anim>
                                    <p:anim calcmode="lin" valueType="num">
                                      <p:cBhvr additive="base">
                                        <p:cTn id="30" dur="500" fill="hold"/>
                                        <p:tgtEl>
                                          <p:spTgt spid="4"/>
                                        </p:tgtEl>
                                        <p:attrNameLst>
                                          <p:attrName>ppt_y</p:attrName>
                                        </p:attrNameLst>
                                      </p:cBhvr>
                                      <p:tavLst>
                                        <p:tav tm="0">
                                          <p:val>
                                            <p:strVal val="0-#ppt_h/2"/>
                                          </p:val>
                                        </p:tav>
                                        <p:tav tm="100000">
                                          <p:val>
                                            <p:strVal val="#ppt_y"/>
                                          </p:val>
                                        </p:tav>
                                      </p:tavLst>
                                    </p:anim>
                                  </p:childTnLst>
                                </p:cTn>
                              </p:par>
                              <p:par>
                                <p:cTn id="31" presetID="2" presetClass="entr" presetSubtype="3"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1+#ppt_w/2"/>
                                          </p:val>
                                        </p:tav>
                                        <p:tav tm="100000">
                                          <p:val>
                                            <p:strVal val="#ppt_x"/>
                                          </p:val>
                                        </p:tav>
                                      </p:tavLst>
                                    </p:anim>
                                    <p:anim calcmode="lin" valueType="num">
                                      <p:cBhvr additive="base">
                                        <p:cTn id="3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6"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500" fill="hold"/>
                                        <p:tgtEl>
                                          <p:spTgt spid="25"/>
                                        </p:tgtEl>
                                        <p:attrNameLst>
                                          <p:attrName>ppt_x</p:attrName>
                                        </p:attrNameLst>
                                      </p:cBhvr>
                                      <p:tavLst>
                                        <p:tav tm="0">
                                          <p:val>
                                            <p:strVal val="1+#ppt_w/2"/>
                                          </p:val>
                                        </p:tav>
                                        <p:tav tm="100000">
                                          <p:val>
                                            <p:strVal val="#ppt_x"/>
                                          </p:val>
                                        </p:tav>
                                      </p:tavLst>
                                    </p:anim>
                                    <p:anim calcmode="lin" valueType="num">
                                      <p:cBhvr additive="base">
                                        <p:cTn id="44" dur="500" fill="hold"/>
                                        <p:tgtEl>
                                          <p:spTgt spid="25"/>
                                        </p:tgtEl>
                                        <p:attrNameLst>
                                          <p:attrName>ppt_y</p:attrName>
                                        </p:attrNameLst>
                                      </p:cBhvr>
                                      <p:tavLst>
                                        <p:tav tm="0">
                                          <p:val>
                                            <p:strVal val="1+#ppt_h/2"/>
                                          </p:val>
                                        </p:tav>
                                        <p:tav tm="100000">
                                          <p:val>
                                            <p:strVal val="#ppt_y"/>
                                          </p:val>
                                        </p:tav>
                                      </p:tavLst>
                                    </p:anim>
                                  </p:childTnLst>
                                </p:cTn>
                              </p:par>
                              <p:par>
                                <p:cTn id="45" presetID="2" presetClass="entr" presetSubtype="6"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500" fill="hold"/>
                                        <p:tgtEl>
                                          <p:spTgt spid="9"/>
                                        </p:tgtEl>
                                        <p:attrNameLst>
                                          <p:attrName>ppt_x</p:attrName>
                                        </p:attrNameLst>
                                      </p:cBhvr>
                                      <p:tavLst>
                                        <p:tav tm="0">
                                          <p:val>
                                            <p:strVal val="1+#ppt_w/2"/>
                                          </p:val>
                                        </p:tav>
                                        <p:tav tm="100000">
                                          <p:val>
                                            <p:strVal val="#ppt_x"/>
                                          </p:val>
                                        </p:tav>
                                      </p:tavLst>
                                    </p:anim>
                                    <p:anim calcmode="lin" valueType="num">
                                      <p:cBhvr additive="base">
                                        <p:cTn id="4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12"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0-#ppt_w/2"/>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par>
                                <p:cTn id="55" presetID="2" presetClass="entr" presetSubtype="12"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additive="base">
                                        <p:cTn id="57" dur="500" fill="hold"/>
                                        <p:tgtEl>
                                          <p:spTgt spid="21"/>
                                        </p:tgtEl>
                                        <p:attrNameLst>
                                          <p:attrName>ppt_x</p:attrName>
                                        </p:attrNameLst>
                                      </p:cBhvr>
                                      <p:tavLst>
                                        <p:tav tm="0">
                                          <p:val>
                                            <p:strVal val="0-#ppt_w/2"/>
                                          </p:val>
                                        </p:tav>
                                        <p:tav tm="100000">
                                          <p:val>
                                            <p:strVal val="#ppt_x"/>
                                          </p:val>
                                        </p:tav>
                                      </p:tavLst>
                                    </p:anim>
                                    <p:anim calcmode="lin" valueType="num">
                                      <p:cBhvr additive="base">
                                        <p:cTn id="58" dur="500" fill="hold"/>
                                        <p:tgtEl>
                                          <p:spTgt spid="21"/>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0-#ppt_w/2"/>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16" grpId="0" animBg="1"/>
      <p:bldP spid="15" grpId="0" animBg="1"/>
      <p:bldP spid="12" grpId="0"/>
      <p:bldP spid="3" grpId="0"/>
      <p:bldP spid="4" grpId="0"/>
      <p:bldP spid="21" grpId="0"/>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F46D79-196C-8BAF-1020-98BE462B3BA8}"/>
            </a:ext>
          </a:extLst>
        </p:cNvPr>
        <p:cNvGrpSpPr/>
        <p:nvPr/>
      </p:nvGrpSpPr>
      <p:grpSpPr>
        <a:xfrm>
          <a:off x="0" y="0"/>
          <a:ext cx="0" cy="0"/>
          <a:chOff x="0" y="0"/>
          <a:chExt cx="0" cy="0"/>
        </a:xfrm>
      </p:grpSpPr>
      <p:sp>
        <p:nvSpPr>
          <p:cNvPr id="2" name="!!1">
            <a:extLst>
              <a:ext uri="{FF2B5EF4-FFF2-40B4-BE49-F238E27FC236}">
                <a16:creationId xmlns:a16="http://schemas.microsoft.com/office/drawing/2014/main" id="{B7CF8A5A-89E6-A8E2-462B-5451A37008EE}"/>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9DFC4F90-DAEF-AB2F-1059-DE4B1905CD1C}"/>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AFAC50E0-054B-1DDB-9A96-AC616E58CE02}"/>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2DC0BD19-2567-25B0-9841-35710159F3C9}"/>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02F8B740-4646-AF49-C06E-507E33CB1FC6}"/>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C02375EA-9B97-A082-32A4-5D4FD2AC6F36}"/>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490FFD58-912C-4A45-81E2-9D296247BC78}"/>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D3F1485E-37E2-ADB4-36FD-ECA09A9B64C0}"/>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1976FE53-92B8-19DD-78AA-E8CFC7BC8674}"/>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84D6C457-3E6B-2D3F-6CA6-F1F01FBD8059}"/>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53F94DFA-5A67-2964-587E-57D7D973D9F8}"/>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2CFD39F6-A8FD-4BD1-45F5-656A0ED8A0B5}"/>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C2692489-400A-4BC2-2FDA-BFAC654EE86F}"/>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AA7260D0-F4F0-7578-7290-53997A07F0EB}"/>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B1046223-6B6E-63A3-1DF1-C3EDC5670E4E}"/>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F54D42D4-D76B-67B1-380B-81FF84238F8D}"/>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1C3C7E50-BA47-AEF8-61E1-B3631D0CC981}"/>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C96D7271-792C-531E-F804-A998D9F8E94C}"/>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0498D064-BDAF-DC6D-861C-53A2C963454A}"/>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33C12B47-0CC4-2A34-6468-B89912B04510}"/>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F8FD6479-39D3-7DC2-3207-E96A6CC66640}"/>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5086DEC1-7D32-99FE-6AF9-A9DA09ACBDE0}"/>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F7C11B46-7B7C-1CF4-2DB4-12DD43EA7AD0}"/>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C6DA925E-8763-E17D-90FD-C82E015B15CE}"/>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5F06BA08-96C1-CDDC-E036-1E8A119F047F}"/>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0D83CA95-6C9F-C955-14E6-E385C1AD40A9}"/>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532E2867-3286-D48A-C59E-A91C76DDCFCF}"/>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46152849-80BF-10D3-FD5E-FED0AF12CDD2}"/>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A30E5A66-2EAB-E5C5-1D90-AAB3ADEB045B}"/>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549E60B3-C635-6262-672A-FCB97E7E9C66}"/>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3B228E52-16E5-A162-D568-91C5A49C7E37}"/>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F58BD2B3-D223-D14F-F912-2E42E27CDABC}"/>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64991882-E0D2-A790-707E-6DDFA424677F}"/>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6D10D51F-46A0-F2DF-CB6F-4E981C98A9F8}"/>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B31857C1-D422-1E54-237E-0E5A17AFED13}"/>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7DB473EB-C1E8-4427-60BF-4378DE8C815B}"/>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CE6FFDF1-904B-B12A-EF7B-8B43FFF4B68C}"/>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6A869842-C58F-D87C-052A-370483B32D74}"/>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83247C85-D747-55DE-C9BA-14B02AF1A56D}"/>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6181226E-3D7D-2468-72B2-1574521E19FE}"/>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5754A2A0-2758-A1BA-F343-3C202320CF48}"/>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5C1022DD-FCA8-A4FE-EF8D-8322625F8A94}"/>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70C3F30D-0345-D434-B668-D5CE0A2BB1DD}"/>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C3AC43BA-75F0-116F-A07E-2CB51D8AE4F3}"/>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39B15E54-D099-7FBD-14B5-13237663AA05}"/>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874CBF03-412B-0639-87E6-2CB5E2E1B55C}"/>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AA91923B-5443-70C1-2A09-9A1FECC7119D}"/>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91B2B809-426E-83A4-EC07-23D6B97F7874}"/>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B71A3DD8-E8D1-1376-C785-3AF612C2328B}"/>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E4DBBF80-7F92-2A1B-917E-EE1EA13D26E2}"/>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6610F5A9-3B08-4DB3-3D17-33AE7B1BD6C8}"/>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E0908534-9061-D517-8E10-B0196C3BF907}"/>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A9993B0F-1C95-3960-6F36-17291FE06166}"/>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CC3EE37A-5251-664C-8B91-22AE24BE2BE0}"/>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BAFBBE10-B75F-47B2-9DCE-E018F6DCCBEF}"/>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F3382DFB-5518-EE78-AC97-5DD2452D1E7B}"/>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4136FA34-9AD0-67CD-DD77-D9D101E0C491}"/>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B67AAAFE-5EC3-4E8D-C94B-2ACA58FF812A}"/>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26C2A330-AD81-3458-0D5D-DCA21F1C93B3}"/>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8950069D-5DC2-8ED8-BD19-F096037376E0}"/>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C9F0950A-F2B6-3B3D-A7F1-E18A5542CDBA}"/>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7F2ECD5B-D968-BE70-D85F-179059203F60}"/>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1C3C9100-B770-2D21-57A7-7DDCDA3A3195}"/>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565E11DF-68B1-4679-0F3E-B1C9935C8CC5}"/>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8B08D984-DCB1-A0B1-F19E-723957968A09}"/>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22B69888-D238-3A80-80EE-42CD852EAC43}"/>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C4B7A23A-8365-653D-AB13-99F5222A605C}"/>
              </a:ext>
            </a:extLst>
          </p:cNvPr>
          <p:cNvSpPr txBox="1">
            <a:spLocks/>
          </p:cNvSpPr>
          <p:nvPr/>
        </p:nvSpPr>
        <p:spPr>
          <a:xfrm>
            <a:off x="214250" y="1891102"/>
            <a:ext cx="5731146" cy="2684267"/>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sz="4800" dirty="0">
                <a:solidFill>
                  <a:schemeClr val="accent1"/>
                </a:solidFill>
              </a:rPr>
              <a:t>Déploiement</a:t>
            </a:r>
          </a:p>
        </p:txBody>
      </p:sp>
      <p:sp>
        <p:nvSpPr>
          <p:cNvPr id="71" name="TextBox 70"/>
          <p:cNvSpPr txBox="1"/>
          <p:nvPr/>
        </p:nvSpPr>
        <p:spPr>
          <a:xfrm>
            <a:off x="254000" y="4889500"/>
            <a:ext cx="1217000" cy="400110"/>
          </a:xfrm>
          <a:prstGeom prst="rect">
            <a:avLst/>
          </a:prstGeom>
          <a:noFill/>
        </p:spPr>
        <p:txBody>
          <a:bodyPr wrap="none">
            <a:spAutoFit/>
          </a:bodyPr>
          <a:lstStyle/>
          <a:p>
            <a:r>
              <a:rPr sz="1000" dirty="0">
                <a:solidFill>
                  <a:srgbClr val="FFFFFF"/>
                </a:solidFill>
                <a:latin typeface="Arial"/>
              </a:rPr>
              <a:t>58</a:t>
            </a:r>
            <a:r>
              <a:rPr lang="fr-FR" sz="1000" dirty="0">
                <a:solidFill>
                  <a:srgbClr val="FFFFFF"/>
                </a:solidFill>
                <a:latin typeface="Arial"/>
              </a:rPr>
              <a:t>  </a:t>
            </a:r>
            <a:r>
              <a:rPr lang="fr-FR" sz="1000" dirty="0">
                <a:solidFill>
                  <a:srgbClr val="FFFFFF"/>
                </a:solidFill>
              </a:rPr>
              <a:t>|  Déploiement</a:t>
            </a:r>
          </a:p>
          <a:p>
            <a:endParaRPr sz="1000" dirty="0">
              <a:solidFill>
                <a:srgbClr val="FFFFFF"/>
              </a:solidFill>
              <a:latin typeface="Arial"/>
            </a:endParaRPr>
          </a:p>
        </p:txBody>
      </p:sp>
    </p:spTree>
    <p:extLst>
      <p:ext uri="{BB962C8B-B14F-4D97-AF65-F5344CB8AC3E}">
        <p14:creationId xmlns:p14="http://schemas.microsoft.com/office/powerpoint/2010/main" val="30108114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E99CF-BB01-48ED-8803-1DBB856E1CE7}"/>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D24FA753-EB81-D31D-EE63-44B86B8B5DB1}"/>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74C1FD89-DB9F-C693-C964-B6E128E47EA9}"/>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pic>
        <p:nvPicPr>
          <p:cNvPr id="10" name="Picture 9" descr="A black and white logo&#10;&#10;Description automatically generated">
            <a:extLst>
              <a:ext uri="{FF2B5EF4-FFF2-40B4-BE49-F238E27FC236}">
                <a16:creationId xmlns:a16="http://schemas.microsoft.com/office/drawing/2014/main" id="{FB8E7556-D59F-A4EE-2785-18A5734D8DCF}"/>
              </a:ext>
            </a:extLst>
          </p:cNvPr>
          <p:cNvPicPr>
            <a:picLocks noChangeAspect="1"/>
          </p:cNvPicPr>
          <p:nvPr/>
        </p:nvPicPr>
        <p:blipFill>
          <a:blip r:embed="rId2"/>
          <a:stretch>
            <a:fillRect/>
          </a:stretch>
        </p:blipFill>
        <p:spPr>
          <a:xfrm>
            <a:off x="6468455" y="2397545"/>
            <a:ext cx="1630393" cy="1436299"/>
          </a:xfrm>
          <a:prstGeom prst="rect">
            <a:avLst/>
          </a:prstGeom>
        </p:spPr>
      </p:pic>
      <p:sp>
        <p:nvSpPr>
          <p:cNvPr id="16" name="!!3">
            <a:extLst>
              <a:ext uri="{FF2B5EF4-FFF2-40B4-BE49-F238E27FC236}">
                <a16:creationId xmlns:a16="http://schemas.microsoft.com/office/drawing/2014/main" id="{968AF864-9AC5-3530-033C-CB5522A6F004}"/>
              </a:ext>
            </a:extLst>
          </p:cNvPr>
          <p:cNvSpPr/>
          <p:nvPr/>
        </p:nvSpPr>
        <p:spPr>
          <a:xfrm flipH="1">
            <a:off x="5341063" y="1154745"/>
            <a:ext cx="2831130" cy="3555332"/>
          </a:xfrm>
          <a:prstGeom prst="rect">
            <a:avLst/>
          </a:prstGeom>
          <a:gradFill>
            <a:gsLst>
              <a:gs pos="37000">
                <a:schemeClr val="accent1">
                  <a:lumMod val="40000"/>
                  <a:lumOff val="60000"/>
                </a:schemeClr>
              </a:gs>
              <a:gs pos="84000">
                <a:srgbClr val="78B3CE"/>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9" name="!!2">
            <a:extLst>
              <a:ext uri="{FF2B5EF4-FFF2-40B4-BE49-F238E27FC236}">
                <a16:creationId xmlns:a16="http://schemas.microsoft.com/office/drawing/2014/main" id="{E7D75D0B-FD1D-8FF4-45C4-AC9AE9699C3D}"/>
              </a:ext>
            </a:extLst>
          </p:cNvPr>
          <p:cNvSpPr/>
          <p:nvPr/>
        </p:nvSpPr>
        <p:spPr>
          <a:xfrm>
            <a:off x="985810" y="1154745"/>
            <a:ext cx="2817128" cy="3555332"/>
          </a:xfrm>
          <a:prstGeom prst="rect">
            <a:avLst/>
          </a:prstGeom>
          <a:gradFill>
            <a:gsLst>
              <a:gs pos="37000">
                <a:schemeClr val="accent1">
                  <a:lumMod val="60000"/>
                  <a:lumOff val="40000"/>
                </a:schemeClr>
              </a:gs>
              <a:gs pos="84000">
                <a:schemeClr val="accent1">
                  <a:lumMod val="20000"/>
                  <a:lumOff val="80000"/>
                </a:schemeClr>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8" name="ZoneTexte 7">
            <a:extLst>
              <a:ext uri="{FF2B5EF4-FFF2-40B4-BE49-F238E27FC236}">
                <a16:creationId xmlns:a16="http://schemas.microsoft.com/office/drawing/2014/main" id="{9E184F28-25EE-220E-E918-9EFB0E4C7ADA}"/>
              </a:ext>
            </a:extLst>
          </p:cNvPr>
          <p:cNvSpPr txBox="1"/>
          <p:nvPr/>
        </p:nvSpPr>
        <p:spPr>
          <a:xfrm>
            <a:off x="1173754" y="3708263"/>
            <a:ext cx="2692647" cy="338554"/>
          </a:xfrm>
          <a:prstGeom prst="rect">
            <a:avLst/>
          </a:prstGeom>
          <a:noFill/>
        </p:spPr>
        <p:txBody>
          <a:bodyPr wrap="square" rtlCol="0">
            <a:spAutoFit/>
          </a:bodyPr>
          <a:lstStyle/>
          <a:p>
            <a:r>
              <a:rPr lang="fr-FR" sz="1600" b="1" dirty="0">
                <a:solidFill>
                  <a:schemeClr val="accent3"/>
                </a:solidFill>
                <a:latin typeface="Montserrat Medium" panose="00000600000000000000" pitchFamily="2" charset="0"/>
              </a:rPr>
              <a:t>Objectif de l’interface</a:t>
            </a:r>
          </a:p>
        </p:txBody>
      </p:sp>
      <p:sp>
        <p:nvSpPr>
          <p:cNvPr id="12" name="ZoneTexte 11">
            <a:extLst>
              <a:ext uri="{FF2B5EF4-FFF2-40B4-BE49-F238E27FC236}">
                <a16:creationId xmlns:a16="http://schemas.microsoft.com/office/drawing/2014/main" id="{E3AEBDBF-6687-8F0F-1F92-C6DB3896BA30}"/>
              </a:ext>
            </a:extLst>
          </p:cNvPr>
          <p:cNvSpPr txBox="1"/>
          <p:nvPr/>
        </p:nvSpPr>
        <p:spPr>
          <a:xfrm>
            <a:off x="6010037" y="3708263"/>
            <a:ext cx="1733530" cy="338554"/>
          </a:xfrm>
          <a:prstGeom prst="rect">
            <a:avLst/>
          </a:prstGeom>
          <a:noFill/>
        </p:spPr>
        <p:txBody>
          <a:bodyPr wrap="square" rtlCol="0">
            <a:spAutoFit/>
          </a:bodyPr>
          <a:lstStyle/>
          <a:p>
            <a:r>
              <a:rPr lang="fr-FR" sz="1600" b="1" dirty="0">
                <a:solidFill>
                  <a:schemeClr val="accent3"/>
                </a:solidFill>
                <a:latin typeface="Montserrat Medium" panose="00000600000000000000" pitchFamily="2" charset="0"/>
              </a:rPr>
              <a:t>Outils Utilisés</a:t>
            </a:r>
          </a:p>
        </p:txBody>
      </p:sp>
      <p:pic>
        <p:nvPicPr>
          <p:cNvPr id="18" name="Image 17">
            <a:extLst>
              <a:ext uri="{FF2B5EF4-FFF2-40B4-BE49-F238E27FC236}">
                <a16:creationId xmlns:a16="http://schemas.microsoft.com/office/drawing/2014/main" id="{22ED97B7-F2A1-620C-7423-E7E78F62DDB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290616" y="1439610"/>
            <a:ext cx="2209831" cy="2209831"/>
          </a:xfrm>
          <a:prstGeom prst="rect">
            <a:avLst/>
          </a:prstGeom>
        </p:spPr>
      </p:pic>
      <p:pic>
        <p:nvPicPr>
          <p:cNvPr id="20" name="Image 19">
            <a:extLst>
              <a:ext uri="{FF2B5EF4-FFF2-40B4-BE49-F238E27FC236}">
                <a16:creationId xmlns:a16="http://schemas.microsoft.com/office/drawing/2014/main" id="{C546FC66-2C8D-C2BA-A96C-58DEBEFF372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657726" y="1415490"/>
            <a:ext cx="2093409" cy="2093409"/>
          </a:xfrm>
          <a:prstGeom prst="rect">
            <a:avLst/>
          </a:prstGeom>
        </p:spPr>
      </p:pic>
      <p:sp>
        <p:nvSpPr>
          <p:cNvPr id="21" name="TextBox 20"/>
          <p:cNvSpPr txBox="1"/>
          <p:nvPr/>
        </p:nvSpPr>
        <p:spPr>
          <a:xfrm>
            <a:off x="254000" y="4889500"/>
            <a:ext cx="1217000" cy="400110"/>
          </a:xfrm>
          <a:prstGeom prst="rect">
            <a:avLst/>
          </a:prstGeom>
          <a:noFill/>
        </p:spPr>
        <p:txBody>
          <a:bodyPr wrap="none">
            <a:spAutoFit/>
          </a:bodyPr>
          <a:lstStyle/>
          <a:p>
            <a:r>
              <a:rPr lang="fr-FR" sz="1000" dirty="0">
                <a:solidFill>
                  <a:srgbClr val="FFFFFF"/>
                </a:solidFill>
              </a:rPr>
              <a:t>59  |  Déploiement</a:t>
            </a:r>
          </a:p>
          <a:p>
            <a:r>
              <a:rPr lang="fr-FR" sz="1000" dirty="0">
                <a:solidFill>
                  <a:srgbClr val="FFFFFF"/>
                </a:solidFill>
              </a:rPr>
              <a:t> </a:t>
            </a:r>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972500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4" name="!!3">
            <a:extLst>
              <a:ext uri="{FF2B5EF4-FFF2-40B4-BE49-F238E27FC236}">
                <a16:creationId xmlns:a16="http://schemas.microsoft.com/office/drawing/2014/main" id="{7CAAB001-8081-455E-B3F7-ADBF7D528DAB}"/>
              </a:ext>
            </a:extLst>
          </p:cNvPr>
          <p:cNvSpPr/>
          <p:nvPr/>
        </p:nvSpPr>
        <p:spPr>
          <a:xfrm flipH="1">
            <a:off x="5344204" y="1135623"/>
            <a:ext cx="2831130" cy="3555332"/>
          </a:xfrm>
          <a:prstGeom prst="rect">
            <a:avLst/>
          </a:prstGeom>
          <a:gradFill>
            <a:gsLst>
              <a:gs pos="37000">
                <a:schemeClr val="accent1">
                  <a:lumMod val="40000"/>
                  <a:lumOff val="60000"/>
                </a:schemeClr>
              </a:gs>
              <a:gs pos="84000">
                <a:srgbClr val="78B3CE"/>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9" name="!!2">
            <a:extLst>
              <a:ext uri="{FF2B5EF4-FFF2-40B4-BE49-F238E27FC236}">
                <a16:creationId xmlns:a16="http://schemas.microsoft.com/office/drawing/2014/main" id="{E7D75D0B-FD1D-8FF4-45C4-AC9AE9699C3D}"/>
              </a:ext>
            </a:extLst>
          </p:cNvPr>
          <p:cNvSpPr/>
          <p:nvPr/>
        </p:nvSpPr>
        <p:spPr>
          <a:xfrm flipH="1">
            <a:off x="968666" y="1135623"/>
            <a:ext cx="2831130" cy="3555332"/>
          </a:xfrm>
          <a:prstGeom prst="rect">
            <a:avLst/>
          </a:prstGeom>
          <a:gradFill>
            <a:gsLst>
              <a:gs pos="37000">
                <a:schemeClr val="accent1">
                  <a:lumMod val="60000"/>
                  <a:lumOff val="40000"/>
                </a:schemeClr>
              </a:gs>
              <a:gs pos="84000">
                <a:schemeClr val="accent1">
                  <a:lumMod val="20000"/>
                  <a:lumOff val="80000"/>
                </a:schemeClr>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sz="2400" dirty="0">
              <a:solidFill>
                <a:schemeClr val="tx1"/>
              </a:solidFill>
              <a:latin typeface="Bookman Old Style"/>
              <a:ea typeface="Calibri"/>
              <a:cs typeface="Calibri"/>
            </a:endParaRPr>
          </a:p>
        </p:txBody>
      </p:sp>
      <p:sp>
        <p:nvSpPr>
          <p:cNvPr id="4" name="ZoneTexte 3">
            <a:extLst>
              <a:ext uri="{FF2B5EF4-FFF2-40B4-BE49-F238E27FC236}">
                <a16:creationId xmlns:a16="http://schemas.microsoft.com/office/drawing/2014/main" id="{1D8E99CF-BB01-48ED-8803-1DBB856E1CE7}"/>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17" name="Rectangle 1">
            <a:extLst>
              <a:ext uri="{FF2B5EF4-FFF2-40B4-BE49-F238E27FC236}">
                <a16:creationId xmlns:a16="http://schemas.microsoft.com/office/drawing/2014/main" id="{598FBF25-28C9-352F-5D5B-194FC1B62587}"/>
              </a:ext>
            </a:extLst>
          </p:cNvPr>
          <p:cNvSpPr>
            <a:spLocks noChangeArrowheads="1"/>
          </p:cNvSpPr>
          <p:nvPr/>
        </p:nvSpPr>
        <p:spPr bwMode="auto">
          <a:xfrm rot="10800000" flipV="1">
            <a:off x="968666" y="1759127"/>
            <a:ext cx="275603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600" b="0" i="0" u="none" strike="noStrike" cap="none" normalizeH="0" baseline="0" dirty="0">
                <a:ln>
                  <a:noFill/>
                </a:ln>
                <a:solidFill>
                  <a:schemeClr val="accent1">
                    <a:lumMod val="10000"/>
                  </a:schemeClr>
                </a:solidFill>
                <a:effectLst/>
                <a:latin typeface="Montserrat Medium" panose="00000600000000000000" pitchFamily="2" charset="0"/>
              </a:rPr>
              <a:t>Faciliter l’accès aux modèles de détection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600" b="0" i="0" u="none" strike="noStrike" cap="none" normalizeH="0" baseline="0" dirty="0">
                <a:ln>
                  <a:noFill/>
                </a:ln>
                <a:solidFill>
                  <a:schemeClr val="accent1">
                    <a:lumMod val="10000"/>
                  </a:schemeClr>
                </a:solidFill>
                <a:effectLst/>
                <a:latin typeface="Montserrat Medium" panose="00000600000000000000" pitchFamily="2" charset="0"/>
              </a:rPr>
              <a:t>Aucune compétence technique requise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600" b="0" i="0" u="none" strike="noStrike" cap="none" normalizeH="0" baseline="0" dirty="0">
                <a:ln>
                  <a:noFill/>
                </a:ln>
                <a:solidFill>
                  <a:schemeClr val="accent1">
                    <a:lumMod val="10000"/>
                  </a:schemeClr>
                </a:solidFill>
                <a:effectLst/>
                <a:latin typeface="Montserrat Medium" panose="00000600000000000000" pitchFamily="2" charset="0"/>
              </a:rPr>
              <a:t>Développée avec </a:t>
            </a:r>
            <a:r>
              <a:rPr kumimoji="0" lang="fr-FR" altLang="fr-FR" sz="1600" b="1" i="0" u="none" strike="noStrike" cap="none" normalizeH="0" baseline="0" dirty="0" err="1">
                <a:ln>
                  <a:noFill/>
                </a:ln>
                <a:solidFill>
                  <a:schemeClr val="accent1">
                    <a:lumMod val="10000"/>
                  </a:schemeClr>
                </a:solidFill>
                <a:effectLst/>
                <a:latin typeface="Montserrat Medium" panose="00000600000000000000" pitchFamily="2" charset="0"/>
              </a:rPr>
              <a:t>Streamlit</a:t>
            </a:r>
            <a:r>
              <a:rPr lang="fr-FR" altLang="fr-FR" sz="1600" dirty="0">
                <a:solidFill>
                  <a:schemeClr val="accent1">
                    <a:lumMod val="10000"/>
                  </a:schemeClr>
                </a:solidFill>
                <a:latin typeface="Montserrat Medium" panose="00000600000000000000" pitchFamily="2" charset="0"/>
              </a:rPr>
              <a:t>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600" b="0" i="0" u="none" strike="noStrike" cap="none" normalizeH="0" baseline="0" dirty="0">
                <a:ln>
                  <a:noFill/>
                </a:ln>
                <a:solidFill>
                  <a:schemeClr val="accent1">
                    <a:lumMod val="10000"/>
                  </a:schemeClr>
                </a:solidFill>
                <a:effectLst/>
                <a:latin typeface="Montserrat Medium" panose="00000600000000000000" pitchFamily="2" charset="0"/>
              </a:rPr>
              <a:t>Deux options : saisie manuelle ou fichier CSV</a:t>
            </a:r>
          </a:p>
        </p:txBody>
      </p:sp>
      <p:pic>
        <p:nvPicPr>
          <p:cNvPr id="18" name="Image 17">
            <a:extLst>
              <a:ext uri="{FF2B5EF4-FFF2-40B4-BE49-F238E27FC236}">
                <a16:creationId xmlns:a16="http://schemas.microsoft.com/office/drawing/2014/main" id="{F4092A37-3306-63CF-AD21-FD3A29AA0FA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657726" y="1415490"/>
            <a:ext cx="2093409" cy="2093409"/>
          </a:xfrm>
          <a:prstGeom prst="rect">
            <a:avLst/>
          </a:prstGeom>
        </p:spPr>
      </p:pic>
      <p:sp>
        <p:nvSpPr>
          <p:cNvPr id="20" name="ZoneTexte 19">
            <a:extLst>
              <a:ext uri="{FF2B5EF4-FFF2-40B4-BE49-F238E27FC236}">
                <a16:creationId xmlns:a16="http://schemas.microsoft.com/office/drawing/2014/main" id="{D3854C2D-B7AC-9EA2-C29F-A93EBAE98271}"/>
              </a:ext>
            </a:extLst>
          </p:cNvPr>
          <p:cNvSpPr txBox="1"/>
          <p:nvPr/>
        </p:nvSpPr>
        <p:spPr>
          <a:xfrm>
            <a:off x="5964865" y="3669323"/>
            <a:ext cx="1892596" cy="338554"/>
          </a:xfrm>
          <a:prstGeom prst="rect">
            <a:avLst/>
          </a:prstGeom>
          <a:noFill/>
        </p:spPr>
        <p:txBody>
          <a:bodyPr wrap="square">
            <a:spAutoFit/>
          </a:bodyPr>
          <a:lstStyle/>
          <a:p>
            <a:r>
              <a:rPr lang="fr-FR" sz="1600" b="1" dirty="0">
                <a:solidFill>
                  <a:schemeClr val="accent3"/>
                </a:solidFill>
                <a:latin typeface="Montserrat Medium" panose="00000600000000000000" pitchFamily="2" charset="0"/>
              </a:rPr>
              <a:t>Outils Utilisés</a:t>
            </a:r>
          </a:p>
        </p:txBody>
      </p:sp>
      <p:sp>
        <p:nvSpPr>
          <p:cNvPr id="135" name="TextBox 134"/>
          <p:cNvSpPr txBox="1"/>
          <p:nvPr/>
        </p:nvSpPr>
        <p:spPr>
          <a:xfrm>
            <a:off x="254000" y="4889500"/>
            <a:ext cx="1217000" cy="400110"/>
          </a:xfrm>
          <a:prstGeom prst="rect">
            <a:avLst/>
          </a:prstGeom>
          <a:noFill/>
        </p:spPr>
        <p:txBody>
          <a:bodyPr wrap="none">
            <a:spAutoFit/>
          </a:bodyPr>
          <a:lstStyle/>
          <a:p>
            <a:r>
              <a:rPr sz="1000" dirty="0">
                <a:solidFill>
                  <a:srgbClr val="FFFFFF"/>
                </a:solidFill>
                <a:latin typeface="Arial"/>
              </a:rPr>
              <a:t>60</a:t>
            </a:r>
            <a:r>
              <a:rPr lang="fr-FR" sz="1000" dirty="0">
                <a:solidFill>
                  <a:srgbClr val="FFFFFF"/>
                </a:solidFill>
                <a:latin typeface="Arial"/>
              </a:rPr>
              <a:t>  </a:t>
            </a:r>
            <a:r>
              <a:rPr lang="fr-FR" sz="1000" dirty="0">
                <a:solidFill>
                  <a:srgbClr val="FFFFFF"/>
                </a:solidFill>
              </a:rPr>
              <a:t>|  Déploiement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442457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 name="!!3">
            <a:extLst>
              <a:ext uri="{FF2B5EF4-FFF2-40B4-BE49-F238E27FC236}">
                <a16:creationId xmlns:a16="http://schemas.microsoft.com/office/drawing/2014/main" id="{7C0ABC01-1008-4C6B-94BD-F7FB6D0E6747}"/>
              </a:ext>
            </a:extLst>
          </p:cNvPr>
          <p:cNvSpPr/>
          <p:nvPr/>
        </p:nvSpPr>
        <p:spPr>
          <a:xfrm flipH="1">
            <a:off x="5301711" y="1158353"/>
            <a:ext cx="2831130" cy="3555332"/>
          </a:xfrm>
          <a:prstGeom prst="rect">
            <a:avLst/>
          </a:prstGeom>
          <a:gradFill>
            <a:gsLst>
              <a:gs pos="37000">
                <a:schemeClr val="accent1">
                  <a:lumMod val="40000"/>
                  <a:lumOff val="60000"/>
                </a:schemeClr>
              </a:gs>
              <a:gs pos="84000">
                <a:srgbClr val="78B3CE"/>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 name="ZoneTexte 3">
            <a:extLst>
              <a:ext uri="{FF2B5EF4-FFF2-40B4-BE49-F238E27FC236}">
                <a16:creationId xmlns:a16="http://schemas.microsoft.com/office/drawing/2014/main" id="{1D8E99CF-BB01-48ED-8803-1DBB856E1CE7}"/>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137" name="!!2">
            <a:extLst>
              <a:ext uri="{FF2B5EF4-FFF2-40B4-BE49-F238E27FC236}">
                <a16:creationId xmlns:a16="http://schemas.microsoft.com/office/drawing/2014/main" id="{B4410929-CC94-4CC0-9441-5F1725AF795A}"/>
              </a:ext>
            </a:extLst>
          </p:cNvPr>
          <p:cNvSpPr/>
          <p:nvPr/>
        </p:nvSpPr>
        <p:spPr>
          <a:xfrm>
            <a:off x="1011161" y="1129166"/>
            <a:ext cx="2831130" cy="3584519"/>
          </a:xfrm>
          <a:prstGeom prst="rect">
            <a:avLst/>
          </a:prstGeom>
          <a:gradFill>
            <a:gsLst>
              <a:gs pos="37000">
                <a:schemeClr val="accent1">
                  <a:lumMod val="60000"/>
                  <a:lumOff val="40000"/>
                </a:schemeClr>
              </a:gs>
              <a:gs pos="84000">
                <a:schemeClr val="accent1">
                  <a:lumMod val="20000"/>
                  <a:lumOff val="80000"/>
                </a:schemeClr>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pic>
        <p:nvPicPr>
          <p:cNvPr id="18" name="Image 17">
            <a:extLst>
              <a:ext uri="{FF2B5EF4-FFF2-40B4-BE49-F238E27FC236}">
                <a16:creationId xmlns:a16="http://schemas.microsoft.com/office/drawing/2014/main" id="{EA749515-7C43-B1B8-B1F1-5DD5BEF7808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591428" y="1361272"/>
            <a:ext cx="2093409" cy="2093409"/>
          </a:xfrm>
          <a:prstGeom prst="rect">
            <a:avLst/>
          </a:prstGeom>
        </p:spPr>
      </p:pic>
      <p:sp>
        <p:nvSpPr>
          <p:cNvPr id="20" name="ZoneTexte 19">
            <a:extLst>
              <a:ext uri="{FF2B5EF4-FFF2-40B4-BE49-F238E27FC236}">
                <a16:creationId xmlns:a16="http://schemas.microsoft.com/office/drawing/2014/main" id="{E6147F1A-4DF6-D0AB-EBCA-6DF4C2DE0D43}"/>
              </a:ext>
            </a:extLst>
          </p:cNvPr>
          <p:cNvSpPr txBox="1"/>
          <p:nvPr/>
        </p:nvSpPr>
        <p:spPr>
          <a:xfrm>
            <a:off x="5969923" y="3657600"/>
            <a:ext cx="1781212" cy="338554"/>
          </a:xfrm>
          <a:prstGeom prst="rect">
            <a:avLst/>
          </a:prstGeom>
          <a:noFill/>
        </p:spPr>
        <p:txBody>
          <a:bodyPr wrap="square">
            <a:spAutoFit/>
          </a:bodyPr>
          <a:lstStyle/>
          <a:p>
            <a:r>
              <a:rPr lang="fr-FR" sz="1600" b="1" dirty="0">
                <a:solidFill>
                  <a:schemeClr val="accent3"/>
                </a:solidFill>
                <a:latin typeface="Montserrat Medium" panose="00000600000000000000" pitchFamily="2" charset="0"/>
              </a:rPr>
              <a:t>Outils Utilisés</a:t>
            </a:r>
          </a:p>
        </p:txBody>
      </p:sp>
      <p:pic>
        <p:nvPicPr>
          <p:cNvPr id="21" name="Image 20">
            <a:extLst>
              <a:ext uri="{FF2B5EF4-FFF2-40B4-BE49-F238E27FC236}">
                <a16:creationId xmlns:a16="http://schemas.microsoft.com/office/drawing/2014/main" id="{A85C1413-24A9-60B1-9286-3DDA44D530F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290616" y="1439610"/>
            <a:ext cx="2209831" cy="2209831"/>
          </a:xfrm>
          <a:prstGeom prst="rect">
            <a:avLst/>
          </a:prstGeom>
        </p:spPr>
      </p:pic>
      <p:sp>
        <p:nvSpPr>
          <p:cNvPr id="23" name="ZoneTexte 22">
            <a:extLst>
              <a:ext uri="{FF2B5EF4-FFF2-40B4-BE49-F238E27FC236}">
                <a16:creationId xmlns:a16="http://schemas.microsoft.com/office/drawing/2014/main" id="{26B10A10-0AC3-7FC2-4AC3-655DEE60BBD5}"/>
              </a:ext>
            </a:extLst>
          </p:cNvPr>
          <p:cNvSpPr txBox="1"/>
          <p:nvPr/>
        </p:nvSpPr>
        <p:spPr>
          <a:xfrm>
            <a:off x="1306693" y="3649441"/>
            <a:ext cx="2396262" cy="307777"/>
          </a:xfrm>
          <a:prstGeom prst="rect">
            <a:avLst/>
          </a:prstGeom>
          <a:noFill/>
        </p:spPr>
        <p:txBody>
          <a:bodyPr wrap="square">
            <a:spAutoFit/>
          </a:bodyPr>
          <a:lstStyle/>
          <a:p>
            <a:r>
              <a:rPr lang="fr-FR" sz="1400" b="1" dirty="0">
                <a:solidFill>
                  <a:schemeClr val="accent3"/>
                </a:solidFill>
                <a:latin typeface="Montserrat Medium" panose="00000600000000000000" pitchFamily="2" charset="0"/>
              </a:rPr>
              <a:t>Objectif de l’interface</a:t>
            </a:r>
          </a:p>
        </p:txBody>
      </p:sp>
      <p:sp>
        <p:nvSpPr>
          <p:cNvPr id="140" name="TextBox 139"/>
          <p:cNvSpPr txBox="1"/>
          <p:nvPr/>
        </p:nvSpPr>
        <p:spPr>
          <a:xfrm>
            <a:off x="254000" y="4889500"/>
            <a:ext cx="1217000" cy="400110"/>
          </a:xfrm>
          <a:prstGeom prst="rect">
            <a:avLst/>
          </a:prstGeom>
          <a:noFill/>
        </p:spPr>
        <p:txBody>
          <a:bodyPr wrap="none">
            <a:spAutoFit/>
          </a:bodyPr>
          <a:lstStyle/>
          <a:p>
            <a:r>
              <a:rPr lang="fr-FR" sz="1000" dirty="0">
                <a:solidFill>
                  <a:srgbClr val="FFFFFF"/>
                </a:solidFill>
              </a:rPr>
              <a:t>61  |  Déploiement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2500758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04BFD5-02E6-B2BB-361F-3786BA6CF31B}"/>
            </a:ext>
          </a:extLst>
        </p:cNvPr>
        <p:cNvGrpSpPr/>
        <p:nvPr/>
      </p:nvGrpSpPr>
      <p:grpSpPr>
        <a:xfrm>
          <a:off x="0" y="0"/>
          <a:ext cx="0" cy="0"/>
          <a:chOff x="0" y="0"/>
          <a:chExt cx="0" cy="0"/>
        </a:xfrm>
      </p:grpSpPr>
      <p:sp>
        <p:nvSpPr>
          <p:cNvPr id="139" name="!!3">
            <a:extLst>
              <a:ext uri="{FF2B5EF4-FFF2-40B4-BE49-F238E27FC236}">
                <a16:creationId xmlns:a16="http://schemas.microsoft.com/office/drawing/2014/main" id="{76A68DB3-14C1-DA86-B32B-9558A2C5190F}"/>
              </a:ext>
            </a:extLst>
          </p:cNvPr>
          <p:cNvSpPr/>
          <p:nvPr/>
        </p:nvSpPr>
        <p:spPr>
          <a:xfrm>
            <a:off x="5301711" y="1158353"/>
            <a:ext cx="2831130" cy="3555332"/>
          </a:xfrm>
          <a:prstGeom prst="rect">
            <a:avLst/>
          </a:prstGeom>
          <a:gradFill>
            <a:gsLst>
              <a:gs pos="37000">
                <a:schemeClr val="accent1">
                  <a:lumMod val="40000"/>
                  <a:lumOff val="60000"/>
                </a:schemeClr>
              </a:gs>
              <a:gs pos="84000">
                <a:srgbClr val="78B3CE"/>
              </a:gs>
            </a:gsLst>
            <a:lin ang="6600000" scaled="0"/>
          </a:gradFill>
          <a:ln>
            <a:noFill/>
          </a:ln>
          <a:effectLst>
            <a:outerShdw blurRad="317500" dist="152400" dir="2700000" algn="tl" rotWithShape="0">
              <a:prstClr val="black">
                <a:alpha val="40000"/>
              </a:prstClr>
            </a:outerShdw>
          </a:effectLst>
          <a:scene3d>
            <a:camera prst="orthographicFront">
              <a:rot lat="0" lon="3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 name="ZoneTexte 3">
            <a:extLst>
              <a:ext uri="{FF2B5EF4-FFF2-40B4-BE49-F238E27FC236}">
                <a16:creationId xmlns:a16="http://schemas.microsoft.com/office/drawing/2014/main" id="{363EEF8B-526C-D66F-FBA0-3EEE80C54CDE}"/>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137" name="!!2">
            <a:extLst>
              <a:ext uri="{FF2B5EF4-FFF2-40B4-BE49-F238E27FC236}">
                <a16:creationId xmlns:a16="http://schemas.microsoft.com/office/drawing/2014/main" id="{2A96D9F6-AA71-1CC7-FBF0-7CAE07B33657}"/>
              </a:ext>
            </a:extLst>
          </p:cNvPr>
          <p:cNvSpPr/>
          <p:nvPr/>
        </p:nvSpPr>
        <p:spPr>
          <a:xfrm>
            <a:off x="1011161" y="1129166"/>
            <a:ext cx="2831130" cy="3584519"/>
          </a:xfrm>
          <a:prstGeom prst="rect">
            <a:avLst/>
          </a:prstGeom>
          <a:gradFill>
            <a:gsLst>
              <a:gs pos="37000">
                <a:schemeClr val="accent1">
                  <a:lumMod val="60000"/>
                  <a:lumOff val="40000"/>
                </a:schemeClr>
              </a:gs>
              <a:gs pos="84000">
                <a:schemeClr val="accent1">
                  <a:lumMod val="20000"/>
                  <a:lumOff val="80000"/>
                </a:schemeClr>
              </a:gs>
            </a:gsLst>
            <a:lin ang="6600000" scaled="0"/>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p>
        </p:txBody>
      </p:sp>
      <p:pic>
        <p:nvPicPr>
          <p:cNvPr id="21" name="Image 20">
            <a:extLst>
              <a:ext uri="{FF2B5EF4-FFF2-40B4-BE49-F238E27FC236}">
                <a16:creationId xmlns:a16="http://schemas.microsoft.com/office/drawing/2014/main" id="{DA949001-21D9-2EB5-C672-008D83F94AE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290616" y="1439610"/>
            <a:ext cx="2209831" cy="2209831"/>
          </a:xfrm>
          <a:prstGeom prst="rect">
            <a:avLst/>
          </a:prstGeom>
        </p:spPr>
      </p:pic>
      <p:sp>
        <p:nvSpPr>
          <p:cNvPr id="23" name="ZoneTexte 22">
            <a:extLst>
              <a:ext uri="{FF2B5EF4-FFF2-40B4-BE49-F238E27FC236}">
                <a16:creationId xmlns:a16="http://schemas.microsoft.com/office/drawing/2014/main" id="{7687BC39-2A0C-5C33-F0D2-9E219D4CFFEB}"/>
              </a:ext>
            </a:extLst>
          </p:cNvPr>
          <p:cNvSpPr txBox="1"/>
          <p:nvPr/>
        </p:nvSpPr>
        <p:spPr>
          <a:xfrm>
            <a:off x="1306693" y="3649441"/>
            <a:ext cx="2396262" cy="307777"/>
          </a:xfrm>
          <a:prstGeom prst="rect">
            <a:avLst/>
          </a:prstGeom>
          <a:noFill/>
        </p:spPr>
        <p:txBody>
          <a:bodyPr wrap="square">
            <a:spAutoFit/>
          </a:bodyPr>
          <a:lstStyle/>
          <a:p>
            <a:r>
              <a:rPr lang="fr-FR" sz="1400" b="1" dirty="0">
                <a:solidFill>
                  <a:schemeClr val="accent3"/>
                </a:solidFill>
                <a:latin typeface="Montserrat Medium" panose="00000600000000000000" pitchFamily="2" charset="0"/>
              </a:rPr>
              <a:t>Objectif de l’interface</a:t>
            </a:r>
          </a:p>
        </p:txBody>
      </p:sp>
      <p:sp>
        <p:nvSpPr>
          <p:cNvPr id="3" name="ZoneTexte 2">
            <a:extLst>
              <a:ext uri="{FF2B5EF4-FFF2-40B4-BE49-F238E27FC236}">
                <a16:creationId xmlns:a16="http://schemas.microsoft.com/office/drawing/2014/main" id="{CA85B665-4980-2EB5-F495-064CD0CC132D}"/>
              </a:ext>
            </a:extLst>
          </p:cNvPr>
          <p:cNvSpPr txBox="1"/>
          <p:nvPr/>
        </p:nvSpPr>
        <p:spPr>
          <a:xfrm>
            <a:off x="5597401" y="2062783"/>
            <a:ext cx="2383722" cy="1477328"/>
          </a:xfrm>
          <a:prstGeom prst="rect">
            <a:avLst/>
          </a:prstGeom>
          <a:noFill/>
        </p:spPr>
        <p:txBody>
          <a:bodyPr wrap="square">
            <a:spAutoFit/>
          </a:bodyPr>
          <a:lstStyle/>
          <a:p>
            <a:pPr marL="285750" lvl="0" indent="-285750" eaLnBrk="0" fontAlgn="base" hangingPunct="0">
              <a:spcBef>
                <a:spcPct val="0"/>
              </a:spcBef>
              <a:spcAft>
                <a:spcPct val="0"/>
              </a:spcAft>
              <a:buClrTx/>
              <a:buFont typeface="Arial" panose="020B0604020202020204" pitchFamily="34" charset="0"/>
              <a:buChar char="•"/>
            </a:pPr>
            <a:r>
              <a:rPr lang="fr-FR" altLang="fr-FR" sz="1800" dirty="0">
                <a:solidFill>
                  <a:schemeClr val="accent1">
                    <a:lumMod val="10000"/>
                  </a:schemeClr>
                </a:solidFill>
                <a:latin typeface="Montserrat Medium" panose="00000600000000000000" pitchFamily="2" charset="0"/>
              </a:rPr>
              <a:t>Python </a:t>
            </a:r>
          </a:p>
          <a:p>
            <a:pPr marL="285750" lvl="0" indent="-285750" eaLnBrk="0" fontAlgn="base" hangingPunct="0">
              <a:spcBef>
                <a:spcPct val="0"/>
              </a:spcBef>
              <a:spcAft>
                <a:spcPct val="0"/>
              </a:spcAft>
              <a:buClrTx/>
              <a:buFont typeface="Arial" panose="020B0604020202020204" pitchFamily="34" charset="0"/>
              <a:buChar char="•"/>
            </a:pPr>
            <a:r>
              <a:rPr lang="fr-FR" altLang="fr-FR" sz="1800" dirty="0" err="1">
                <a:solidFill>
                  <a:schemeClr val="accent1">
                    <a:lumMod val="10000"/>
                  </a:schemeClr>
                </a:solidFill>
                <a:latin typeface="Montserrat Medium" panose="00000600000000000000" pitchFamily="2" charset="0"/>
              </a:rPr>
              <a:t>Streamlit</a:t>
            </a:r>
            <a:r>
              <a:rPr lang="fr-FR" altLang="fr-FR" sz="1800" dirty="0">
                <a:solidFill>
                  <a:schemeClr val="accent1">
                    <a:lumMod val="10000"/>
                  </a:schemeClr>
                </a:solidFill>
                <a:latin typeface="Montserrat Medium" panose="00000600000000000000" pitchFamily="2" charset="0"/>
              </a:rPr>
              <a:t> </a:t>
            </a:r>
          </a:p>
          <a:p>
            <a:pPr marL="285750" lvl="0" indent="-285750" eaLnBrk="0" fontAlgn="base" hangingPunct="0">
              <a:spcBef>
                <a:spcPct val="0"/>
              </a:spcBef>
              <a:spcAft>
                <a:spcPct val="0"/>
              </a:spcAft>
              <a:buClrTx/>
              <a:buFont typeface="Arial" panose="020B0604020202020204" pitchFamily="34" charset="0"/>
              <a:buChar char="•"/>
            </a:pPr>
            <a:r>
              <a:rPr lang="fr-FR" altLang="fr-FR" sz="1800" dirty="0">
                <a:solidFill>
                  <a:schemeClr val="accent1">
                    <a:lumMod val="10000"/>
                  </a:schemeClr>
                </a:solidFill>
                <a:latin typeface="Montserrat Medium" panose="00000600000000000000" pitchFamily="2" charset="0"/>
              </a:rPr>
              <a:t>VS Code</a:t>
            </a:r>
          </a:p>
          <a:p>
            <a:pPr marL="285750" lvl="0" indent="-285750" eaLnBrk="0" fontAlgn="base" hangingPunct="0">
              <a:spcBef>
                <a:spcPct val="0"/>
              </a:spcBef>
              <a:spcAft>
                <a:spcPct val="0"/>
              </a:spcAft>
              <a:buClrTx/>
              <a:buFont typeface="Arial" panose="020B0604020202020204" pitchFamily="34" charset="0"/>
              <a:buChar char="•"/>
            </a:pPr>
            <a:r>
              <a:rPr lang="fr-FR" altLang="fr-FR" sz="1800" dirty="0">
                <a:solidFill>
                  <a:schemeClr val="accent1">
                    <a:lumMod val="10000"/>
                  </a:schemeClr>
                </a:solidFill>
                <a:latin typeface="Montserrat Medium" panose="00000600000000000000" pitchFamily="2" charset="0"/>
              </a:rPr>
              <a:t>Pandas</a:t>
            </a:r>
          </a:p>
          <a:p>
            <a:pPr marL="285750" lvl="0" indent="-285750" eaLnBrk="0" fontAlgn="base" hangingPunct="0">
              <a:spcBef>
                <a:spcPct val="0"/>
              </a:spcBef>
              <a:spcAft>
                <a:spcPct val="0"/>
              </a:spcAft>
              <a:buClrTx/>
              <a:buFont typeface="Arial" panose="020B0604020202020204" pitchFamily="34" charset="0"/>
              <a:buChar char="•"/>
            </a:pPr>
            <a:r>
              <a:rPr lang="fr-FR" altLang="fr-FR" sz="1800" dirty="0">
                <a:solidFill>
                  <a:schemeClr val="accent1">
                    <a:lumMod val="10000"/>
                  </a:schemeClr>
                </a:solidFill>
                <a:latin typeface="Montserrat Medium" panose="00000600000000000000" pitchFamily="2" charset="0"/>
              </a:rPr>
              <a:t>HTML/CSS</a:t>
            </a:r>
          </a:p>
        </p:txBody>
      </p:sp>
      <p:sp>
        <p:nvSpPr>
          <p:cNvPr id="140" name="TextBox 139"/>
          <p:cNvSpPr txBox="1"/>
          <p:nvPr/>
        </p:nvSpPr>
        <p:spPr>
          <a:xfrm>
            <a:off x="254000" y="4889500"/>
            <a:ext cx="1217000" cy="400110"/>
          </a:xfrm>
          <a:prstGeom prst="rect">
            <a:avLst/>
          </a:prstGeom>
          <a:noFill/>
        </p:spPr>
        <p:txBody>
          <a:bodyPr wrap="none">
            <a:spAutoFit/>
          </a:bodyPr>
          <a:lstStyle/>
          <a:p>
            <a:r>
              <a:rPr sz="1000" dirty="0">
                <a:solidFill>
                  <a:srgbClr val="FFFFFF"/>
                </a:solidFill>
                <a:latin typeface="Arial"/>
              </a:rPr>
              <a:t>62</a:t>
            </a:r>
            <a:r>
              <a:rPr lang="fr-FR" sz="1000" dirty="0">
                <a:solidFill>
                  <a:srgbClr val="FFFFFF"/>
                </a:solidFill>
              </a:rPr>
              <a:t>  |  Déploiement</a:t>
            </a:r>
          </a:p>
          <a:p>
            <a:endParaRPr sz="1000" dirty="0">
              <a:solidFill>
                <a:srgbClr val="FFFFFF"/>
              </a:solidFill>
              <a:latin typeface="Arial"/>
            </a:endParaRPr>
          </a:p>
        </p:txBody>
      </p:sp>
    </p:spTree>
    <p:extLst>
      <p:ext uri="{BB962C8B-B14F-4D97-AF65-F5344CB8AC3E}">
        <p14:creationId xmlns:p14="http://schemas.microsoft.com/office/powerpoint/2010/main" val="4292323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1F833986-8DE7-5A11-A2FF-5B4DC36B62A8}"/>
              </a:ext>
            </a:extLst>
          </p:cNvPr>
          <p:cNvSpPr txBox="1"/>
          <p:nvPr/>
        </p:nvSpPr>
        <p:spPr>
          <a:xfrm>
            <a:off x="3629568" y="109574"/>
            <a:ext cx="2042626" cy="369332"/>
          </a:xfrm>
          <a:prstGeom prst="rect">
            <a:avLst/>
          </a:prstGeom>
          <a:noFill/>
        </p:spPr>
        <p:txBody>
          <a:bodyPr wrap="square">
            <a:spAutoFit/>
          </a:bodyPr>
          <a:lstStyle/>
          <a:p>
            <a:r>
              <a:rPr lang="fr-FR" sz="1800" b="1" dirty="0">
                <a:solidFill>
                  <a:schemeClr val="accent2"/>
                </a:solidFill>
                <a:latin typeface="Montserrat Medium" panose="00000600000000000000" pitchFamily="2" charset="0"/>
              </a:rPr>
              <a:t>Page d’accueil</a:t>
            </a:r>
          </a:p>
        </p:txBody>
      </p:sp>
      <p:grpSp>
        <p:nvGrpSpPr>
          <p:cNvPr id="6" name="Google Shape;1704;p58">
            <a:extLst>
              <a:ext uri="{FF2B5EF4-FFF2-40B4-BE49-F238E27FC236}">
                <a16:creationId xmlns:a16="http://schemas.microsoft.com/office/drawing/2014/main" id="{02D5AA7F-B20A-AA9E-5A13-A01DD06BBE5A}"/>
              </a:ext>
            </a:extLst>
          </p:cNvPr>
          <p:cNvGrpSpPr/>
          <p:nvPr/>
        </p:nvGrpSpPr>
        <p:grpSpPr>
          <a:xfrm>
            <a:off x="1275313" y="573536"/>
            <a:ext cx="7089732" cy="5428611"/>
            <a:chOff x="3637553" y="536390"/>
            <a:chExt cx="4786457" cy="4066742"/>
          </a:xfrm>
        </p:grpSpPr>
        <p:sp>
          <p:nvSpPr>
            <p:cNvPr id="7" name="Google Shape;1705;p58">
              <a:extLst>
                <a:ext uri="{FF2B5EF4-FFF2-40B4-BE49-F238E27FC236}">
                  <a16:creationId xmlns:a16="http://schemas.microsoft.com/office/drawing/2014/main" id="{01D57F32-79AE-A5D3-3631-341A10A52479}"/>
                </a:ext>
              </a:extLst>
            </p:cNvPr>
            <p:cNvSpPr/>
            <p:nvPr/>
          </p:nvSpPr>
          <p:spPr>
            <a:xfrm>
              <a:off x="3637553" y="90945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06;p58">
              <a:extLst>
                <a:ext uri="{FF2B5EF4-FFF2-40B4-BE49-F238E27FC236}">
                  <a16:creationId xmlns:a16="http://schemas.microsoft.com/office/drawing/2014/main" id="{99172274-B6A8-D923-E81B-A19A88EF0FFB}"/>
                </a:ext>
              </a:extLst>
            </p:cNvPr>
            <p:cNvSpPr/>
            <p:nvPr/>
          </p:nvSpPr>
          <p:spPr>
            <a:xfrm>
              <a:off x="7400486" y="328650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707;p58">
              <a:extLst>
                <a:ext uri="{FF2B5EF4-FFF2-40B4-BE49-F238E27FC236}">
                  <a16:creationId xmlns:a16="http://schemas.microsoft.com/office/drawing/2014/main" id="{91401521-E4D6-94F6-EFF2-B2183388F2CD}"/>
                </a:ext>
              </a:extLst>
            </p:cNvPr>
            <p:cNvGrpSpPr/>
            <p:nvPr/>
          </p:nvGrpSpPr>
          <p:grpSpPr>
            <a:xfrm>
              <a:off x="3713757" y="1214253"/>
              <a:ext cx="4405454" cy="2714993"/>
              <a:chOff x="3637557" y="1214253"/>
              <a:chExt cx="4405454" cy="2714993"/>
            </a:xfrm>
          </p:grpSpPr>
          <p:sp>
            <p:nvSpPr>
              <p:cNvPr id="16" name="Google Shape;1708;p58">
                <a:extLst>
                  <a:ext uri="{FF2B5EF4-FFF2-40B4-BE49-F238E27FC236}">
                    <a16:creationId xmlns:a16="http://schemas.microsoft.com/office/drawing/2014/main" id="{80D39989-F42A-B3B3-106E-ED0D2322A316}"/>
                  </a:ext>
                </a:extLst>
              </p:cNvPr>
              <p:cNvSpPr/>
              <p:nvPr/>
            </p:nvSpPr>
            <p:spPr>
              <a:xfrm>
                <a:off x="3865952" y="1214253"/>
                <a:ext cx="3948891" cy="2646285"/>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9;p58">
                <a:extLst>
                  <a:ext uri="{FF2B5EF4-FFF2-40B4-BE49-F238E27FC236}">
                    <a16:creationId xmlns:a16="http://schemas.microsoft.com/office/drawing/2014/main" id="{9755579C-48C5-276B-A728-8806239A6D63}"/>
                  </a:ext>
                </a:extLst>
              </p:cNvPr>
              <p:cNvSpPr/>
              <p:nvPr/>
            </p:nvSpPr>
            <p:spPr>
              <a:xfrm>
                <a:off x="3637557" y="3591236"/>
                <a:ext cx="4405454" cy="33801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10;p58">
                <a:extLst>
                  <a:ext uri="{FF2B5EF4-FFF2-40B4-BE49-F238E27FC236}">
                    <a16:creationId xmlns:a16="http://schemas.microsoft.com/office/drawing/2014/main" id="{EA998EEF-76ED-3793-7607-D5E0D3737DF3}"/>
                  </a:ext>
                </a:extLst>
              </p:cNvPr>
              <p:cNvSpPr/>
              <p:nvPr/>
            </p:nvSpPr>
            <p:spPr>
              <a:xfrm>
                <a:off x="5405581" y="3592805"/>
                <a:ext cx="874330" cy="11026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711;p58">
              <a:extLst>
                <a:ext uri="{FF2B5EF4-FFF2-40B4-BE49-F238E27FC236}">
                  <a16:creationId xmlns:a16="http://schemas.microsoft.com/office/drawing/2014/main" id="{2FFD45A5-F3E5-90B8-5710-4C088143A237}"/>
                </a:ext>
              </a:extLst>
            </p:cNvPr>
            <p:cNvSpPr/>
            <p:nvPr/>
          </p:nvSpPr>
          <p:spPr>
            <a:xfrm flipH="1">
              <a:off x="7737391" y="758289"/>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12;p58">
              <a:extLst>
                <a:ext uri="{FF2B5EF4-FFF2-40B4-BE49-F238E27FC236}">
                  <a16:creationId xmlns:a16="http://schemas.microsoft.com/office/drawing/2014/main" id="{814D6A58-5999-675A-3682-59E9C9BDB3A6}"/>
                </a:ext>
              </a:extLst>
            </p:cNvPr>
            <p:cNvSpPr/>
            <p:nvPr/>
          </p:nvSpPr>
          <p:spPr>
            <a:xfrm flipH="1">
              <a:off x="7441345" y="53639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13;p58">
              <a:extLst>
                <a:ext uri="{FF2B5EF4-FFF2-40B4-BE49-F238E27FC236}">
                  <a16:creationId xmlns:a16="http://schemas.microsoft.com/office/drawing/2014/main" id="{91F86B0A-DBAA-F3CE-111D-77699968CC41}"/>
                </a:ext>
              </a:extLst>
            </p:cNvPr>
            <p:cNvSpPr/>
            <p:nvPr/>
          </p:nvSpPr>
          <p:spPr>
            <a:xfrm flipH="1">
              <a:off x="7254114" y="854498"/>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14;p58">
              <a:extLst>
                <a:ext uri="{FF2B5EF4-FFF2-40B4-BE49-F238E27FC236}">
                  <a16:creationId xmlns:a16="http://schemas.microsoft.com/office/drawing/2014/main" id="{2E5B5FA3-7AB5-898C-EF54-204637AA8B89}"/>
                </a:ext>
              </a:extLst>
            </p:cNvPr>
            <p:cNvSpPr/>
            <p:nvPr/>
          </p:nvSpPr>
          <p:spPr>
            <a:xfrm>
              <a:off x="3713739" y="4001465"/>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15;p58">
              <a:extLst>
                <a:ext uri="{FF2B5EF4-FFF2-40B4-BE49-F238E27FC236}">
                  <a16:creationId xmlns:a16="http://schemas.microsoft.com/office/drawing/2014/main" id="{97BCEF63-B131-3A2F-01BA-FE570A4403C6}"/>
                </a:ext>
              </a:extLst>
            </p:cNvPr>
            <p:cNvSpPr/>
            <p:nvPr/>
          </p:nvSpPr>
          <p:spPr>
            <a:xfrm>
              <a:off x="4170175" y="4382834"/>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16;p58">
              <a:extLst>
                <a:ext uri="{FF2B5EF4-FFF2-40B4-BE49-F238E27FC236}">
                  <a16:creationId xmlns:a16="http://schemas.microsoft.com/office/drawing/2014/main" id="{3F53D94C-7B5C-37C0-CEFC-B653590F7743}"/>
                </a:ext>
              </a:extLst>
            </p:cNvPr>
            <p:cNvSpPr/>
            <p:nvPr/>
          </p:nvSpPr>
          <p:spPr>
            <a:xfrm>
              <a:off x="4390617" y="409765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Image 21">
            <a:extLst>
              <a:ext uri="{FF2B5EF4-FFF2-40B4-BE49-F238E27FC236}">
                <a16:creationId xmlns:a16="http://schemas.microsoft.com/office/drawing/2014/main" id="{8943F5DE-2221-89F3-7AE6-D08C113F7F27}"/>
              </a:ext>
            </a:extLst>
          </p:cNvPr>
          <p:cNvPicPr>
            <a:picLocks noChangeAspect="1"/>
          </p:cNvPicPr>
          <p:nvPr/>
        </p:nvPicPr>
        <p:blipFill>
          <a:blip r:embed="rId2"/>
          <a:srcRect/>
          <a:stretch/>
        </p:blipFill>
        <p:spPr>
          <a:xfrm>
            <a:off x="1962573" y="1613939"/>
            <a:ext cx="5461680" cy="2771520"/>
          </a:xfrm>
          <a:prstGeom prst="rect">
            <a:avLst/>
          </a:prstGeom>
        </p:spPr>
      </p:pic>
      <p:sp>
        <p:nvSpPr>
          <p:cNvPr id="2" name="Rectangle 1">
            <a:extLst>
              <a:ext uri="{FF2B5EF4-FFF2-40B4-BE49-F238E27FC236}">
                <a16:creationId xmlns:a16="http://schemas.microsoft.com/office/drawing/2014/main" id="{5C6FF8DC-A5C2-446A-9DBF-E852C734E78A}"/>
              </a:ext>
            </a:extLst>
          </p:cNvPr>
          <p:cNvSpPr>
            <a:spLocks noChangeArrowheads="1"/>
          </p:cNvSpPr>
          <p:nvPr/>
        </p:nvSpPr>
        <p:spPr bwMode="auto">
          <a:xfrm>
            <a:off x="402873" y="480772"/>
            <a:ext cx="85190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Times New Roman" panose="02020603050405020304" pitchFamily="18" charset="0"/>
                <a:cs typeface="Times New Roman" panose="02020603050405020304" pitchFamily="18" charset="0"/>
              </a:rPr>
              <a:t>Présente : </a:t>
            </a:r>
            <a:r>
              <a:rPr kumimoji="0" lang="fr-FR" altLang="fr-FR" sz="1800" b="0" i="0" u="none" strike="noStrike" cap="none" normalizeH="0" baseline="0" dirty="0">
                <a:ln>
                  <a:noFill/>
                </a:ln>
                <a:solidFill>
                  <a:schemeClr val="accent5"/>
                </a:solidFill>
                <a:effectLst/>
                <a:latin typeface="Times New Roman" panose="02020603050405020304" pitchFamily="18" charset="0"/>
                <a:cs typeface="Times New Roman" panose="02020603050405020304" pitchFamily="18" charset="0"/>
              </a:rPr>
              <a:t> Nom du projet - Objectif (détection d’attaques) - Infos sur l’université et les auteurs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5"/>
                </a:solidFill>
                <a:effectLst/>
                <a:latin typeface="Times New Roman" panose="02020603050405020304" pitchFamily="18" charset="0"/>
                <a:cs typeface="Times New Roman" panose="02020603050405020304" pitchFamily="18" charset="0"/>
              </a:rPr>
              <a:t>Accès rapide aux fonctionnalités via le menu</a:t>
            </a:r>
          </a:p>
        </p:txBody>
      </p:sp>
      <p:sp>
        <p:nvSpPr>
          <p:cNvPr id="23" name="TextBox 22"/>
          <p:cNvSpPr txBox="1"/>
          <p:nvPr/>
        </p:nvSpPr>
        <p:spPr>
          <a:xfrm>
            <a:off x="254000" y="4889500"/>
            <a:ext cx="1181734" cy="400110"/>
          </a:xfrm>
          <a:prstGeom prst="rect">
            <a:avLst/>
          </a:prstGeom>
          <a:noFill/>
        </p:spPr>
        <p:txBody>
          <a:bodyPr wrap="none">
            <a:spAutoFit/>
          </a:bodyPr>
          <a:lstStyle/>
          <a:p>
            <a:r>
              <a:rPr sz="1000" dirty="0">
                <a:solidFill>
                  <a:srgbClr val="FFFFFF"/>
                </a:solidFill>
                <a:latin typeface="Arial"/>
              </a:rPr>
              <a:t>63</a:t>
            </a:r>
            <a:r>
              <a:rPr lang="fr-FR" sz="1000" dirty="0">
                <a:solidFill>
                  <a:srgbClr val="FFFFFF"/>
                </a:solidFill>
              </a:rPr>
              <a:t> |  Déploiement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739994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a:extLst>
            <a:ext uri="{FF2B5EF4-FFF2-40B4-BE49-F238E27FC236}">
              <a16:creationId xmlns:a16="http://schemas.microsoft.com/office/drawing/2014/main" id="{B797C9EC-3377-2FDE-84F4-66FD549247BF}"/>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D0D34DD2-BE68-4D7D-06BC-BA4322E66564}"/>
              </a:ext>
            </a:extLst>
          </p:cNvPr>
          <p:cNvSpPr txBox="1"/>
          <p:nvPr/>
        </p:nvSpPr>
        <p:spPr>
          <a:xfrm>
            <a:off x="3190306" y="29640"/>
            <a:ext cx="2763386" cy="646331"/>
          </a:xfrm>
          <a:prstGeom prst="rect">
            <a:avLst/>
          </a:prstGeom>
          <a:noFill/>
        </p:spPr>
        <p:txBody>
          <a:bodyPr wrap="square">
            <a:spAutoFit/>
          </a:bodyPr>
          <a:lstStyle/>
          <a:p>
            <a:r>
              <a:rPr lang="fr-FR" sz="1800" b="1" dirty="0">
                <a:solidFill>
                  <a:schemeClr val="accent2"/>
                </a:solidFill>
                <a:latin typeface="Montserrat Medium" panose="00000600000000000000" pitchFamily="2" charset="0"/>
              </a:rPr>
              <a:t>Prédiction manuelle</a:t>
            </a:r>
          </a:p>
          <a:p>
            <a:endParaRPr lang="fr-FR" sz="1800" b="1" dirty="0">
              <a:solidFill>
                <a:schemeClr val="accent2"/>
              </a:solidFill>
              <a:latin typeface="Montserrat Medium" panose="00000600000000000000" pitchFamily="2" charset="0"/>
            </a:endParaRPr>
          </a:p>
        </p:txBody>
      </p:sp>
      <p:grpSp>
        <p:nvGrpSpPr>
          <p:cNvPr id="6" name="Google Shape;1704;p58">
            <a:extLst>
              <a:ext uri="{FF2B5EF4-FFF2-40B4-BE49-F238E27FC236}">
                <a16:creationId xmlns:a16="http://schemas.microsoft.com/office/drawing/2014/main" id="{08656CFB-7451-1C51-AE9E-237E21F7ACE7}"/>
              </a:ext>
            </a:extLst>
          </p:cNvPr>
          <p:cNvGrpSpPr/>
          <p:nvPr/>
        </p:nvGrpSpPr>
        <p:grpSpPr>
          <a:xfrm>
            <a:off x="1056932" y="391886"/>
            <a:ext cx="7180352" cy="5667083"/>
            <a:chOff x="3637553" y="536390"/>
            <a:chExt cx="4786456" cy="4066741"/>
          </a:xfrm>
        </p:grpSpPr>
        <p:sp>
          <p:nvSpPr>
            <p:cNvPr id="7" name="Google Shape;1705;p58">
              <a:extLst>
                <a:ext uri="{FF2B5EF4-FFF2-40B4-BE49-F238E27FC236}">
                  <a16:creationId xmlns:a16="http://schemas.microsoft.com/office/drawing/2014/main" id="{BFC83176-935C-9580-F57C-21760AA30BE2}"/>
                </a:ext>
              </a:extLst>
            </p:cNvPr>
            <p:cNvSpPr/>
            <p:nvPr/>
          </p:nvSpPr>
          <p:spPr>
            <a:xfrm>
              <a:off x="3637553" y="90945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06;p58">
              <a:extLst>
                <a:ext uri="{FF2B5EF4-FFF2-40B4-BE49-F238E27FC236}">
                  <a16:creationId xmlns:a16="http://schemas.microsoft.com/office/drawing/2014/main" id="{845CE6F4-87A2-1D55-2489-7882D4639CD1}"/>
                </a:ext>
              </a:extLst>
            </p:cNvPr>
            <p:cNvSpPr/>
            <p:nvPr/>
          </p:nvSpPr>
          <p:spPr>
            <a:xfrm>
              <a:off x="7400486" y="328650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707;p58">
              <a:extLst>
                <a:ext uri="{FF2B5EF4-FFF2-40B4-BE49-F238E27FC236}">
                  <a16:creationId xmlns:a16="http://schemas.microsoft.com/office/drawing/2014/main" id="{8E3B5801-1FD7-E0C3-D8BB-348F98CC2245}"/>
                </a:ext>
              </a:extLst>
            </p:cNvPr>
            <p:cNvGrpSpPr/>
            <p:nvPr/>
          </p:nvGrpSpPr>
          <p:grpSpPr>
            <a:xfrm>
              <a:off x="3713757" y="1214253"/>
              <a:ext cx="4405454" cy="2714993"/>
              <a:chOff x="3637557" y="1214253"/>
              <a:chExt cx="4405454" cy="2714993"/>
            </a:xfrm>
          </p:grpSpPr>
          <p:sp>
            <p:nvSpPr>
              <p:cNvPr id="16" name="Google Shape;1708;p58">
                <a:extLst>
                  <a:ext uri="{FF2B5EF4-FFF2-40B4-BE49-F238E27FC236}">
                    <a16:creationId xmlns:a16="http://schemas.microsoft.com/office/drawing/2014/main" id="{1DF65047-2F24-0AC4-BB1C-23799C683F4D}"/>
                  </a:ext>
                </a:extLst>
              </p:cNvPr>
              <p:cNvSpPr/>
              <p:nvPr/>
            </p:nvSpPr>
            <p:spPr>
              <a:xfrm>
                <a:off x="3865952" y="1214253"/>
                <a:ext cx="3948891" cy="2646285"/>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9;p58">
                <a:extLst>
                  <a:ext uri="{FF2B5EF4-FFF2-40B4-BE49-F238E27FC236}">
                    <a16:creationId xmlns:a16="http://schemas.microsoft.com/office/drawing/2014/main" id="{95CC7533-3AF6-2F45-0B32-B32EDD9BB100}"/>
                  </a:ext>
                </a:extLst>
              </p:cNvPr>
              <p:cNvSpPr/>
              <p:nvPr/>
            </p:nvSpPr>
            <p:spPr>
              <a:xfrm>
                <a:off x="3637557" y="3591236"/>
                <a:ext cx="4405454" cy="33801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10;p58">
                <a:extLst>
                  <a:ext uri="{FF2B5EF4-FFF2-40B4-BE49-F238E27FC236}">
                    <a16:creationId xmlns:a16="http://schemas.microsoft.com/office/drawing/2014/main" id="{DA2C35D7-E835-07EB-16B4-77E66B4DE191}"/>
                  </a:ext>
                </a:extLst>
              </p:cNvPr>
              <p:cNvSpPr/>
              <p:nvPr/>
            </p:nvSpPr>
            <p:spPr>
              <a:xfrm>
                <a:off x="5405581" y="3592805"/>
                <a:ext cx="874330" cy="11026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711;p58">
              <a:extLst>
                <a:ext uri="{FF2B5EF4-FFF2-40B4-BE49-F238E27FC236}">
                  <a16:creationId xmlns:a16="http://schemas.microsoft.com/office/drawing/2014/main" id="{0744F5D3-DAE2-22B9-D494-365BE1B8036D}"/>
                </a:ext>
              </a:extLst>
            </p:cNvPr>
            <p:cNvSpPr/>
            <p:nvPr/>
          </p:nvSpPr>
          <p:spPr>
            <a:xfrm flipH="1">
              <a:off x="7737391" y="758289"/>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12;p58">
              <a:extLst>
                <a:ext uri="{FF2B5EF4-FFF2-40B4-BE49-F238E27FC236}">
                  <a16:creationId xmlns:a16="http://schemas.microsoft.com/office/drawing/2014/main" id="{3F8935C0-A1C6-8357-F8F8-672C71C0B7EE}"/>
                </a:ext>
              </a:extLst>
            </p:cNvPr>
            <p:cNvSpPr/>
            <p:nvPr/>
          </p:nvSpPr>
          <p:spPr>
            <a:xfrm flipH="1">
              <a:off x="7441345" y="53639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13;p58">
              <a:extLst>
                <a:ext uri="{FF2B5EF4-FFF2-40B4-BE49-F238E27FC236}">
                  <a16:creationId xmlns:a16="http://schemas.microsoft.com/office/drawing/2014/main" id="{141B60DC-8F36-EFB7-712C-743A9799004F}"/>
                </a:ext>
              </a:extLst>
            </p:cNvPr>
            <p:cNvSpPr/>
            <p:nvPr/>
          </p:nvSpPr>
          <p:spPr>
            <a:xfrm flipH="1">
              <a:off x="7254114" y="854498"/>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14;p58">
              <a:extLst>
                <a:ext uri="{FF2B5EF4-FFF2-40B4-BE49-F238E27FC236}">
                  <a16:creationId xmlns:a16="http://schemas.microsoft.com/office/drawing/2014/main" id="{688B9167-387C-560D-D669-D6BB2B5B9A03}"/>
                </a:ext>
              </a:extLst>
            </p:cNvPr>
            <p:cNvSpPr/>
            <p:nvPr/>
          </p:nvSpPr>
          <p:spPr>
            <a:xfrm>
              <a:off x="3713739" y="4001465"/>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15;p58">
              <a:extLst>
                <a:ext uri="{FF2B5EF4-FFF2-40B4-BE49-F238E27FC236}">
                  <a16:creationId xmlns:a16="http://schemas.microsoft.com/office/drawing/2014/main" id="{3157F192-14B5-21A9-B890-E3C23BF64F0E}"/>
                </a:ext>
              </a:extLst>
            </p:cNvPr>
            <p:cNvSpPr/>
            <p:nvPr/>
          </p:nvSpPr>
          <p:spPr>
            <a:xfrm>
              <a:off x="4170175" y="4382834"/>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16;p58">
              <a:extLst>
                <a:ext uri="{FF2B5EF4-FFF2-40B4-BE49-F238E27FC236}">
                  <a16:creationId xmlns:a16="http://schemas.microsoft.com/office/drawing/2014/main" id="{8F813961-B248-EC5B-7006-5EE63FE598D8}"/>
                </a:ext>
              </a:extLst>
            </p:cNvPr>
            <p:cNvSpPr/>
            <p:nvPr/>
          </p:nvSpPr>
          <p:spPr>
            <a:xfrm>
              <a:off x="4390617" y="409765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Image 21">
            <a:extLst>
              <a:ext uri="{FF2B5EF4-FFF2-40B4-BE49-F238E27FC236}">
                <a16:creationId xmlns:a16="http://schemas.microsoft.com/office/drawing/2014/main" id="{4D2CBE64-8627-916F-8A4B-09614152B419}"/>
              </a:ext>
            </a:extLst>
          </p:cNvPr>
          <p:cNvPicPr>
            <a:picLocks noChangeAspect="1"/>
          </p:cNvPicPr>
          <p:nvPr/>
        </p:nvPicPr>
        <p:blipFill>
          <a:blip r:embed="rId2"/>
          <a:srcRect/>
          <a:stretch/>
        </p:blipFill>
        <p:spPr>
          <a:xfrm>
            <a:off x="1681992" y="1561356"/>
            <a:ext cx="5580805" cy="2818864"/>
          </a:xfrm>
          <a:prstGeom prst="rect">
            <a:avLst/>
          </a:prstGeom>
        </p:spPr>
      </p:pic>
      <p:sp>
        <p:nvSpPr>
          <p:cNvPr id="2" name="Rectangle 1">
            <a:extLst>
              <a:ext uri="{FF2B5EF4-FFF2-40B4-BE49-F238E27FC236}">
                <a16:creationId xmlns:a16="http://schemas.microsoft.com/office/drawing/2014/main" id="{DC202597-E0B0-490D-9E94-13D162C2D885}"/>
              </a:ext>
            </a:extLst>
          </p:cNvPr>
          <p:cNvSpPr>
            <a:spLocks noChangeArrowheads="1"/>
          </p:cNvSpPr>
          <p:nvPr/>
        </p:nvSpPr>
        <p:spPr bwMode="auto">
          <a:xfrm>
            <a:off x="559381" y="292491"/>
            <a:ext cx="80252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Arial" panose="020B0604020202020204" pitchFamily="34" charset="0"/>
              </a:rPr>
              <a:t>L'utilisateur saisit : Durée, octets envoyés/reçus, taux de connexions, etc.</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Arial" panose="020B0604020202020204" pitchFamily="34" charset="0"/>
              </a:rPr>
              <a:t>Le modèle prédit en temps réel la nature de la connexion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Arial" panose="020B0604020202020204" pitchFamily="34" charset="0"/>
              </a:rPr>
              <a:t>Utilisé pour tester une seule situation</a:t>
            </a:r>
          </a:p>
        </p:txBody>
      </p:sp>
      <p:sp>
        <p:nvSpPr>
          <p:cNvPr id="23" name="TextBox 22"/>
          <p:cNvSpPr txBox="1"/>
          <p:nvPr/>
        </p:nvSpPr>
        <p:spPr>
          <a:xfrm>
            <a:off x="254000" y="4889500"/>
            <a:ext cx="1181734" cy="400110"/>
          </a:xfrm>
          <a:prstGeom prst="rect">
            <a:avLst/>
          </a:prstGeom>
          <a:noFill/>
        </p:spPr>
        <p:txBody>
          <a:bodyPr wrap="none">
            <a:spAutoFit/>
          </a:bodyPr>
          <a:lstStyle/>
          <a:p>
            <a:r>
              <a:rPr sz="1000" dirty="0">
                <a:solidFill>
                  <a:srgbClr val="FFFFFF"/>
                </a:solidFill>
                <a:latin typeface="Arial"/>
              </a:rPr>
              <a:t>64</a:t>
            </a:r>
            <a:r>
              <a:rPr lang="fr-FR" sz="1000" dirty="0">
                <a:solidFill>
                  <a:srgbClr val="FFFFFF"/>
                </a:solidFill>
              </a:rPr>
              <a:t> |  Déploiement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4170530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CCDB20A6-CEF2-15DF-6DB1-83EFFF2FD37E}"/>
              </a:ext>
            </a:extLst>
          </p:cNvPr>
          <p:cNvSpPr txBox="1"/>
          <p:nvPr/>
        </p:nvSpPr>
        <p:spPr>
          <a:xfrm>
            <a:off x="168639" y="95691"/>
            <a:ext cx="1754372" cy="461665"/>
          </a:xfrm>
          <a:prstGeom prst="rect">
            <a:avLst/>
          </a:prstGeom>
          <a:noFill/>
        </p:spPr>
        <p:txBody>
          <a:bodyPr wrap="square" rtlCol="0">
            <a:spAutoFit/>
          </a:bodyPr>
          <a:lstStyle/>
          <a:p>
            <a:r>
              <a:rPr lang="fr-FR" sz="2400" b="1" dirty="0">
                <a:solidFill>
                  <a:srgbClr val="F89746"/>
                </a:solidFill>
                <a:effectLst>
                  <a:outerShdw blurRad="38100" dist="38100" dir="2700000" algn="tl">
                    <a:srgbClr val="000000">
                      <a:alpha val="43137"/>
                    </a:srgbClr>
                  </a:outerShdw>
                </a:effectLst>
                <a:latin typeface="Montserrat Medium" panose="00000600000000000000" pitchFamily="2" charset="0"/>
              </a:rPr>
              <a:t>Exemple :</a:t>
            </a:r>
          </a:p>
        </p:txBody>
      </p:sp>
      <p:grpSp>
        <p:nvGrpSpPr>
          <p:cNvPr id="6" name="Groupe 5">
            <a:extLst>
              <a:ext uri="{FF2B5EF4-FFF2-40B4-BE49-F238E27FC236}">
                <a16:creationId xmlns:a16="http://schemas.microsoft.com/office/drawing/2014/main" id="{740A4D72-63D2-23EA-9FCC-378C73B6BCB7}"/>
              </a:ext>
            </a:extLst>
          </p:cNvPr>
          <p:cNvGrpSpPr/>
          <p:nvPr/>
        </p:nvGrpSpPr>
        <p:grpSpPr>
          <a:xfrm>
            <a:off x="2068746" y="95691"/>
            <a:ext cx="5300761" cy="4952118"/>
            <a:chOff x="2068746" y="95691"/>
            <a:chExt cx="5300761" cy="4952118"/>
          </a:xfrm>
        </p:grpSpPr>
        <p:pic>
          <p:nvPicPr>
            <p:cNvPr id="7" name="Image 6">
              <a:extLst>
                <a:ext uri="{FF2B5EF4-FFF2-40B4-BE49-F238E27FC236}">
                  <a16:creationId xmlns:a16="http://schemas.microsoft.com/office/drawing/2014/main" id="{152938C8-51D7-BF01-F69C-A747F4515FB3}"/>
                </a:ext>
              </a:extLst>
            </p:cNvPr>
            <p:cNvPicPr>
              <a:picLocks noChangeAspect="1"/>
            </p:cNvPicPr>
            <p:nvPr/>
          </p:nvPicPr>
          <p:blipFill>
            <a:blip r:embed="rId2"/>
            <a:stretch>
              <a:fillRect/>
            </a:stretch>
          </p:blipFill>
          <p:spPr>
            <a:xfrm>
              <a:off x="2068747" y="2490679"/>
              <a:ext cx="5300760" cy="2557130"/>
            </a:xfrm>
            <a:prstGeom prst="rect">
              <a:avLst/>
            </a:prstGeom>
          </p:spPr>
        </p:pic>
        <p:sp>
          <p:nvSpPr>
            <p:cNvPr id="3" name="Flèche : droite 2">
              <a:extLst>
                <a:ext uri="{FF2B5EF4-FFF2-40B4-BE49-F238E27FC236}">
                  <a16:creationId xmlns:a16="http://schemas.microsoft.com/office/drawing/2014/main" id="{B116CD72-2C9E-7B75-1686-7795311D1699}"/>
                </a:ext>
              </a:extLst>
            </p:cNvPr>
            <p:cNvSpPr/>
            <p:nvPr/>
          </p:nvSpPr>
          <p:spPr>
            <a:xfrm rot="10800000">
              <a:off x="4482193" y="3236214"/>
              <a:ext cx="2535108" cy="523221"/>
            </a:xfrm>
            <a:prstGeom prst="rightArrow">
              <a:avLst>
                <a:gd name="adj1" fmla="val 10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2B6E7483-43E3-1613-CAEC-FFD7CC528B92}"/>
                </a:ext>
              </a:extLst>
            </p:cNvPr>
            <p:cNvPicPr>
              <a:picLocks noChangeAspect="1"/>
            </p:cNvPicPr>
            <p:nvPr/>
          </p:nvPicPr>
          <p:blipFill>
            <a:blip r:embed="rId3"/>
            <a:stretch>
              <a:fillRect/>
            </a:stretch>
          </p:blipFill>
          <p:spPr>
            <a:xfrm>
              <a:off x="2068746" y="95691"/>
              <a:ext cx="5300761" cy="2557130"/>
            </a:xfrm>
            <a:prstGeom prst="rect">
              <a:avLst/>
            </a:prstGeom>
          </p:spPr>
        </p:pic>
        <p:sp>
          <p:nvSpPr>
            <p:cNvPr id="4" name="Ellipse 3">
              <a:extLst>
                <a:ext uri="{FF2B5EF4-FFF2-40B4-BE49-F238E27FC236}">
                  <a16:creationId xmlns:a16="http://schemas.microsoft.com/office/drawing/2014/main" id="{2568F0D2-7E3C-349F-9441-835E507076DC}"/>
                </a:ext>
              </a:extLst>
            </p:cNvPr>
            <p:cNvSpPr/>
            <p:nvPr/>
          </p:nvSpPr>
          <p:spPr>
            <a:xfrm>
              <a:off x="2150392" y="2183464"/>
              <a:ext cx="1314450" cy="47750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ZoneTexte 1">
              <a:extLst>
                <a:ext uri="{FF2B5EF4-FFF2-40B4-BE49-F238E27FC236}">
                  <a16:creationId xmlns:a16="http://schemas.microsoft.com/office/drawing/2014/main" id="{E84275A9-68BD-B438-779C-A3845F1881A5}"/>
                </a:ext>
              </a:extLst>
            </p:cNvPr>
            <p:cNvSpPr txBox="1"/>
            <p:nvPr/>
          </p:nvSpPr>
          <p:spPr>
            <a:xfrm>
              <a:off x="4482193" y="3236215"/>
              <a:ext cx="2661556" cy="523220"/>
            </a:xfrm>
            <a:prstGeom prst="rect">
              <a:avLst/>
            </a:prstGeom>
            <a:noFill/>
          </p:spPr>
          <p:txBody>
            <a:bodyPr wrap="square" rtlCol="0">
              <a:spAutoFit/>
            </a:bodyPr>
            <a:lstStyle/>
            <a:p>
              <a:pPr algn="ctr"/>
              <a:r>
                <a:rPr lang="fr-FR" dirty="0">
                  <a:solidFill>
                    <a:schemeClr val="accent1">
                      <a:lumMod val="10000"/>
                    </a:schemeClr>
                  </a:solidFill>
                  <a:latin typeface="Montserrat Medium" panose="00000600000000000000" pitchFamily="2" charset="0"/>
                </a:rPr>
                <a:t>Résultats des modelés de prédiction</a:t>
              </a:r>
            </a:p>
          </p:txBody>
        </p:sp>
      </p:grpSp>
      <p:sp>
        <p:nvSpPr>
          <p:cNvPr id="9" name="TextBox 8"/>
          <p:cNvSpPr txBox="1"/>
          <p:nvPr/>
        </p:nvSpPr>
        <p:spPr>
          <a:xfrm>
            <a:off x="254000" y="4889500"/>
            <a:ext cx="1181734" cy="400110"/>
          </a:xfrm>
          <a:prstGeom prst="rect">
            <a:avLst/>
          </a:prstGeom>
          <a:noFill/>
        </p:spPr>
        <p:txBody>
          <a:bodyPr wrap="none">
            <a:spAutoFit/>
          </a:bodyPr>
          <a:lstStyle/>
          <a:p>
            <a:r>
              <a:rPr sz="1000" dirty="0">
                <a:solidFill>
                  <a:srgbClr val="FFFFFF"/>
                </a:solidFill>
                <a:latin typeface="Arial"/>
              </a:rPr>
              <a:t>65</a:t>
            </a:r>
            <a:r>
              <a:rPr lang="fr-FR" sz="1000" dirty="0">
                <a:solidFill>
                  <a:srgbClr val="FFFFFF"/>
                </a:solidFill>
              </a:rPr>
              <a:t> |  Déploiement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3534806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a:extLst>
            <a:ext uri="{FF2B5EF4-FFF2-40B4-BE49-F238E27FC236}">
              <a16:creationId xmlns:a16="http://schemas.microsoft.com/office/drawing/2014/main" id="{750B1B14-4A8F-0BB2-F93D-253607408316}"/>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9714527C-3880-310A-B81E-32C973ECA053}"/>
              </a:ext>
            </a:extLst>
          </p:cNvPr>
          <p:cNvSpPr txBox="1"/>
          <p:nvPr/>
        </p:nvSpPr>
        <p:spPr>
          <a:xfrm>
            <a:off x="3429129" y="38088"/>
            <a:ext cx="2248857" cy="646331"/>
          </a:xfrm>
          <a:prstGeom prst="rect">
            <a:avLst/>
          </a:prstGeom>
          <a:noFill/>
        </p:spPr>
        <p:txBody>
          <a:bodyPr wrap="square">
            <a:spAutoFit/>
          </a:bodyPr>
          <a:lstStyle/>
          <a:p>
            <a:r>
              <a:rPr lang="fr-FR" sz="1800" b="1" dirty="0">
                <a:solidFill>
                  <a:schemeClr val="accent2"/>
                </a:solidFill>
                <a:latin typeface="Montserrat Medium" panose="00000600000000000000" pitchFamily="2" charset="0"/>
              </a:rPr>
              <a:t>Prédiction CSV</a:t>
            </a:r>
          </a:p>
          <a:p>
            <a:endParaRPr lang="fr-FR" sz="1800" b="1" dirty="0">
              <a:solidFill>
                <a:schemeClr val="accent2"/>
              </a:solidFill>
              <a:latin typeface="Montserrat Medium" panose="00000600000000000000" pitchFamily="2" charset="0"/>
            </a:endParaRPr>
          </a:p>
        </p:txBody>
      </p:sp>
      <p:grpSp>
        <p:nvGrpSpPr>
          <p:cNvPr id="6" name="Google Shape;1704;p58">
            <a:extLst>
              <a:ext uri="{FF2B5EF4-FFF2-40B4-BE49-F238E27FC236}">
                <a16:creationId xmlns:a16="http://schemas.microsoft.com/office/drawing/2014/main" id="{6234682F-4F32-0313-4894-227D3F7D7902}"/>
              </a:ext>
            </a:extLst>
          </p:cNvPr>
          <p:cNvGrpSpPr/>
          <p:nvPr/>
        </p:nvGrpSpPr>
        <p:grpSpPr>
          <a:xfrm>
            <a:off x="862500" y="361253"/>
            <a:ext cx="7760873" cy="5837582"/>
            <a:chOff x="3637553" y="536390"/>
            <a:chExt cx="4786456" cy="4066741"/>
          </a:xfrm>
        </p:grpSpPr>
        <p:sp>
          <p:nvSpPr>
            <p:cNvPr id="7" name="Google Shape;1705;p58">
              <a:extLst>
                <a:ext uri="{FF2B5EF4-FFF2-40B4-BE49-F238E27FC236}">
                  <a16:creationId xmlns:a16="http://schemas.microsoft.com/office/drawing/2014/main" id="{8604B617-C71A-2E75-58FE-9F7B17E64F00}"/>
                </a:ext>
              </a:extLst>
            </p:cNvPr>
            <p:cNvSpPr/>
            <p:nvPr/>
          </p:nvSpPr>
          <p:spPr>
            <a:xfrm>
              <a:off x="3637553" y="909451"/>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06;p58">
              <a:extLst>
                <a:ext uri="{FF2B5EF4-FFF2-40B4-BE49-F238E27FC236}">
                  <a16:creationId xmlns:a16="http://schemas.microsoft.com/office/drawing/2014/main" id="{31AE4D57-4826-1E01-A364-6FDBA02FDF71}"/>
                </a:ext>
              </a:extLst>
            </p:cNvPr>
            <p:cNvSpPr/>
            <p:nvPr/>
          </p:nvSpPr>
          <p:spPr>
            <a:xfrm>
              <a:off x="7400486" y="328650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1707;p58">
              <a:extLst>
                <a:ext uri="{FF2B5EF4-FFF2-40B4-BE49-F238E27FC236}">
                  <a16:creationId xmlns:a16="http://schemas.microsoft.com/office/drawing/2014/main" id="{A5ECBA60-72B3-0E76-6E0F-2097683FEEB5}"/>
                </a:ext>
              </a:extLst>
            </p:cNvPr>
            <p:cNvGrpSpPr/>
            <p:nvPr/>
          </p:nvGrpSpPr>
          <p:grpSpPr>
            <a:xfrm>
              <a:off x="3713757" y="1214253"/>
              <a:ext cx="4405454" cy="2714993"/>
              <a:chOff x="3637557" y="1214253"/>
              <a:chExt cx="4405454" cy="2714993"/>
            </a:xfrm>
          </p:grpSpPr>
          <p:sp>
            <p:nvSpPr>
              <p:cNvPr id="16" name="Google Shape;1708;p58">
                <a:extLst>
                  <a:ext uri="{FF2B5EF4-FFF2-40B4-BE49-F238E27FC236}">
                    <a16:creationId xmlns:a16="http://schemas.microsoft.com/office/drawing/2014/main" id="{7A397E63-A54A-54C5-9B33-7270D7D91D08}"/>
                  </a:ext>
                </a:extLst>
              </p:cNvPr>
              <p:cNvSpPr/>
              <p:nvPr/>
            </p:nvSpPr>
            <p:spPr>
              <a:xfrm>
                <a:off x="3865952" y="1214253"/>
                <a:ext cx="3948891" cy="2646285"/>
              </a:xfrm>
              <a:custGeom>
                <a:avLst/>
                <a:gdLst/>
                <a:ahLst/>
                <a:cxnLst/>
                <a:rect l="l" t="t" r="r" b="b"/>
                <a:pathLst>
                  <a:path w="27686" h="16895" extrusionOk="0">
                    <a:moveTo>
                      <a:pt x="867" y="0"/>
                    </a:moveTo>
                    <a:cubicBezTo>
                      <a:pt x="391" y="0"/>
                      <a:pt x="1" y="390"/>
                      <a:pt x="1" y="866"/>
                    </a:cubicBezTo>
                    <a:lnTo>
                      <a:pt x="1" y="16029"/>
                    </a:lnTo>
                    <a:cubicBezTo>
                      <a:pt x="1" y="16506"/>
                      <a:pt x="391" y="16895"/>
                      <a:pt x="867" y="16895"/>
                    </a:cubicBezTo>
                    <a:lnTo>
                      <a:pt x="26820" y="16895"/>
                    </a:lnTo>
                    <a:cubicBezTo>
                      <a:pt x="27295" y="16895"/>
                      <a:pt x="27686" y="16506"/>
                      <a:pt x="27686" y="16029"/>
                    </a:cubicBezTo>
                    <a:lnTo>
                      <a:pt x="27686" y="866"/>
                    </a:lnTo>
                    <a:cubicBezTo>
                      <a:pt x="27686" y="390"/>
                      <a:pt x="27295" y="0"/>
                      <a:pt x="268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9;p58">
                <a:extLst>
                  <a:ext uri="{FF2B5EF4-FFF2-40B4-BE49-F238E27FC236}">
                    <a16:creationId xmlns:a16="http://schemas.microsoft.com/office/drawing/2014/main" id="{440EF6CC-AABA-B17A-8BA2-2A3A7C44ACF2}"/>
                  </a:ext>
                </a:extLst>
              </p:cNvPr>
              <p:cNvSpPr/>
              <p:nvPr/>
            </p:nvSpPr>
            <p:spPr>
              <a:xfrm>
                <a:off x="3637557" y="3591236"/>
                <a:ext cx="4405454" cy="338010"/>
              </a:xfrm>
              <a:custGeom>
                <a:avLst/>
                <a:gdLst/>
                <a:ahLst/>
                <a:cxnLst/>
                <a:rect l="l" t="t" r="r" b="b"/>
                <a:pathLst>
                  <a:path w="30887" h="2158" extrusionOk="0">
                    <a:moveTo>
                      <a:pt x="0" y="1"/>
                    </a:moveTo>
                    <a:lnTo>
                      <a:pt x="0" y="1192"/>
                    </a:lnTo>
                    <a:cubicBezTo>
                      <a:pt x="0" y="1723"/>
                      <a:pt x="434" y="2157"/>
                      <a:pt x="966" y="2157"/>
                    </a:cubicBezTo>
                    <a:lnTo>
                      <a:pt x="29921" y="2157"/>
                    </a:lnTo>
                    <a:cubicBezTo>
                      <a:pt x="30451" y="2157"/>
                      <a:pt x="30886" y="1723"/>
                      <a:pt x="30886" y="1192"/>
                    </a:cubicBezTo>
                    <a:lnTo>
                      <a:pt x="308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10;p58">
                <a:extLst>
                  <a:ext uri="{FF2B5EF4-FFF2-40B4-BE49-F238E27FC236}">
                    <a16:creationId xmlns:a16="http://schemas.microsoft.com/office/drawing/2014/main" id="{EDAA8215-07B9-A3C9-8D7B-0825B442CDB4}"/>
                  </a:ext>
                </a:extLst>
              </p:cNvPr>
              <p:cNvSpPr/>
              <p:nvPr/>
            </p:nvSpPr>
            <p:spPr>
              <a:xfrm>
                <a:off x="5405581" y="3592805"/>
                <a:ext cx="874330" cy="110268"/>
              </a:xfrm>
              <a:custGeom>
                <a:avLst/>
                <a:gdLst/>
                <a:ahLst/>
                <a:cxnLst/>
                <a:rect l="l" t="t" r="r" b="b"/>
                <a:pathLst>
                  <a:path w="6130" h="704" extrusionOk="0">
                    <a:moveTo>
                      <a:pt x="0" y="1"/>
                    </a:moveTo>
                    <a:lnTo>
                      <a:pt x="0" y="389"/>
                    </a:lnTo>
                    <a:cubicBezTo>
                      <a:pt x="0" y="562"/>
                      <a:pt x="141" y="703"/>
                      <a:pt x="315" y="703"/>
                    </a:cubicBezTo>
                    <a:lnTo>
                      <a:pt x="5815" y="703"/>
                    </a:lnTo>
                    <a:cubicBezTo>
                      <a:pt x="5988" y="703"/>
                      <a:pt x="6129" y="561"/>
                      <a:pt x="6129" y="389"/>
                    </a:cubicBezTo>
                    <a:lnTo>
                      <a:pt x="61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711;p58">
              <a:extLst>
                <a:ext uri="{FF2B5EF4-FFF2-40B4-BE49-F238E27FC236}">
                  <a16:creationId xmlns:a16="http://schemas.microsoft.com/office/drawing/2014/main" id="{2592FCF6-4A78-1897-995F-05E8E7B824C6}"/>
                </a:ext>
              </a:extLst>
            </p:cNvPr>
            <p:cNvSpPr/>
            <p:nvPr/>
          </p:nvSpPr>
          <p:spPr>
            <a:xfrm flipH="1">
              <a:off x="7737391" y="758289"/>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12;p58">
              <a:extLst>
                <a:ext uri="{FF2B5EF4-FFF2-40B4-BE49-F238E27FC236}">
                  <a16:creationId xmlns:a16="http://schemas.microsoft.com/office/drawing/2014/main" id="{B550728B-FCDF-9044-3420-F3D842084812}"/>
                </a:ext>
              </a:extLst>
            </p:cNvPr>
            <p:cNvSpPr/>
            <p:nvPr/>
          </p:nvSpPr>
          <p:spPr>
            <a:xfrm flipH="1">
              <a:off x="7441345" y="536390"/>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13;p58">
              <a:extLst>
                <a:ext uri="{FF2B5EF4-FFF2-40B4-BE49-F238E27FC236}">
                  <a16:creationId xmlns:a16="http://schemas.microsoft.com/office/drawing/2014/main" id="{6D0A7C37-3E54-B882-D47E-E95FE26587D9}"/>
                </a:ext>
              </a:extLst>
            </p:cNvPr>
            <p:cNvSpPr/>
            <p:nvPr/>
          </p:nvSpPr>
          <p:spPr>
            <a:xfrm flipH="1">
              <a:off x="7254114" y="854498"/>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14;p58">
              <a:extLst>
                <a:ext uri="{FF2B5EF4-FFF2-40B4-BE49-F238E27FC236}">
                  <a16:creationId xmlns:a16="http://schemas.microsoft.com/office/drawing/2014/main" id="{2FCCA780-B786-1663-23BB-44718D4B8068}"/>
                </a:ext>
              </a:extLst>
            </p:cNvPr>
            <p:cNvSpPr/>
            <p:nvPr/>
          </p:nvSpPr>
          <p:spPr>
            <a:xfrm>
              <a:off x="3713739" y="4001465"/>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15;p58">
              <a:extLst>
                <a:ext uri="{FF2B5EF4-FFF2-40B4-BE49-F238E27FC236}">
                  <a16:creationId xmlns:a16="http://schemas.microsoft.com/office/drawing/2014/main" id="{483FFBE2-B20D-5A4F-4A84-4D65131C20E6}"/>
                </a:ext>
              </a:extLst>
            </p:cNvPr>
            <p:cNvSpPr/>
            <p:nvPr/>
          </p:nvSpPr>
          <p:spPr>
            <a:xfrm>
              <a:off x="4170175" y="4382834"/>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16;p58">
              <a:extLst>
                <a:ext uri="{FF2B5EF4-FFF2-40B4-BE49-F238E27FC236}">
                  <a16:creationId xmlns:a16="http://schemas.microsoft.com/office/drawing/2014/main" id="{0328A722-760B-5EC6-683A-96726D1D295A}"/>
                </a:ext>
              </a:extLst>
            </p:cNvPr>
            <p:cNvSpPr/>
            <p:nvPr/>
          </p:nvSpPr>
          <p:spPr>
            <a:xfrm>
              <a:off x="4390617" y="4097655"/>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2" name="Image 21">
            <a:extLst>
              <a:ext uri="{FF2B5EF4-FFF2-40B4-BE49-F238E27FC236}">
                <a16:creationId xmlns:a16="http://schemas.microsoft.com/office/drawing/2014/main" id="{7EB4FADB-3A26-FB35-F7CB-D7DC9A491BA8}"/>
              </a:ext>
            </a:extLst>
          </p:cNvPr>
          <p:cNvPicPr>
            <a:picLocks noChangeAspect="1"/>
          </p:cNvPicPr>
          <p:nvPr/>
        </p:nvPicPr>
        <p:blipFill>
          <a:blip r:embed="rId2"/>
          <a:srcRect/>
          <a:stretch/>
        </p:blipFill>
        <p:spPr>
          <a:xfrm>
            <a:off x="1740014" y="1540625"/>
            <a:ext cx="5663972" cy="2880139"/>
          </a:xfrm>
          <a:prstGeom prst="rect">
            <a:avLst/>
          </a:prstGeom>
        </p:spPr>
      </p:pic>
      <p:sp>
        <p:nvSpPr>
          <p:cNvPr id="2" name="Rectangle 1">
            <a:extLst>
              <a:ext uri="{FF2B5EF4-FFF2-40B4-BE49-F238E27FC236}">
                <a16:creationId xmlns:a16="http://schemas.microsoft.com/office/drawing/2014/main" id="{76B843C5-0F1D-4832-8AC7-ABF952656520}"/>
              </a:ext>
            </a:extLst>
          </p:cNvPr>
          <p:cNvSpPr>
            <a:spLocks noChangeArrowheads="1"/>
          </p:cNvSpPr>
          <p:nvPr/>
        </p:nvSpPr>
        <p:spPr bwMode="auto">
          <a:xfrm>
            <a:off x="1368113" y="256548"/>
            <a:ext cx="6927441" cy="958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Times New Roman" panose="02020603050405020304" pitchFamily="18" charset="0"/>
                <a:cs typeface="Times New Roman" panose="02020603050405020304" pitchFamily="18" charset="0"/>
              </a:rPr>
              <a:t>L'utilisateur téléverse un fichier .csv avec plusieurs connexions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Times New Roman" panose="02020603050405020304" pitchFamily="18" charset="0"/>
                <a:cs typeface="Times New Roman" panose="02020603050405020304" pitchFamily="18" charset="0"/>
              </a:rPr>
              <a:t>L’interface applique tous les modèles automatiquement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fr-FR" altLang="fr-FR" sz="1800" b="0" i="0" u="none" strike="noStrike" cap="none" normalizeH="0" baseline="0" dirty="0">
                <a:ln>
                  <a:noFill/>
                </a:ln>
                <a:solidFill>
                  <a:schemeClr val="accent6"/>
                </a:solidFill>
                <a:effectLst/>
                <a:latin typeface="Times New Roman" panose="02020603050405020304" pitchFamily="18" charset="0"/>
                <a:cs typeface="Times New Roman" panose="02020603050405020304" pitchFamily="18" charset="0"/>
              </a:rPr>
              <a:t>Résultats plus rapides pour un grand volume de données</a:t>
            </a:r>
          </a:p>
        </p:txBody>
      </p:sp>
      <p:sp>
        <p:nvSpPr>
          <p:cNvPr id="23" name="TextBox 22"/>
          <p:cNvSpPr txBox="1"/>
          <p:nvPr/>
        </p:nvSpPr>
        <p:spPr>
          <a:xfrm>
            <a:off x="254000" y="4889500"/>
            <a:ext cx="1217000" cy="400110"/>
          </a:xfrm>
          <a:prstGeom prst="rect">
            <a:avLst/>
          </a:prstGeom>
          <a:noFill/>
        </p:spPr>
        <p:txBody>
          <a:bodyPr wrap="none">
            <a:spAutoFit/>
          </a:bodyPr>
          <a:lstStyle/>
          <a:p>
            <a:r>
              <a:rPr sz="1000" dirty="0">
                <a:solidFill>
                  <a:srgbClr val="FFFFFF"/>
                </a:solidFill>
                <a:latin typeface="Arial"/>
              </a:rPr>
              <a:t>66</a:t>
            </a:r>
            <a:r>
              <a:rPr lang="fr-FR" sz="1000" dirty="0">
                <a:solidFill>
                  <a:srgbClr val="FFFFFF"/>
                </a:solidFill>
              </a:rPr>
              <a:t>  |  Déploiement</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975716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a:extLst>
            <a:ext uri="{FF2B5EF4-FFF2-40B4-BE49-F238E27FC236}">
              <a16:creationId xmlns:a16="http://schemas.microsoft.com/office/drawing/2014/main" id="{82642163-ABF5-BF3C-BBAB-FB26D3C923B4}"/>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D9CF8D4D-AC1B-FC0D-96BD-1EDA93E232EA}"/>
              </a:ext>
            </a:extLst>
          </p:cNvPr>
          <p:cNvPicPr>
            <a:picLocks noChangeAspect="1"/>
          </p:cNvPicPr>
          <p:nvPr/>
        </p:nvPicPr>
        <p:blipFill>
          <a:blip r:embed="rId2"/>
          <a:stretch>
            <a:fillRect/>
          </a:stretch>
        </p:blipFill>
        <p:spPr>
          <a:xfrm>
            <a:off x="0" y="218395"/>
            <a:ext cx="5894614" cy="2629905"/>
          </a:xfrm>
          <a:prstGeom prst="rect">
            <a:avLst/>
          </a:prstGeom>
        </p:spPr>
      </p:pic>
      <p:pic>
        <p:nvPicPr>
          <p:cNvPr id="6" name="Image 5">
            <a:extLst>
              <a:ext uri="{FF2B5EF4-FFF2-40B4-BE49-F238E27FC236}">
                <a16:creationId xmlns:a16="http://schemas.microsoft.com/office/drawing/2014/main" id="{87AF958B-B567-EFF5-0622-83BEB5329504}"/>
              </a:ext>
            </a:extLst>
          </p:cNvPr>
          <p:cNvPicPr>
            <a:picLocks noChangeAspect="1"/>
          </p:cNvPicPr>
          <p:nvPr/>
        </p:nvPicPr>
        <p:blipFill>
          <a:blip r:embed="rId3"/>
          <a:stretch>
            <a:fillRect/>
          </a:stretch>
        </p:blipFill>
        <p:spPr>
          <a:xfrm>
            <a:off x="1518177" y="1405435"/>
            <a:ext cx="5540457" cy="2346446"/>
          </a:xfrm>
          <a:prstGeom prst="rect">
            <a:avLst/>
          </a:prstGeom>
        </p:spPr>
      </p:pic>
      <p:sp>
        <p:nvSpPr>
          <p:cNvPr id="2" name="ZoneTexte 1">
            <a:extLst>
              <a:ext uri="{FF2B5EF4-FFF2-40B4-BE49-F238E27FC236}">
                <a16:creationId xmlns:a16="http://schemas.microsoft.com/office/drawing/2014/main" id="{9EB1FA8D-1999-EC90-D1B1-7803F1508A71}"/>
              </a:ext>
            </a:extLst>
          </p:cNvPr>
          <p:cNvSpPr txBox="1"/>
          <p:nvPr/>
        </p:nvSpPr>
        <p:spPr>
          <a:xfrm>
            <a:off x="5976257" y="283680"/>
            <a:ext cx="3110593" cy="923330"/>
          </a:xfrm>
          <a:prstGeom prst="rect">
            <a:avLst/>
          </a:prstGeom>
          <a:noFill/>
        </p:spPr>
        <p:txBody>
          <a:bodyPr wrap="square" rtlCol="0">
            <a:spAutoFit/>
          </a:bodyPr>
          <a:lstStyle/>
          <a:p>
            <a:pPr algn="ctr"/>
            <a:r>
              <a:rPr lang="fr-FR" sz="1800" dirty="0">
                <a:solidFill>
                  <a:srgbClr val="F89746"/>
                </a:solidFill>
                <a:latin typeface="Montserrat Medium" panose="00000600000000000000" pitchFamily="2" charset="0"/>
              </a:rPr>
              <a:t>Résultats de la prédiction automatique via CSV</a:t>
            </a:r>
          </a:p>
        </p:txBody>
      </p:sp>
      <p:sp>
        <p:nvSpPr>
          <p:cNvPr id="5" name="Flèche : droite 4">
            <a:extLst>
              <a:ext uri="{FF2B5EF4-FFF2-40B4-BE49-F238E27FC236}">
                <a16:creationId xmlns:a16="http://schemas.microsoft.com/office/drawing/2014/main" id="{0DAC5FD7-A261-386E-65B9-F979457B1E9C}"/>
              </a:ext>
            </a:extLst>
          </p:cNvPr>
          <p:cNvSpPr/>
          <p:nvPr/>
        </p:nvSpPr>
        <p:spPr>
          <a:xfrm>
            <a:off x="2710544" y="3751881"/>
            <a:ext cx="2634596" cy="1117128"/>
          </a:xfrm>
          <a:prstGeom prst="rightArrow">
            <a:avLst>
              <a:gd name="adj1" fmla="val 50000"/>
              <a:gd name="adj2" fmla="val 3943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accent1">
                    <a:lumMod val="10000"/>
                  </a:schemeClr>
                </a:solidFill>
              </a:rPr>
              <a:t>Répartition globale des prédictions</a:t>
            </a:r>
          </a:p>
        </p:txBody>
      </p:sp>
      <p:sp>
        <p:nvSpPr>
          <p:cNvPr id="10" name="TextBox 9"/>
          <p:cNvSpPr txBox="1"/>
          <p:nvPr/>
        </p:nvSpPr>
        <p:spPr>
          <a:xfrm>
            <a:off x="254000" y="4889500"/>
            <a:ext cx="1217000" cy="400110"/>
          </a:xfrm>
          <a:prstGeom prst="rect">
            <a:avLst/>
          </a:prstGeom>
          <a:noFill/>
        </p:spPr>
        <p:txBody>
          <a:bodyPr wrap="none">
            <a:spAutoFit/>
          </a:bodyPr>
          <a:lstStyle/>
          <a:p>
            <a:r>
              <a:rPr sz="1000" dirty="0">
                <a:solidFill>
                  <a:srgbClr val="FFFFFF"/>
                </a:solidFill>
                <a:latin typeface="Arial"/>
              </a:rPr>
              <a:t>67</a:t>
            </a:r>
            <a:r>
              <a:rPr lang="fr-FR" sz="1000" dirty="0">
                <a:solidFill>
                  <a:srgbClr val="FFFFFF"/>
                </a:solidFill>
              </a:rPr>
              <a:t>  |  Déploiement</a:t>
            </a:r>
          </a:p>
          <a:p>
            <a:r>
              <a:rPr lang="fr-FR" sz="1000" dirty="0">
                <a:solidFill>
                  <a:srgbClr val="FFFFFF"/>
                </a:solidFill>
                <a:latin typeface="Arial"/>
              </a:rPr>
              <a:t> </a:t>
            </a:r>
            <a:endParaRPr sz="1000" dirty="0">
              <a:solidFill>
                <a:srgbClr val="FFFFFF"/>
              </a:solidFill>
              <a:latin typeface="Arial"/>
            </a:endParaRPr>
          </a:p>
        </p:txBody>
      </p:sp>
      <p:pic>
        <p:nvPicPr>
          <p:cNvPr id="9" name="Image 8">
            <a:extLst>
              <a:ext uri="{FF2B5EF4-FFF2-40B4-BE49-F238E27FC236}">
                <a16:creationId xmlns:a16="http://schemas.microsoft.com/office/drawing/2014/main" id="{BE2D13DA-381E-A44B-2992-8461FDD048FA}"/>
              </a:ext>
            </a:extLst>
          </p:cNvPr>
          <p:cNvPicPr>
            <a:picLocks noChangeAspect="1"/>
          </p:cNvPicPr>
          <p:nvPr/>
        </p:nvPicPr>
        <p:blipFill>
          <a:blip r:embed="rId4"/>
          <a:stretch>
            <a:fillRect/>
          </a:stretch>
        </p:blipFill>
        <p:spPr>
          <a:xfrm>
            <a:off x="5304318" y="2725615"/>
            <a:ext cx="3839682" cy="2346446"/>
          </a:xfrm>
          <a:prstGeom prst="rect">
            <a:avLst/>
          </a:prstGeom>
          <a:ln>
            <a:solidFill>
              <a:srgbClr val="FF0000"/>
            </a:solidFill>
          </a:ln>
        </p:spPr>
      </p:pic>
    </p:spTree>
    <p:extLst>
      <p:ext uri="{BB962C8B-B14F-4D97-AF65-F5344CB8AC3E}">
        <p14:creationId xmlns:p14="http://schemas.microsoft.com/office/powerpoint/2010/main" val="168428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32" presetClass="emph" presetSubtype="0" fill="hold" grpId="1" nodeType="afterEffect">
                                  <p:stCondLst>
                                    <p:cond delay="0"/>
                                  </p:stCondLst>
                                  <p:childTnLst>
                                    <p:animRot by="120000">
                                      <p:cBhvr>
                                        <p:cTn id="29" dur="100" fill="hold">
                                          <p:stCondLst>
                                            <p:cond delay="0"/>
                                          </p:stCondLst>
                                        </p:cTn>
                                        <p:tgtEl>
                                          <p:spTgt spid="5"/>
                                        </p:tgtEl>
                                        <p:attrNameLst>
                                          <p:attrName>r</p:attrName>
                                        </p:attrNameLst>
                                      </p:cBhvr>
                                    </p:animRot>
                                    <p:animRot by="-240000">
                                      <p:cBhvr>
                                        <p:cTn id="30" dur="200" fill="hold">
                                          <p:stCondLst>
                                            <p:cond delay="200"/>
                                          </p:stCondLst>
                                        </p:cTn>
                                        <p:tgtEl>
                                          <p:spTgt spid="5"/>
                                        </p:tgtEl>
                                        <p:attrNameLst>
                                          <p:attrName>r</p:attrName>
                                        </p:attrNameLst>
                                      </p:cBhvr>
                                    </p:animRot>
                                    <p:animRot by="240000">
                                      <p:cBhvr>
                                        <p:cTn id="31" dur="200" fill="hold">
                                          <p:stCondLst>
                                            <p:cond delay="400"/>
                                          </p:stCondLst>
                                        </p:cTn>
                                        <p:tgtEl>
                                          <p:spTgt spid="5"/>
                                        </p:tgtEl>
                                        <p:attrNameLst>
                                          <p:attrName>r</p:attrName>
                                        </p:attrNameLst>
                                      </p:cBhvr>
                                    </p:animRot>
                                    <p:animRot by="-240000">
                                      <p:cBhvr>
                                        <p:cTn id="32" dur="200" fill="hold">
                                          <p:stCondLst>
                                            <p:cond delay="600"/>
                                          </p:stCondLst>
                                        </p:cTn>
                                        <p:tgtEl>
                                          <p:spTgt spid="5"/>
                                        </p:tgtEl>
                                        <p:attrNameLst>
                                          <p:attrName>r</p:attrName>
                                        </p:attrNameLst>
                                      </p:cBhvr>
                                    </p:animRot>
                                    <p:animRot by="120000">
                                      <p:cBhvr>
                                        <p:cTn id="33"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B72544-8B5D-8800-3E8A-3A3000E30455}"/>
            </a:ext>
          </a:extLst>
        </p:cNvPr>
        <p:cNvGrpSpPr/>
        <p:nvPr/>
      </p:nvGrpSpPr>
      <p:grpSpPr>
        <a:xfrm>
          <a:off x="0" y="0"/>
          <a:ext cx="0" cy="0"/>
          <a:chOff x="0" y="0"/>
          <a:chExt cx="0" cy="0"/>
        </a:xfrm>
      </p:grpSpPr>
      <p:sp>
        <p:nvSpPr>
          <p:cNvPr id="2" name="!!1">
            <a:extLst>
              <a:ext uri="{FF2B5EF4-FFF2-40B4-BE49-F238E27FC236}">
                <a16:creationId xmlns:a16="http://schemas.microsoft.com/office/drawing/2014/main" id="{C3A0DF15-9F06-ECF0-34A4-46116CE8BB73}"/>
              </a:ext>
            </a:extLst>
          </p:cNvPr>
          <p:cNvSpPr/>
          <p:nvPr/>
        </p:nvSpPr>
        <p:spPr>
          <a:xfrm flipH="1">
            <a:off x="513389" y="455872"/>
            <a:ext cx="4916304" cy="4231757"/>
          </a:xfrm>
          <a:prstGeom prst="rect">
            <a:avLst/>
          </a:prstGeom>
          <a:noFill/>
          <a:ln>
            <a:solidFill>
              <a:schemeClr val="tx1"/>
            </a:solid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dirty="0">
              <a:ln w="0"/>
              <a:solidFill>
                <a:schemeClr val="tx1"/>
              </a:solidFill>
              <a:effectLst>
                <a:outerShdw blurRad="38100" dist="19050" dir="2700000" algn="tl" rotWithShape="0">
                  <a:schemeClr val="dk1">
                    <a:alpha val="40000"/>
                  </a:schemeClr>
                </a:outerShdw>
              </a:effectLst>
            </a:endParaRPr>
          </a:p>
        </p:txBody>
      </p:sp>
      <p:sp>
        <p:nvSpPr>
          <p:cNvPr id="4" name="ZoneTexte 3">
            <a:extLst>
              <a:ext uri="{FF2B5EF4-FFF2-40B4-BE49-F238E27FC236}">
                <a16:creationId xmlns:a16="http://schemas.microsoft.com/office/drawing/2014/main" id="{7D9FD0EE-461A-6278-660C-F55D98CC568D}"/>
              </a:ext>
            </a:extLst>
          </p:cNvPr>
          <p:cNvSpPr txBox="1"/>
          <p:nvPr/>
        </p:nvSpPr>
        <p:spPr>
          <a:xfrm>
            <a:off x="3668666" y="1552121"/>
            <a:ext cx="34289" cy="253916"/>
          </a:xfrm>
          <a:prstGeom prst="rect">
            <a:avLst/>
          </a:prstGeom>
          <a:noFill/>
        </p:spPr>
        <p:txBody>
          <a:bodyPr wrap="square" rtlCol="0">
            <a:spAutoFit/>
          </a:bodyPr>
          <a:lstStyle/>
          <a:p>
            <a:endParaRPr lang="fr-FR" sz="1050" dirty="0"/>
          </a:p>
        </p:txBody>
      </p:sp>
      <p:sp>
        <p:nvSpPr>
          <p:cNvPr id="3" name="TextBox 2">
            <a:extLst>
              <a:ext uri="{FF2B5EF4-FFF2-40B4-BE49-F238E27FC236}">
                <a16:creationId xmlns:a16="http://schemas.microsoft.com/office/drawing/2014/main" id="{44A3D542-077D-59EF-F456-6DF46E2E5529}"/>
              </a:ext>
            </a:extLst>
          </p:cNvPr>
          <p:cNvSpPr txBox="1"/>
          <p:nvPr/>
        </p:nvSpPr>
        <p:spPr>
          <a:xfrm>
            <a:off x="1049273" y="3960468"/>
            <a:ext cx="1475122"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rPr>
              <a:t>  </a:t>
            </a:r>
          </a:p>
        </p:txBody>
      </p:sp>
      <p:sp>
        <p:nvSpPr>
          <p:cNvPr id="6" name="TextBox 5">
            <a:extLst>
              <a:ext uri="{FF2B5EF4-FFF2-40B4-BE49-F238E27FC236}">
                <a16:creationId xmlns:a16="http://schemas.microsoft.com/office/drawing/2014/main" id="{99E3271E-9C46-99D2-7979-FB92788AD9BF}"/>
              </a:ext>
            </a:extLst>
          </p:cNvPr>
          <p:cNvSpPr txBox="1"/>
          <p:nvPr/>
        </p:nvSpPr>
        <p:spPr>
          <a:xfrm>
            <a:off x="6416093" y="3960468"/>
            <a:ext cx="2214518" cy="43858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2400" dirty="0">
                <a:latin typeface="Bookman Old Style"/>
                <a:ea typeface="+mn-lt"/>
                <a:cs typeface="+mn-lt"/>
              </a:rPr>
              <a:t>    </a:t>
            </a:r>
            <a:endParaRPr lang="en-US" sz="2400" dirty="0">
              <a:latin typeface="Bookman Old Style"/>
              <a:ea typeface="Calibri"/>
              <a:cs typeface="Calibri"/>
            </a:endParaRPr>
          </a:p>
        </p:txBody>
      </p:sp>
      <p:grpSp>
        <p:nvGrpSpPr>
          <p:cNvPr id="7" name="Google Shape;448;p38">
            <a:extLst>
              <a:ext uri="{FF2B5EF4-FFF2-40B4-BE49-F238E27FC236}">
                <a16:creationId xmlns:a16="http://schemas.microsoft.com/office/drawing/2014/main" id="{F8B7D704-0CD4-836F-59F9-B8FCD786A163}"/>
              </a:ext>
            </a:extLst>
          </p:cNvPr>
          <p:cNvGrpSpPr/>
          <p:nvPr/>
        </p:nvGrpSpPr>
        <p:grpSpPr>
          <a:xfrm>
            <a:off x="5586218" y="1375799"/>
            <a:ext cx="3481584" cy="2782199"/>
            <a:chOff x="5247768" y="1375799"/>
            <a:chExt cx="3481584" cy="2782199"/>
          </a:xfrm>
        </p:grpSpPr>
        <p:sp>
          <p:nvSpPr>
            <p:cNvPr id="9" name="Google Shape;449;p38">
              <a:extLst>
                <a:ext uri="{FF2B5EF4-FFF2-40B4-BE49-F238E27FC236}">
                  <a16:creationId xmlns:a16="http://schemas.microsoft.com/office/drawing/2014/main" id="{7126CE0A-8909-8B92-A95B-282ABEAB4BBD}"/>
                </a:ext>
              </a:extLst>
            </p:cNvPr>
            <p:cNvSpPr/>
            <p:nvPr/>
          </p:nvSpPr>
          <p:spPr>
            <a:xfrm>
              <a:off x="5247768" y="2965358"/>
              <a:ext cx="1023524" cy="1023736"/>
            </a:xfrm>
            <a:custGeom>
              <a:avLst/>
              <a:gdLst/>
              <a:ahLst/>
              <a:cxnLst/>
              <a:rect l="l" t="t" r="r" b="b"/>
              <a:pathLst>
                <a:path w="14454" h="14457" extrusionOk="0">
                  <a:moveTo>
                    <a:pt x="7227" y="2340"/>
                  </a:moveTo>
                  <a:cubicBezTo>
                    <a:pt x="9925" y="2340"/>
                    <a:pt x="12114" y="4530"/>
                    <a:pt x="12114" y="7229"/>
                  </a:cubicBezTo>
                  <a:cubicBezTo>
                    <a:pt x="12115" y="9927"/>
                    <a:pt x="9926" y="12115"/>
                    <a:pt x="7227" y="12115"/>
                  </a:cubicBezTo>
                  <a:cubicBezTo>
                    <a:pt x="4528" y="12115"/>
                    <a:pt x="2338" y="9929"/>
                    <a:pt x="2338" y="7229"/>
                  </a:cubicBezTo>
                  <a:cubicBezTo>
                    <a:pt x="2338" y="4529"/>
                    <a:pt x="4527" y="2340"/>
                    <a:pt x="7227" y="2340"/>
                  </a:cubicBezTo>
                  <a:close/>
                  <a:moveTo>
                    <a:pt x="7228" y="0"/>
                  </a:moveTo>
                  <a:cubicBezTo>
                    <a:pt x="6692" y="0"/>
                    <a:pt x="6254" y="437"/>
                    <a:pt x="6254" y="974"/>
                  </a:cubicBezTo>
                  <a:cubicBezTo>
                    <a:pt x="6254" y="1018"/>
                    <a:pt x="6273" y="1056"/>
                    <a:pt x="6280" y="1099"/>
                  </a:cubicBezTo>
                  <a:cubicBezTo>
                    <a:pt x="5275" y="1255"/>
                    <a:pt x="4351" y="1647"/>
                    <a:pt x="3566" y="2223"/>
                  </a:cubicBezTo>
                  <a:cubicBezTo>
                    <a:pt x="3540" y="2189"/>
                    <a:pt x="3527" y="2148"/>
                    <a:pt x="3495" y="2118"/>
                  </a:cubicBezTo>
                  <a:cubicBezTo>
                    <a:pt x="3306" y="1929"/>
                    <a:pt x="3057" y="1834"/>
                    <a:pt x="2807" y="1834"/>
                  </a:cubicBezTo>
                  <a:cubicBezTo>
                    <a:pt x="2557" y="1834"/>
                    <a:pt x="2307" y="1929"/>
                    <a:pt x="2117" y="2118"/>
                  </a:cubicBezTo>
                  <a:cubicBezTo>
                    <a:pt x="1738" y="2496"/>
                    <a:pt x="1739" y="3118"/>
                    <a:pt x="2117" y="3496"/>
                  </a:cubicBezTo>
                  <a:cubicBezTo>
                    <a:pt x="2150" y="3528"/>
                    <a:pt x="2190" y="3538"/>
                    <a:pt x="2224" y="3566"/>
                  </a:cubicBezTo>
                  <a:cubicBezTo>
                    <a:pt x="1649" y="4351"/>
                    <a:pt x="1254" y="5275"/>
                    <a:pt x="1101" y="6278"/>
                  </a:cubicBezTo>
                  <a:cubicBezTo>
                    <a:pt x="1057" y="6271"/>
                    <a:pt x="1020" y="6255"/>
                    <a:pt x="975" y="6255"/>
                  </a:cubicBezTo>
                  <a:cubicBezTo>
                    <a:pt x="439" y="6255"/>
                    <a:pt x="1" y="6693"/>
                    <a:pt x="1" y="7229"/>
                  </a:cubicBezTo>
                  <a:cubicBezTo>
                    <a:pt x="1" y="7764"/>
                    <a:pt x="440" y="8203"/>
                    <a:pt x="975" y="8203"/>
                  </a:cubicBezTo>
                  <a:cubicBezTo>
                    <a:pt x="1020" y="8203"/>
                    <a:pt x="1057" y="8184"/>
                    <a:pt x="1101" y="8179"/>
                  </a:cubicBezTo>
                  <a:cubicBezTo>
                    <a:pt x="1254" y="9185"/>
                    <a:pt x="1649" y="10107"/>
                    <a:pt x="2224" y="10892"/>
                  </a:cubicBezTo>
                  <a:cubicBezTo>
                    <a:pt x="2190" y="10916"/>
                    <a:pt x="2149" y="10931"/>
                    <a:pt x="2117" y="10962"/>
                  </a:cubicBezTo>
                  <a:cubicBezTo>
                    <a:pt x="1739" y="11340"/>
                    <a:pt x="1738" y="11960"/>
                    <a:pt x="2117" y="12340"/>
                  </a:cubicBezTo>
                  <a:cubicBezTo>
                    <a:pt x="2306" y="12529"/>
                    <a:pt x="2556" y="12624"/>
                    <a:pt x="2806" y="12624"/>
                  </a:cubicBezTo>
                  <a:cubicBezTo>
                    <a:pt x="3056" y="12624"/>
                    <a:pt x="3306" y="12529"/>
                    <a:pt x="3495" y="12340"/>
                  </a:cubicBezTo>
                  <a:cubicBezTo>
                    <a:pt x="3527" y="12310"/>
                    <a:pt x="3540" y="12268"/>
                    <a:pt x="3566" y="12234"/>
                  </a:cubicBezTo>
                  <a:cubicBezTo>
                    <a:pt x="4351" y="12810"/>
                    <a:pt x="5275" y="13203"/>
                    <a:pt x="6280" y="13357"/>
                  </a:cubicBezTo>
                  <a:cubicBezTo>
                    <a:pt x="6275" y="13400"/>
                    <a:pt x="6254" y="13438"/>
                    <a:pt x="6254" y="13482"/>
                  </a:cubicBezTo>
                  <a:cubicBezTo>
                    <a:pt x="6254" y="14016"/>
                    <a:pt x="6692" y="14456"/>
                    <a:pt x="7228" y="14456"/>
                  </a:cubicBezTo>
                  <a:cubicBezTo>
                    <a:pt x="7765" y="14456"/>
                    <a:pt x="8203" y="14018"/>
                    <a:pt x="8203" y="13482"/>
                  </a:cubicBezTo>
                  <a:cubicBezTo>
                    <a:pt x="8203" y="13438"/>
                    <a:pt x="8184" y="13400"/>
                    <a:pt x="8177" y="13357"/>
                  </a:cubicBezTo>
                  <a:cubicBezTo>
                    <a:pt x="9183" y="13203"/>
                    <a:pt x="10105" y="12810"/>
                    <a:pt x="10891" y="12234"/>
                  </a:cubicBezTo>
                  <a:cubicBezTo>
                    <a:pt x="10917" y="12270"/>
                    <a:pt x="10931" y="12310"/>
                    <a:pt x="10961" y="12340"/>
                  </a:cubicBezTo>
                  <a:cubicBezTo>
                    <a:pt x="11150" y="12529"/>
                    <a:pt x="11400" y="12624"/>
                    <a:pt x="11650" y="12624"/>
                  </a:cubicBezTo>
                  <a:cubicBezTo>
                    <a:pt x="11899" y="12624"/>
                    <a:pt x="12148" y="12529"/>
                    <a:pt x="12337" y="12340"/>
                  </a:cubicBezTo>
                  <a:cubicBezTo>
                    <a:pt x="12717" y="11962"/>
                    <a:pt x="12717" y="11340"/>
                    <a:pt x="12337" y="10962"/>
                  </a:cubicBezTo>
                  <a:cubicBezTo>
                    <a:pt x="12307" y="10931"/>
                    <a:pt x="12266" y="10916"/>
                    <a:pt x="12232" y="10892"/>
                  </a:cubicBezTo>
                  <a:cubicBezTo>
                    <a:pt x="12807" y="10107"/>
                    <a:pt x="13200" y="9182"/>
                    <a:pt x="13355" y="8179"/>
                  </a:cubicBezTo>
                  <a:cubicBezTo>
                    <a:pt x="13398" y="8186"/>
                    <a:pt x="13436" y="8203"/>
                    <a:pt x="13480" y="8203"/>
                  </a:cubicBezTo>
                  <a:cubicBezTo>
                    <a:pt x="14015" y="8203"/>
                    <a:pt x="14454" y="7764"/>
                    <a:pt x="14454" y="7229"/>
                  </a:cubicBezTo>
                  <a:cubicBezTo>
                    <a:pt x="14454" y="6693"/>
                    <a:pt x="14015" y="6255"/>
                    <a:pt x="13480" y="6255"/>
                  </a:cubicBezTo>
                  <a:cubicBezTo>
                    <a:pt x="13436" y="6255"/>
                    <a:pt x="13398" y="6274"/>
                    <a:pt x="13355" y="6278"/>
                  </a:cubicBezTo>
                  <a:cubicBezTo>
                    <a:pt x="13199" y="5274"/>
                    <a:pt x="12807" y="4351"/>
                    <a:pt x="12232" y="3566"/>
                  </a:cubicBezTo>
                  <a:cubicBezTo>
                    <a:pt x="12266" y="3541"/>
                    <a:pt x="12307" y="3528"/>
                    <a:pt x="12337" y="3496"/>
                  </a:cubicBezTo>
                  <a:cubicBezTo>
                    <a:pt x="12717" y="3117"/>
                    <a:pt x="12717" y="2496"/>
                    <a:pt x="12337" y="2118"/>
                  </a:cubicBezTo>
                  <a:cubicBezTo>
                    <a:pt x="12148" y="1929"/>
                    <a:pt x="11899" y="1834"/>
                    <a:pt x="11650" y="1834"/>
                  </a:cubicBezTo>
                  <a:cubicBezTo>
                    <a:pt x="11400" y="1834"/>
                    <a:pt x="11150" y="1929"/>
                    <a:pt x="10961" y="2118"/>
                  </a:cubicBezTo>
                  <a:cubicBezTo>
                    <a:pt x="10929" y="2151"/>
                    <a:pt x="10917" y="2189"/>
                    <a:pt x="10891" y="2223"/>
                  </a:cubicBezTo>
                  <a:cubicBezTo>
                    <a:pt x="10105" y="1647"/>
                    <a:pt x="9183" y="1255"/>
                    <a:pt x="8177" y="1099"/>
                  </a:cubicBezTo>
                  <a:cubicBezTo>
                    <a:pt x="8184" y="1056"/>
                    <a:pt x="8203" y="1018"/>
                    <a:pt x="8203" y="974"/>
                  </a:cubicBezTo>
                  <a:cubicBezTo>
                    <a:pt x="8203" y="437"/>
                    <a:pt x="7765" y="0"/>
                    <a:pt x="72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50;p38">
              <a:extLst>
                <a:ext uri="{FF2B5EF4-FFF2-40B4-BE49-F238E27FC236}">
                  <a16:creationId xmlns:a16="http://schemas.microsoft.com/office/drawing/2014/main" id="{7D14C5B6-0172-9B62-15CE-7E11034905CE}"/>
                </a:ext>
              </a:extLst>
            </p:cNvPr>
            <p:cNvSpPr/>
            <p:nvPr/>
          </p:nvSpPr>
          <p:spPr>
            <a:xfrm>
              <a:off x="8036381" y="1375799"/>
              <a:ext cx="692971" cy="693467"/>
            </a:xfrm>
            <a:custGeom>
              <a:avLst/>
              <a:gdLst/>
              <a:ahLst/>
              <a:cxnLst/>
              <a:rect l="l" t="t" r="r" b="b"/>
              <a:pathLst>
                <a:path w="9786" h="9793" extrusionOk="0">
                  <a:moveTo>
                    <a:pt x="4894" y="1765"/>
                  </a:moveTo>
                  <a:cubicBezTo>
                    <a:pt x="6621" y="1765"/>
                    <a:pt x="8022" y="3165"/>
                    <a:pt x="8022" y="4895"/>
                  </a:cubicBezTo>
                  <a:cubicBezTo>
                    <a:pt x="8022" y="6624"/>
                    <a:pt x="6621" y="8022"/>
                    <a:pt x="4894" y="8022"/>
                  </a:cubicBezTo>
                  <a:cubicBezTo>
                    <a:pt x="3166" y="8022"/>
                    <a:pt x="1765" y="6622"/>
                    <a:pt x="1765" y="4895"/>
                  </a:cubicBezTo>
                  <a:cubicBezTo>
                    <a:pt x="1765" y="3166"/>
                    <a:pt x="3166" y="1765"/>
                    <a:pt x="4894" y="1765"/>
                  </a:cubicBezTo>
                  <a:close/>
                  <a:moveTo>
                    <a:pt x="4892" y="1"/>
                  </a:moveTo>
                  <a:cubicBezTo>
                    <a:pt x="4529" y="1"/>
                    <a:pt x="4234" y="297"/>
                    <a:pt x="4234" y="660"/>
                  </a:cubicBezTo>
                  <a:cubicBezTo>
                    <a:pt x="4234" y="691"/>
                    <a:pt x="4247" y="714"/>
                    <a:pt x="4250" y="746"/>
                  </a:cubicBezTo>
                  <a:cubicBezTo>
                    <a:pt x="3571" y="850"/>
                    <a:pt x="2943" y="1117"/>
                    <a:pt x="2413" y="1506"/>
                  </a:cubicBezTo>
                  <a:cubicBezTo>
                    <a:pt x="2395" y="1483"/>
                    <a:pt x="2387" y="1454"/>
                    <a:pt x="2365" y="1434"/>
                  </a:cubicBezTo>
                  <a:cubicBezTo>
                    <a:pt x="2236" y="1305"/>
                    <a:pt x="2067" y="1241"/>
                    <a:pt x="1898" y="1241"/>
                  </a:cubicBezTo>
                  <a:cubicBezTo>
                    <a:pt x="1729" y="1241"/>
                    <a:pt x="1560" y="1305"/>
                    <a:pt x="1432" y="1434"/>
                  </a:cubicBezTo>
                  <a:cubicBezTo>
                    <a:pt x="1175" y="1691"/>
                    <a:pt x="1175" y="2110"/>
                    <a:pt x="1432" y="2366"/>
                  </a:cubicBezTo>
                  <a:cubicBezTo>
                    <a:pt x="1453" y="2390"/>
                    <a:pt x="1480" y="2398"/>
                    <a:pt x="1503" y="2416"/>
                  </a:cubicBezTo>
                  <a:cubicBezTo>
                    <a:pt x="1113" y="2947"/>
                    <a:pt x="847" y="3570"/>
                    <a:pt x="743" y="4253"/>
                  </a:cubicBezTo>
                  <a:cubicBezTo>
                    <a:pt x="714" y="4249"/>
                    <a:pt x="688" y="4235"/>
                    <a:pt x="660" y="4235"/>
                  </a:cubicBezTo>
                  <a:cubicBezTo>
                    <a:pt x="297" y="4235"/>
                    <a:pt x="1" y="4532"/>
                    <a:pt x="1" y="4896"/>
                  </a:cubicBezTo>
                  <a:cubicBezTo>
                    <a:pt x="1" y="5260"/>
                    <a:pt x="298" y="5555"/>
                    <a:pt x="660" y="5555"/>
                  </a:cubicBezTo>
                  <a:cubicBezTo>
                    <a:pt x="690" y="5555"/>
                    <a:pt x="716" y="5543"/>
                    <a:pt x="743" y="5539"/>
                  </a:cubicBezTo>
                  <a:cubicBezTo>
                    <a:pt x="847" y="6218"/>
                    <a:pt x="1114" y="6843"/>
                    <a:pt x="1503" y="7376"/>
                  </a:cubicBezTo>
                  <a:cubicBezTo>
                    <a:pt x="1482" y="7392"/>
                    <a:pt x="1454" y="7402"/>
                    <a:pt x="1432" y="7424"/>
                  </a:cubicBezTo>
                  <a:cubicBezTo>
                    <a:pt x="1175" y="7680"/>
                    <a:pt x="1175" y="8101"/>
                    <a:pt x="1432" y="8357"/>
                  </a:cubicBezTo>
                  <a:cubicBezTo>
                    <a:pt x="1560" y="8485"/>
                    <a:pt x="1729" y="8550"/>
                    <a:pt x="1898" y="8550"/>
                  </a:cubicBezTo>
                  <a:cubicBezTo>
                    <a:pt x="2067" y="8550"/>
                    <a:pt x="2236" y="8485"/>
                    <a:pt x="2365" y="8357"/>
                  </a:cubicBezTo>
                  <a:cubicBezTo>
                    <a:pt x="2386" y="8336"/>
                    <a:pt x="2395" y="8307"/>
                    <a:pt x="2413" y="8285"/>
                  </a:cubicBezTo>
                  <a:cubicBezTo>
                    <a:pt x="2943" y="8676"/>
                    <a:pt x="3571" y="8940"/>
                    <a:pt x="4250" y="9046"/>
                  </a:cubicBezTo>
                  <a:cubicBezTo>
                    <a:pt x="4247" y="9075"/>
                    <a:pt x="4234" y="9101"/>
                    <a:pt x="4234" y="9131"/>
                  </a:cubicBezTo>
                  <a:cubicBezTo>
                    <a:pt x="4234" y="9494"/>
                    <a:pt x="4529" y="9792"/>
                    <a:pt x="4892" y="9792"/>
                  </a:cubicBezTo>
                  <a:cubicBezTo>
                    <a:pt x="5255" y="9792"/>
                    <a:pt x="5551" y="9494"/>
                    <a:pt x="5551" y="9131"/>
                  </a:cubicBezTo>
                  <a:cubicBezTo>
                    <a:pt x="5551" y="9101"/>
                    <a:pt x="5538" y="9075"/>
                    <a:pt x="5535" y="9046"/>
                  </a:cubicBezTo>
                  <a:cubicBezTo>
                    <a:pt x="6214" y="8940"/>
                    <a:pt x="6839" y="8676"/>
                    <a:pt x="7372" y="8285"/>
                  </a:cubicBezTo>
                  <a:cubicBezTo>
                    <a:pt x="7391" y="8309"/>
                    <a:pt x="7399" y="8336"/>
                    <a:pt x="7420" y="8357"/>
                  </a:cubicBezTo>
                  <a:cubicBezTo>
                    <a:pt x="7548" y="8485"/>
                    <a:pt x="7717" y="8550"/>
                    <a:pt x="7886" y="8550"/>
                  </a:cubicBezTo>
                  <a:cubicBezTo>
                    <a:pt x="8055" y="8550"/>
                    <a:pt x="8225" y="8485"/>
                    <a:pt x="8353" y="8357"/>
                  </a:cubicBezTo>
                  <a:cubicBezTo>
                    <a:pt x="8610" y="8101"/>
                    <a:pt x="8610" y="7680"/>
                    <a:pt x="8353" y="7424"/>
                  </a:cubicBezTo>
                  <a:cubicBezTo>
                    <a:pt x="8331" y="7403"/>
                    <a:pt x="8303" y="7392"/>
                    <a:pt x="8281" y="7376"/>
                  </a:cubicBezTo>
                  <a:cubicBezTo>
                    <a:pt x="8670" y="6843"/>
                    <a:pt x="8936" y="6220"/>
                    <a:pt x="9040" y="5539"/>
                  </a:cubicBezTo>
                  <a:cubicBezTo>
                    <a:pt x="9070" y="5542"/>
                    <a:pt x="9096" y="5555"/>
                    <a:pt x="9127" y="5555"/>
                  </a:cubicBezTo>
                  <a:cubicBezTo>
                    <a:pt x="9490" y="5555"/>
                    <a:pt x="9785" y="5260"/>
                    <a:pt x="9785" y="4896"/>
                  </a:cubicBezTo>
                  <a:cubicBezTo>
                    <a:pt x="9785" y="4532"/>
                    <a:pt x="9490" y="4235"/>
                    <a:pt x="9127" y="4235"/>
                  </a:cubicBezTo>
                  <a:cubicBezTo>
                    <a:pt x="9096" y="4235"/>
                    <a:pt x="9070" y="4249"/>
                    <a:pt x="9040" y="4253"/>
                  </a:cubicBezTo>
                  <a:cubicBezTo>
                    <a:pt x="8936" y="3573"/>
                    <a:pt x="8670" y="2947"/>
                    <a:pt x="8281" y="2416"/>
                  </a:cubicBezTo>
                  <a:cubicBezTo>
                    <a:pt x="8303" y="2398"/>
                    <a:pt x="8331" y="2390"/>
                    <a:pt x="8353" y="2366"/>
                  </a:cubicBezTo>
                  <a:cubicBezTo>
                    <a:pt x="8610" y="2110"/>
                    <a:pt x="8610" y="1691"/>
                    <a:pt x="8353" y="1434"/>
                  </a:cubicBezTo>
                  <a:cubicBezTo>
                    <a:pt x="8225" y="1305"/>
                    <a:pt x="8055" y="1241"/>
                    <a:pt x="7886" y="1241"/>
                  </a:cubicBezTo>
                  <a:cubicBezTo>
                    <a:pt x="7717" y="1241"/>
                    <a:pt x="7548" y="1305"/>
                    <a:pt x="7420" y="1434"/>
                  </a:cubicBezTo>
                  <a:cubicBezTo>
                    <a:pt x="7399" y="1454"/>
                    <a:pt x="7391" y="1484"/>
                    <a:pt x="7372" y="1506"/>
                  </a:cubicBezTo>
                  <a:cubicBezTo>
                    <a:pt x="6840" y="1117"/>
                    <a:pt x="6214" y="850"/>
                    <a:pt x="5535" y="746"/>
                  </a:cubicBezTo>
                  <a:cubicBezTo>
                    <a:pt x="5538" y="716"/>
                    <a:pt x="5551" y="691"/>
                    <a:pt x="5551" y="660"/>
                  </a:cubicBezTo>
                  <a:cubicBezTo>
                    <a:pt x="5551" y="297"/>
                    <a:pt x="5255" y="1"/>
                    <a:pt x="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51;p38">
              <a:extLst>
                <a:ext uri="{FF2B5EF4-FFF2-40B4-BE49-F238E27FC236}">
                  <a16:creationId xmlns:a16="http://schemas.microsoft.com/office/drawing/2014/main" id="{3276BBC0-2B27-4A34-D3F0-6A9D306923EE}"/>
                </a:ext>
              </a:extLst>
            </p:cNvPr>
            <p:cNvSpPr/>
            <p:nvPr/>
          </p:nvSpPr>
          <p:spPr>
            <a:xfrm flipH="1">
              <a:off x="8042177" y="3778231"/>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52;p38">
              <a:extLst>
                <a:ext uri="{FF2B5EF4-FFF2-40B4-BE49-F238E27FC236}">
                  <a16:creationId xmlns:a16="http://schemas.microsoft.com/office/drawing/2014/main" id="{B3A386B2-1469-6F4A-0D92-F61D273C8EF2}"/>
                </a:ext>
              </a:extLst>
            </p:cNvPr>
            <p:cNvSpPr/>
            <p:nvPr/>
          </p:nvSpPr>
          <p:spPr>
            <a:xfrm flipH="1">
              <a:off x="7820738" y="3481725"/>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53;p38">
              <a:extLst>
                <a:ext uri="{FF2B5EF4-FFF2-40B4-BE49-F238E27FC236}">
                  <a16:creationId xmlns:a16="http://schemas.microsoft.com/office/drawing/2014/main" id="{115D6C0A-8676-63F6-92B9-34CA636AE712}"/>
                </a:ext>
              </a:extLst>
            </p:cNvPr>
            <p:cNvSpPr/>
            <p:nvPr/>
          </p:nvSpPr>
          <p:spPr>
            <a:xfrm flipH="1">
              <a:off x="8138987" y="3294352"/>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54;p38">
              <a:extLst>
                <a:ext uri="{FF2B5EF4-FFF2-40B4-BE49-F238E27FC236}">
                  <a16:creationId xmlns:a16="http://schemas.microsoft.com/office/drawing/2014/main" id="{6909BB85-0400-90E4-BD2A-EB19C7EF5FFA}"/>
                </a:ext>
              </a:extLst>
            </p:cNvPr>
            <p:cNvSpPr/>
            <p:nvPr/>
          </p:nvSpPr>
          <p:spPr>
            <a:xfrm>
              <a:off x="5621607" y="1459207"/>
              <a:ext cx="381821" cy="379767"/>
            </a:xfrm>
            <a:custGeom>
              <a:avLst/>
              <a:gdLst/>
              <a:ahLst/>
              <a:cxnLst/>
              <a:rect l="l" t="t" r="r" b="b"/>
              <a:pathLst>
                <a:path w="5392" h="5363" extrusionOk="0">
                  <a:moveTo>
                    <a:pt x="2695" y="1"/>
                  </a:moveTo>
                  <a:lnTo>
                    <a:pt x="2069" y="2069"/>
                  </a:lnTo>
                  <a:lnTo>
                    <a:pt x="1" y="2683"/>
                  </a:lnTo>
                  <a:lnTo>
                    <a:pt x="2069" y="3294"/>
                  </a:lnTo>
                  <a:lnTo>
                    <a:pt x="2695" y="5362"/>
                  </a:lnTo>
                  <a:lnTo>
                    <a:pt x="3323" y="3294"/>
                  </a:lnTo>
                  <a:lnTo>
                    <a:pt x="5391" y="2683"/>
                  </a:lnTo>
                  <a:lnTo>
                    <a:pt x="3323" y="2069"/>
                  </a:lnTo>
                  <a:lnTo>
                    <a:pt x="26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55;p38">
              <a:extLst>
                <a:ext uri="{FF2B5EF4-FFF2-40B4-BE49-F238E27FC236}">
                  <a16:creationId xmlns:a16="http://schemas.microsoft.com/office/drawing/2014/main" id="{39E0495E-8101-6791-3A02-3301146E1436}"/>
                </a:ext>
              </a:extLst>
            </p:cNvPr>
            <p:cNvSpPr/>
            <p:nvPr/>
          </p:nvSpPr>
          <p:spPr>
            <a:xfrm>
              <a:off x="5400168" y="1915183"/>
              <a:ext cx="221431" cy="220298"/>
            </a:xfrm>
            <a:custGeom>
              <a:avLst/>
              <a:gdLst/>
              <a:ahLst/>
              <a:cxnLst/>
              <a:rect l="l" t="t" r="r" b="b"/>
              <a:pathLst>
                <a:path w="3127" h="3111" extrusionOk="0">
                  <a:moveTo>
                    <a:pt x="1564" y="1"/>
                  </a:moveTo>
                  <a:lnTo>
                    <a:pt x="1199" y="1202"/>
                  </a:lnTo>
                  <a:lnTo>
                    <a:pt x="1" y="1556"/>
                  </a:lnTo>
                  <a:lnTo>
                    <a:pt x="1199" y="1912"/>
                  </a:lnTo>
                  <a:lnTo>
                    <a:pt x="1564" y="3110"/>
                  </a:lnTo>
                  <a:lnTo>
                    <a:pt x="1927" y="1912"/>
                  </a:lnTo>
                  <a:lnTo>
                    <a:pt x="3127" y="1556"/>
                  </a:lnTo>
                  <a:lnTo>
                    <a:pt x="1927" y="1202"/>
                  </a:lnTo>
                  <a:lnTo>
                    <a:pt x="1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56;p38">
              <a:extLst>
                <a:ext uri="{FF2B5EF4-FFF2-40B4-BE49-F238E27FC236}">
                  <a16:creationId xmlns:a16="http://schemas.microsoft.com/office/drawing/2014/main" id="{4267E6ED-0E38-FF2A-FF87-84424F2E650A}"/>
                </a:ext>
              </a:extLst>
            </p:cNvPr>
            <p:cNvSpPr/>
            <p:nvPr/>
          </p:nvSpPr>
          <p:spPr>
            <a:xfrm>
              <a:off x="5718417" y="2135483"/>
              <a:ext cx="188220" cy="187370"/>
            </a:xfrm>
            <a:custGeom>
              <a:avLst/>
              <a:gdLst/>
              <a:ahLst/>
              <a:cxnLst/>
              <a:rect l="l" t="t" r="r" b="b"/>
              <a:pathLst>
                <a:path w="2658" h="2646" extrusionOk="0">
                  <a:moveTo>
                    <a:pt x="1329" y="0"/>
                  </a:moveTo>
                  <a:lnTo>
                    <a:pt x="1020" y="1021"/>
                  </a:lnTo>
                  <a:lnTo>
                    <a:pt x="0" y="1322"/>
                  </a:lnTo>
                  <a:lnTo>
                    <a:pt x="1020" y="1625"/>
                  </a:lnTo>
                  <a:lnTo>
                    <a:pt x="1329" y="2645"/>
                  </a:lnTo>
                  <a:lnTo>
                    <a:pt x="1637" y="1625"/>
                  </a:lnTo>
                  <a:lnTo>
                    <a:pt x="2658" y="1322"/>
                  </a:lnTo>
                  <a:lnTo>
                    <a:pt x="1637" y="1021"/>
                  </a:lnTo>
                  <a:lnTo>
                    <a:pt x="132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457;p38">
              <a:extLst>
                <a:ext uri="{FF2B5EF4-FFF2-40B4-BE49-F238E27FC236}">
                  <a16:creationId xmlns:a16="http://schemas.microsoft.com/office/drawing/2014/main" id="{53E636C1-AED9-EF10-EB1C-2D1D0639109E}"/>
                </a:ext>
              </a:extLst>
            </p:cNvPr>
            <p:cNvGrpSpPr/>
            <p:nvPr/>
          </p:nvGrpSpPr>
          <p:grpSpPr>
            <a:xfrm>
              <a:off x="5628768" y="1611607"/>
              <a:ext cx="2795229" cy="1920286"/>
              <a:chOff x="5628768" y="1611607"/>
              <a:chExt cx="2795229" cy="1920286"/>
            </a:xfrm>
          </p:grpSpPr>
          <p:sp>
            <p:nvSpPr>
              <p:cNvPr id="18" name="Google Shape;458;p38">
                <a:extLst>
                  <a:ext uri="{FF2B5EF4-FFF2-40B4-BE49-F238E27FC236}">
                    <a16:creationId xmlns:a16="http://schemas.microsoft.com/office/drawing/2014/main" id="{3287E04B-96F3-E298-1165-EE7F335214AE}"/>
                  </a:ext>
                </a:extLst>
              </p:cNvPr>
              <p:cNvSpPr/>
              <p:nvPr/>
            </p:nvSpPr>
            <p:spPr>
              <a:xfrm>
                <a:off x="6208751" y="1739243"/>
                <a:ext cx="1635108" cy="1635139"/>
              </a:xfrm>
              <a:custGeom>
                <a:avLst/>
                <a:gdLst/>
                <a:ahLst/>
                <a:cxnLst/>
                <a:rect l="l" t="t" r="r" b="b"/>
                <a:pathLst>
                  <a:path w="52652" h="52653" extrusionOk="0">
                    <a:moveTo>
                      <a:pt x="26326" y="0"/>
                    </a:moveTo>
                    <a:cubicBezTo>
                      <a:pt x="19344" y="0"/>
                      <a:pt x="12649" y="2774"/>
                      <a:pt x="7711" y="7712"/>
                    </a:cubicBezTo>
                    <a:cubicBezTo>
                      <a:pt x="2774" y="12648"/>
                      <a:pt x="1" y="19344"/>
                      <a:pt x="1" y="26326"/>
                    </a:cubicBezTo>
                    <a:cubicBezTo>
                      <a:pt x="1" y="33308"/>
                      <a:pt x="2774" y="40005"/>
                      <a:pt x="7711" y="44942"/>
                    </a:cubicBezTo>
                    <a:cubicBezTo>
                      <a:pt x="12649" y="49879"/>
                      <a:pt x="19344" y="52653"/>
                      <a:pt x="26326" y="52653"/>
                    </a:cubicBezTo>
                    <a:cubicBezTo>
                      <a:pt x="33308" y="52653"/>
                      <a:pt x="40004" y="49879"/>
                      <a:pt x="44942" y="44942"/>
                    </a:cubicBezTo>
                    <a:cubicBezTo>
                      <a:pt x="49878" y="40005"/>
                      <a:pt x="52652" y="33308"/>
                      <a:pt x="52652" y="26326"/>
                    </a:cubicBezTo>
                    <a:cubicBezTo>
                      <a:pt x="52652" y="19344"/>
                      <a:pt x="49878" y="12648"/>
                      <a:pt x="44942" y="7712"/>
                    </a:cubicBezTo>
                    <a:cubicBezTo>
                      <a:pt x="40004" y="2774"/>
                      <a:pt x="33308" y="0"/>
                      <a:pt x="263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59;p38">
                <a:extLst>
                  <a:ext uri="{FF2B5EF4-FFF2-40B4-BE49-F238E27FC236}">
                    <a16:creationId xmlns:a16="http://schemas.microsoft.com/office/drawing/2014/main" id="{6FAA6AA6-0637-E32E-3FD6-FF12E4C1BF35}"/>
                  </a:ext>
                </a:extLst>
              </p:cNvPr>
              <p:cNvSpPr/>
              <p:nvPr/>
            </p:nvSpPr>
            <p:spPr>
              <a:xfrm>
                <a:off x="6955096" y="1739243"/>
                <a:ext cx="888887" cy="1635263"/>
              </a:xfrm>
              <a:custGeom>
                <a:avLst/>
                <a:gdLst/>
                <a:ahLst/>
                <a:cxnLst/>
                <a:rect l="l" t="t" r="r" b="b"/>
                <a:pathLst>
                  <a:path w="28623" h="52657" extrusionOk="0">
                    <a:moveTo>
                      <a:pt x="2295" y="0"/>
                    </a:moveTo>
                    <a:cubicBezTo>
                      <a:pt x="1521" y="0"/>
                      <a:pt x="757" y="35"/>
                      <a:pt x="1" y="102"/>
                    </a:cubicBezTo>
                    <a:cubicBezTo>
                      <a:pt x="13467" y="1264"/>
                      <a:pt x="24033" y="12562"/>
                      <a:pt x="24033" y="26329"/>
                    </a:cubicBezTo>
                    <a:cubicBezTo>
                      <a:pt x="24033" y="40096"/>
                      <a:pt x="13467" y="51392"/>
                      <a:pt x="1" y="52556"/>
                    </a:cubicBezTo>
                    <a:cubicBezTo>
                      <a:pt x="757" y="52620"/>
                      <a:pt x="1522" y="52657"/>
                      <a:pt x="2295" y="52657"/>
                    </a:cubicBezTo>
                    <a:cubicBezTo>
                      <a:pt x="16835" y="52657"/>
                      <a:pt x="28622" y="40869"/>
                      <a:pt x="28622" y="26330"/>
                    </a:cubicBezTo>
                    <a:cubicBezTo>
                      <a:pt x="28623" y="11787"/>
                      <a:pt x="16835" y="0"/>
                      <a:pt x="22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60;p38">
                <a:extLst>
                  <a:ext uri="{FF2B5EF4-FFF2-40B4-BE49-F238E27FC236}">
                    <a16:creationId xmlns:a16="http://schemas.microsoft.com/office/drawing/2014/main" id="{7BA9BB32-CA70-51F5-3A67-51700E7CA99E}"/>
                  </a:ext>
                </a:extLst>
              </p:cNvPr>
              <p:cNvSpPr/>
              <p:nvPr/>
            </p:nvSpPr>
            <p:spPr>
              <a:xfrm>
                <a:off x="6799448" y="2099388"/>
                <a:ext cx="453900" cy="446478"/>
              </a:xfrm>
              <a:custGeom>
                <a:avLst/>
                <a:gdLst/>
                <a:ahLst/>
                <a:cxnLst/>
                <a:rect l="l" t="t" r="r" b="b"/>
                <a:pathLst>
                  <a:path w="14616" h="14377" extrusionOk="0">
                    <a:moveTo>
                      <a:pt x="8326" y="1885"/>
                    </a:moveTo>
                    <a:cubicBezTo>
                      <a:pt x="10755" y="1885"/>
                      <a:pt x="12728" y="3861"/>
                      <a:pt x="12728" y="6287"/>
                    </a:cubicBezTo>
                    <a:lnTo>
                      <a:pt x="12728" y="8090"/>
                    </a:lnTo>
                    <a:cubicBezTo>
                      <a:pt x="12728" y="10518"/>
                      <a:pt x="10753" y="12492"/>
                      <a:pt x="8326" y="12492"/>
                    </a:cubicBezTo>
                    <a:lnTo>
                      <a:pt x="6289" y="12492"/>
                    </a:lnTo>
                    <a:cubicBezTo>
                      <a:pt x="3860" y="12492"/>
                      <a:pt x="1886" y="10518"/>
                      <a:pt x="1886" y="8090"/>
                    </a:cubicBezTo>
                    <a:lnTo>
                      <a:pt x="1886" y="6287"/>
                    </a:lnTo>
                    <a:cubicBezTo>
                      <a:pt x="1886" y="3861"/>
                      <a:pt x="3862" y="1885"/>
                      <a:pt x="6289" y="1885"/>
                    </a:cubicBezTo>
                    <a:close/>
                    <a:moveTo>
                      <a:pt x="6289" y="1"/>
                    </a:moveTo>
                    <a:cubicBezTo>
                      <a:pt x="2823" y="1"/>
                      <a:pt x="1" y="2821"/>
                      <a:pt x="1" y="6287"/>
                    </a:cubicBezTo>
                    <a:lnTo>
                      <a:pt x="1" y="8090"/>
                    </a:lnTo>
                    <a:cubicBezTo>
                      <a:pt x="1" y="11557"/>
                      <a:pt x="2823" y="14376"/>
                      <a:pt x="6289" y="14376"/>
                    </a:cubicBezTo>
                    <a:lnTo>
                      <a:pt x="8326" y="14376"/>
                    </a:lnTo>
                    <a:cubicBezTo>
                      <a:pt x="11794" y="14376"/>
                      <a:pt x="14613" y="11554"/>
                      <a:pt x="14616" y="8090"/>
                    </a:cubicBezTo>
                    <a:lnTo>
                      <a:pt x="14616" y="6287"/>
                    </a:lnTo>
                    <a:cubicBezTo>
                      <a:pt x="14616" y="2821"/>
                      <a:pt x="11794" y="1"/>
                      <a:pt x="8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61;p38">
                <a:extLst>
                  <a:ext uri="{FF2B5EF4-FFF2-40B4-BE49-F238E27FC236}">
                    <a16:creationId xmlns:a16="http://schemas.microsoft.com/office/drawing/2014/main" id="{0A8F2FB9-3843-29CF-3DC4-DC3B404E8669}"/>
                  </a:ext>
                </a:extLst>
              </p:cNvPr>
              <p:cNvSpPr/>
              <p:nvPr/>
            </p:nvSpPr>
            <p:spPr>
              <a:xfrm>
                <a:off x="6696967" y="2355561"/>
                <a:ext cx="658770" cy="658708"/>
              </a:xfrm>
              <a:custGeom>
                <a:avLst/>
                <a:gdLst/>
                <a:ahLst/>
                <a:cxnLst/>
                <a:rect l="l" t="t" r="r" b="b"/>
                <a:pathLst>
                  <a:path w="21213" h="21211" extrusionOk="0">
                    <a:moveTo>
                      <a:pt x="6169" y="0"/>
                    </a:moveTo>
                    <a:cubicBezTo>
                      <a:pt x="2775" y="0"/>
                      <a:pt x="1" y="2776"/>
                      <a:pt x="1" y="6167"/>
                    </a:cubicBezTo>
                    <a:lnTo>
                      <a:pt x="1" y="15044"/>
                    </a:lnTo>
                    <a:cubicBezTo>
                      <a:pt x="1" y="18438"/>
                      <a:pt x="2777" y="21211"/>
                      <a:pt x="6169" y="21211"/>
                    </a:cubicBezTo>
                    <a:lnTo>
                      <a:pt x="15046" y="21211"/>
                    </a:lnTo>
                    <a:cubicBezTo>
                      <a:pt x="18437" y="21211"/>
                      <a:pt x="21213" y="18438"/>
                      <a:pt x="21213" y="15044"/>
                    </a:cubicBezTo>
                    <a:lnTo>
                      <a:pt x="21213" y="6167"/>
                    </a:lnTo>
                    <a:cubicBezTo>
                      <a:pt x="21213" y="2776"/>
                      <a:pt x="18438" y="0"/>
                      <a:pt x="150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62;p38">
                <a:extLst>
                  <a:ext uri="{FF2B5EF4-FFF2-40B4-BE49-F238E27FC236}">
                    <a16:creationId xmlns:a16="http://schemas.microsoft.com/office/drawing/2014/main" id="{B22C8CA0-54F0-0862-4949-82E6EB64E7AF}"/>
                  </a:ext>
                </a:extLst>
              </p:cNvPr>
              <p:cNvSpPr/>
              <p:nvPr/>
            </p:nvSpPr>
            <p:spPr>
              <a:xfrm>
                <a:off x="6738487" y="2396988"/>
                <a:ext cx="617249" cy="617280"/>
              </a:xfrm>
              <a:custGeom>
                <a:avLst/>
                <a:gdLst/>
                <a:ahLst/>
                <a:cxnLst/>
                <a:rect l="l" t="t" r="r" b="b"/>
                <a:pathLst>
                  <a:path w="19876" h="19877" extrusionOk="0">
                    <a:moveTo>
                      <a:pt x="17524" y="0"/>
                    </a:moveTo>
                    <a:cubicBezTo>
                      <a:pt x="18357" y="1053"/>
                      <a:pt x="18858" y="2377"/>
                      <a:pt x="18858" y="3815"/>
                    </a:cubicBezTo>
                    <a:lnTo>
                      <a:pt x="18858" y="12692"/>
                    </a:lnTo>
                    <a:cubicBezTo>
                      <a:pt x="18858" y="16086"/>
                      <a:pt x="16083" y="18860"/>
                      <a:pt x="12691" y="18860"/>
                    </a:cubicBezTo>
                    <a:lnTo>
                      <a:pt x="3813" y="18860"/>
                    </a:lnTo>
                    <a:cubicBezTo>
                      <a:pt x="2375" y="18860"/>
                      <a:pt x="1052" y="18357"/>
                      <a:pt x="0" y="17525"/>
                    </a:cubicBezTo>
                    <a:lnTo>
                      <a:pt x="0" y="17525"/>
                    </a:lnTo>
                    <a:cubicBezTo>
                      <a:pt x="1132" y="18955"/>
                      <a:pt x="2876" y="19877"/>
                      <a:pt x="4832" y="19877"/>
                    </a:cubicBezTo>
                    <a:lnTo>
                      <a:pt x="13709" y="19877"/>
                    </a:lnTo>
                    <a:cubicBezTo>
                      <a:pt x="17101" y="19877"/>
                      <a:pt x="19876" y="17104"/>
                      <a:pt x="19876" y="13710"/>
                    </a:cubicBezTo>
                    <a:lnTo>
                      <a:pt x="19876" y="4833"/>
                    </a:lnTo>
                    <a:cubicBezTo>
                      <a:pt x="19876" y="2879"/>
                      <a:pt x="18952" y="1133"/>
                      <a:pt x="17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63;p38">
                <a:extLst>
                  <a:ext uri="{FF2B5EF4-FFF2-40B4-BE49-F238E27FC236}">
                    <a16:creationId xmlns:a16="http://schemas.microsoft.com/office/drawing/2014/main" id="{118F874F-7025-3481-D9CC-98437F45FB04}"/>
                  </a:ext>
                </a:extLst>
              </p:cNvPr>
              <p:cNvSpPr/>
              <p:nvPr/>
            </p:nvSpPr>
            <p:spPr>
              <a:xfrm>
                <a:off x="6927457" y="2510556"/>
                <a:ext cx="197789" cy="389554"/>
              </a:xfrm>
              <a:custGeom>
                <a:avLst/>
                <a:gdLst/>
                <a:ahLst/>
                <a:cxnLst/>
                <a:rect l="l" t="t" r="r" b="b"/>
                <a:pathLst>
                  <a:path w="6369" h="12544" extrusionOk="0">
                    <a:moveTo>
                      <a:pt x="3185" y="1"/>
                    </a:moveTo>
                    <a:cubicBezTo>
                      <a:pt x="1428" y="1"/>
                      <a:pt x="1" y="1425"/>
                      <a:pt x="1" y="3185"/>
                    </a:cubicBezTo>
                    <a:cubicBezTo>
                      <a:pt x="1" y="4445"/>
                      <a:pt x="741" y="5525"/>
                      <a:pt x="1803" y="6041"/>
                    </a:cubicBezTo>
                    <a:lnTo>
                      <a:pt x="221" y="12003"/>
                    </a:lnTo>
                    <a:cubicBezTo>
                      <a:pt x="160" y="12300"/>
                      <a:pt x="359" y="12543"/>
                      <a:pt x="663" y="12543"/>
                    </a:cubicBezTo>
                    <a:lnTo>
                      <a:pt x="5704" y="12543"/>
                    </a:lnTo>
                    <a:cubicBezTo>
                      <a:pt x="6007" y="12543"/>
                      <a:pt x="6208" y="12300"/>
                      <a:pt x="6147" y="12003"/>
                    </a:cubicBezTo>
                    <a:lnTo>
                      <a:pt x="4565" y="6038"/>
                    </a:lnTo>
                    <a:cubicBezTo>
                      <a:pt x="5627" y="5523"/>
                      <a:pt x="6369" y="4445"/>
                      <a:pt x="6369" y="3185"/>
                    </a:cubicBezTo>
                    <a:cubicBezTo>
                      <a:pt x="6369" y="1425"/>
                      <a:pt x="4944" y="1"/>
                      <a:pt x="3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64;p38">
                <a:extLst>
                  <a:ext uri="{FF2B5EF4-FFF2-40B4-BE49-F238E27FC236}">
                    <a16:creationId xmlns:a16="http://schemas.microsoft.com/office/drawing/2014/main" id="{F3A08098-089B-B4F7-A41E-286DB98163FF}"/>
                  </a:ext>
                </a:extLst>
              </p:cNvPr>
              <p:cNvSpPr/>
              <p:nvPr/>
            </p:nvSpPr>
            <p:spPr>
              <a:xfrm>
                <a:off x="5628768" y="2451396"/>
                <a:ext cx="868670" cy="1080497"/>
              </a:xfrm>
              <a:custGeom>
                <a:avLst/>
                <a:gdLst/>
                <a:ahLst/>
                <a:cxnLst/>
                <a:rect l="l" t="t" r="r" b="b"/>
                <a:pathLst>
                  <a:path w="27972" h="34793" extrusionOk="0">
                    <a:moveTo>
                      <a:pt x="0" y="1"/>
                    </a:moveTo>
                    <a:lnTo>
                      <a:pt x="0" y="34792"/>
                    </a:lnTo>
                    <a:lnTo>
                      <a:pt x="27972" y="34792"/>
                    </a:lnTo>
                    <a:lnTo>
                      <a:pt x="2797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65;p38">
                <a:extLst>
                  <a:ext uri="{FF2B5EF4-FFF2-40B4-BE49-F238E27FC236}">
                    <a16:creationId xmlns:a16="http://schemas.microsoft.com/office/drawing/2014/main" id="{CACBC787-D589-EA76-B121-7E25D94AC31E}"/>
                  </a:ext>
                </a:extLst>
              </p:cNvPr>
              <p:cNvSpPr/>
              <p:nvPr/>
            </p:nvSpPr>
            <p:spPr>
              <a:xfrm>
                <a:off x="5628768" y="2451396"/>
                <a:ext cx="868670" cy="157200"/>
              </a:xfrm>
              <a:custGeom>
                <a:avLst/>
                <a:gdLst/>
                <a:ahLst/>
                <a:cxnLst/>
                <a:rect l="l" t="t" r="r" b="b"/>
                <a:pathLst>
                  <a:path w="27972" h="5062" extrusionOk="0">
                    <a:moveTo>
                      <a:pt x="0" y="1"/>
                    </a:moveTo>
                    <a:lnTo>
                      <a:pt x="0" y="5061"/>
                    </a:lnTo>
                    <a:lnTo>
                      <a:pt x="27972" y="5061"/>
                    </a:lnTo>
                    <a:lnTo>
                      <a:pt x="279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66;p38">
                <a:extLst>
                  <a:ext uri="{FF2B5EF4-FFF2-40B4-BE49-F238E27FC236}">
                    <a16:creationId xmlns:a16="http://schemas.microsoft.com/office/drawing/2014/main" id="{1E4EF821-D712-213A-F307-AA2DD6E4CC22}"/>
                  </a:ext>
                </a:extLst>
              </p:cNvPr>
              <p:cNvSpPr/>
              <p:nvPr/>
            </p:nvSpPr>
            <p:spPr>
              <a:xfrm>
                <a:off x="5685412" y="2505463"/>
                <a:ext cx="45402" cy="45340"/>
              </a:xfrm>
              <a:custGeom>
                <a:avLst/>
                <a:gdLst/>
                <a:ahLst/>
                <a:cxnLst/>
                <a:rect l="l" t="t" r="r" b="b"/>
                <a:pathLst>
                  <a:path w="1462" h="1460" extrusionOk="0">
                    <a:moveTo>
                      <a:pt x="732" y="0"/>
                    </a:moveTo>
                    <a:cubicBezTo>
                      <a:pt x="327" y="0"/>
                      <a:pt x="1" y="326"/>
                      <a:pt x="1" y="729"/>
                    </a:cubicBezTo>
                    <a:cubicBezTo>
                      <a:pt x="1" y="1132"/>
                      <a:pt x="327" y="1460"/>
                      <a:pt x="732" y="1460"/>
                    </a:cubicBezTo>
                    <a:cubicBezTo>
                      <a:pt x="1133" y="1460"/>
                      <a:pt x="1462" y="1132"/>
                      <a:pt x="1462" y="729"/>
                    </a:cubicBezTo>
                    <a:cubicBezTo>
                      <a:pt x="1462"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67;p38">
                <a:extLst>
                  <a:ext uri="{FF2B5EF4-FFF2-40B4-BE49-F238E27FC236}">
                    <a16:creationId xmlns:a16="http://schemas.microsoft.com/office/drawing/2014/main" id="{E1453E5E-D243-644D-D457-F9B069202B67}"/>
                  </a:ext>
                </a:extLst>
              </p:cNvPr>
              <p:cNvSpPr/>
              <p:nvPr/>
            </p:nvSpPr>
            <p:spPr>
              <a:xfrm>
                <a:off x="5770752" y="2505463"/>
                <a:ext cx="45433" cy="45340"/>
              </a:xfrm>
              <a:custGeom>
                <a:avLst/>
                <a:gdLst/>
                <a:ahLst/>
                <a:cxnLst/>
                <a:rect l="l" t="t" r="r" b="b"/>
                <a:pathLst>
                  <a:path w="1463" h="1460" extrusionOk="0">
                    <a:moveTo>
                      <a:pt x="732" y="0"/>
                    </a:moveTo>
                    <a:cubicBezTo>
                      <a:pt x="328" y="0"/>
                      <a:pt x="0" y="326"/>
                      <a:pt x="0" y="729"/>
                    </a:cubicBezTo>
                    <a:cubicBezTo>
                      <a:pt x="0" y="1132"/>
                      <a:pt x="327" y="1460"/>
                      <a:pt x="732" y="1460"/>
                    </a:cubicBezTo>
                    <a:cubicBezTo>
                      <a:pt x="1133" y="1460"/>
                      <a:pt x="1463" y="1132"/>
                      <a:pt x="1463" y="729"/>
                    </a:cubicBezTo>
                    <a:cubicBezTo>
                      <a:pt x="1463" y="326"/>
                      <a:pt x="1133" y="0"/>
                      <a:pt x="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68;p38">
                <a:extLst>
                  <a:ext uri="{FF2B5EF4-FFF2-40B4-BE49-F238E27FC236}">
                    <a16:creationId xmlns:a16="http://schemas.microsoft.com/office/drawing/2014/main" id="{621E85B6-A9B9-AEB5-D209-7A59380C4492}"/>
                  </a:ext>
                </a:extLst>
              </p:cNvPr>
              <p:cNvSpPr/>
              <p:nvPr/>
            </p:nvSpPr>
            <p:spPr>
              <a:xfrm>
                <a:off x="5856215" y="2505463"/>
                <a:ext cx="45340" cy="45340"/>
              </a:xfrm>
              <a:custGeom>
                <a:avLst/>
                <a:gdLst/>
                <a:ahLst/>
                <a:cxnLst/>
                <a:rect l="l" t="t" r="r" b="b"/>
                <a:pathLst>
                  <a:path w="1460" h="1460" extrusionOk="0">
                    <a:moveTo>
                      <a:pt x="729" y="0"/>
                    </a:moveTo>
                    <a:cubicBezTo>
                      <a:pt x="326" y="0"/>
                      <a:pt x="0" y="326"/>
                      <a:pt x="0" y="729"/>
                    </a:cubicBezTo>
                    <a:cubicBezTo>
                      <a:pt x="0" y="1132"/>
                      <a:pt x="324" y="1460"/>
                      <a:pt x="729" y="1460"/>
                    </a:cubicBezTo>
                    <a:cubicBezTo>
                      <a:pt x="1132" y="1460"/>
                      <a:pt x="1460" y="1132"/>
                      <a:pt x="1460" y="729"/>
                    </a:cubicBezTo>
                    <a:cubicBezTo>
                      <a:pt x="1460" y="326"/>
                      <a:pt x="1133" y="0"/>
                      <a:pt x="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69;p38">
                <a:extLst>
                  <a:ext uri="{FF2B5EF4-FFF2-40B4-BE49-F238E27FC236}">
                    <a16:creationId xmlns:a16="http://schemas.microsoft.com/office/drawing/2014/main" id="{56BE7D7D-C781-9412-F052-2BBD9648C7E1}"/>
                  </a:ext>
                </a:extLst>
              </p:cNvPr>
              <p:cNvSpPr/>
              <p:nvPr/>
            </p:nvSpPr>
            <p:spPr>
              <a:xfrm>
                <a:off x="7555296" y="1668841"/>
                <a:ext cx="868702" cy="1080528"/>
              </a:xfrm>
              <a:custGeom>
                <a:avLst/>
                <a:gdLst/>
                <a:ahLst/>
                <a:cxnLst/>
                <a:rect l="l" t="t" r="r" b="b"/>
                <a:pathLst>
                  <a:path w="27973" h="34794" extrusionOk="0">
                    <a:moveTo>
                      <a:pt x="1" y="0"/>
                    </a:moveTo>
                    <a:lnTo>
                      <a:pt x="1" y="34793"/>
                    </a:lnTo>
                    <a:lnTo>
                      <a:pt x="27972" y="34793"/>
                    </a:lnTo>
                    <a:lnTo>
                      <a:pt x="279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70;p38">
                <a:extLst>
                  <a:ext uri="{FF2B5EF4-FFF2-40B4-BE49-F238E27FC236}">
                    <a16:creationId xmlns:a16="http://schemas.microsoft.com/office/drawing/2014/main" id="{4A41C362-93E7-8CC1-BF3E-0477E63C27D9}"/>
                  </a:ext>
                </a:extLst>
              </p:cNvPr>
              <p:cNvSpPr/>
              <p:nvPr/>
            </p:nvSpPr>
            <p:spPr>
              <a:xfrm>
                <a:off x="7555296" y="1668841"/>
                <a:ext cx="868702" cy="157231"/>
              </a:xfrm>
              <a:custGeom>
                <a:avLst/>
                <a:gdLst/>
                <a:ahLst/>
                <a:cxnLst/>
                <a:rect l="l" t="t" r="r" b="b"/>
                <a:pathLst>
                  <a:path w="27973" h="5063" extrusionOk="0">
                    <a:moveTo>
                      <a:pt x="1" y="0"/>
                    </a:moveTo>
                    <a:lnTo>
                      <a:pt x="1" y="5062"/>
                    </a:lnTo>
                    <a:lnTo>
                      <a:pt x="27972" y="5062"/>
                    </a:lnTo>
                    <a:lnTo>
                      <a:pt x="27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71;p38">
                <a:extLst>
                  <a:ext uri="{FF2B5EF4-FFF2-40B4-BE49-F238E27FC236}">
                    <a16:creationId xmlns:a16="http://schemas.microsoft.com/office/drawing/2014/main" id="{F4FDC348-2ADE-9F8D-C170-356A2251D5E8}"/>
                  </a:ext>
                </a:extLst>
              </p:cNvPr>
              <p:cNvSpPr/>
              <p:nvPr/>
            </p:nvSpPr>
            <p:spPr>
              <a:xfrm>
                <a:off x="7611909" y="1722877"/>
                <a:ext cx="45371" cy="45371"/>
              </a:xfrm>
              <a:custGeom>
                <a:avLst/>
                <a:gdLst/>
                <a:ahLst/>
                <a:cxnLst/>
                <a:rect l="l" t="t" r="r" b="b"/>
                <a:pathLst>
                  <a:path w="1461" h="1461" extrusionOk="0">
                    <a:moveTo>
                      <a:pt x="731" y="1"/>
                    </a:moveTo>
                    <a:cubicBezTo>
                      <a:pt x="326" y="1"/>
                      <a:pt x="1" y="326"/>
                      <a:pt x="1" y="730"/>
                    </a:cubicBezTo>
                    <a:cubicBezTo>
                      <a:pt x="1" y="1134"/>
                      <a:pt x="325" y="1460"/>
                      <a:pt x="731" y="1460"/>
                    </a:cubicBezTo>
                    <a:cubicBezTo>
                      <a:pt x="1134" y="1460"/>
                      <a:pt x="1460" y="1134"/>
                      <a:pt x="1460" y="730"/>
                    </a:cubicBezTo>
                    <a:cubicBezTo>
                      <a:pt x="1460" y="326"/>
                      <a:pt x="1134" y="1"/>
                      <a:pt x="7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72;p38">
                <a:extLst>
                  <a:ext uri="{FF2B5EF4-FFF2-40B4-BE49-F238E27FC236}">
                    <a16:creationId xmlns:a16="http://schemas.microsoft.com/office/drawing/2014/main" id="{B205F2FF-B18B-2630-7A61-A517F0631100}"/>
                  </a:ext>
                </a:extLst>
              </p:cNvPr>
              <p:cNvSpPr/>
              <p:nvPr/>
            </p:nvSpPr>
            <p:spPr>
              <a:xfrm>
                <a:off x="7697280" y="1722877"/>
                <a:ext cx="45465" cy="45371"/>
              </a:xfrm>
              <a:custGeom>
                <a:avLst/>
                <a:gdLst/>
                <a:ahLst/>
                <a:cxnLst/>
                <a:rect l="l" t="t" r="r" b="b"/>
                <a:pathLst>
                  <a:path w="1464" h="1461" extrusionOk="0">
                    <a:moveTo>
                      <a:pt x="733" y="1"/>
                    </a:moveTo>
                    <a:cubicBezTo>
                      <a:pt x="329" y="1"/>
                      <a:pt x="1" y="326"/>
                      <a:pt x="1" y="730"/>
                    </a:cubicBezTo>
                    <a:cubicBezTo>
                      <a:pt x="1" y="1134"/>
                      <a:pt x="328" y="1460"/>
                      <a:pt x="733" y="1460"/>
                    </a:cubicBezTo>
                    <a:cubicBezTo>
                      <a:pt x="1134" y="1460"/>
                      <a:pt x="1463" y="1134"/>
                      <a:pt x="1463" y="730"/>
                    </a:cubicBezTo>
                    <a:cubicBezTo>
                      <a:pt x="1463" y="326"/>
                      <a:pt x="1134" y="1"/>
                      <a:pt x="7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73;p38">
                <a:extLst>
                  <a:ext uri="{FF2B5EF4-FFF2-40B4-BE49-F238E27FC236}">
                    <a16:creationId xmlns:a16="http://schemas.microsoft.com/office/drawing/2014/main" id="{F1564B31-0721-813C-8FD7-70F5D03AB29E}"/>
                  </a:ext>
                </a:extLst>
              </p:cNvPr>
              <p:cNvSpPr/>
              <p:nvPr/>
            </p:nvSpPr>
            <p:spPr>
              <a:xfrm>
                <a:off x="7782743" y="1722877"/>
                <a:ext cx="45371" cy="45371"/>
              </a:xfrm>
              <a:custGeom>
                <a:avLst/>
                <a:gdLst/>
                <a:ahLst/>
                <a:cxnLst/>
                <a:rect l="l" t="t" r="r" b="b"/>
                <a:pathLst>
                  <a:path w="1461" h="1461" extrusionOk="0">
                    <a:moveTo>
                      <a:pt x="730" y="1"/>
                    </a:moveTo>
                    <a:cubicBezTo>
                      <a:pt x="326" y="1"/>
                      <a:pt x="1" y="326"/>
                      <a:pt x="1" y="730"/>
                    </a:cubicBezTo>
                    <a:cubicBezTo>
                      <a:pt x="1" y="1134"/>
                      <a:pt x="325" y="1460"/>
                      <a:pt x="730" y="1460"/>
                    </a:cubicBezTo>
                    <a:cubicBezTo>
                      <a:pt x="1133" y="1460"/>
                      <a:pt x="1460" y="1134"/>
                      <a:pt x="1460" y="730"/>
                    </a:cubicBezTo>
                    <a:cubicBezTo>
                      <a:pt x="1460" y="326"/>
                      <a:pt x="1133" y="1"/>
                      <a:pt x="7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74;p38">
                <a:extLst>
                  <a:ext uri="{FF2B5EF4-FFF2-40B4-BE49-F238E27FC236}">
                    <a16:creationId xmlns:a16="http://schemas.microsoft.com/office/drawing/2014/main" id="{9C44647A-773A-B08C-25ED-DEB17B8795F3}"/>
                  </a:ext>
                </a:extLst>
              </p:cNvPr>
              <p:cNvSpPr/>
              <p:nvPr/>
            </p:nvSpPr>
            <p:spPr>
              <a:xfrm>
                <a:off x="7805755" y="1928151"/>
                <a:ext cx="367815" cy="367878"/>
              </a:xfrm>
              <a:custGeom>
                <a:avLst/>
                <a:gdLst/>
                <a:ahLst/>
                <a:cxnLst/>
                <a:rect l="l" t="t" r="r" b="b"/>
                <a:pathLst>
                  <a:path w="11844" h="11846" extrusionOk="0">
                    <a:moveTo>
                      <a:pt x="5923" y="0"/>
                    </a:moveTo>
                    <a:cubicBezTo>
                      <a:pt x="2651" y="0"/>
                      <a:pt x="1" y="2652"/>
                      <a:pt x="1" y="5922"/>
                    </a:cubicBezTo>
                    <a:cubicBezTo>
                      <a:pt x="1" y="9194"/>
                      <a:pt x="2651" y="11846"/>
                      <a:pt x="5923" y="11846"/>
                    </a:cubicBezTo>
                    <a:cubicBezTo>
                      <a:pt x="9192" y="11846"/>
                      <a:pt x="11844" y="9194"/>
                      <a:pt x="11844" y="5922"/>
                    </a:cubicBezTo>
                    <a:cubicBezTo>
                      <a:pt x="11844" y="2652"/>
                      <a:pt x="9192" y="0"/>
                      <a:pt x="59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75;p38">
                <a:extLst>
                  <a:ext uri="{FF2B5EF4-FFF2-40B4-BE49-F238E27FC236}">
                    <a16:creationId xmlns:a16="http://schemas.microsoft.com/office/drawing/2014/main" id="{3FF2F9F3-CD22-B444-4120-63C5D05594DD}"/>
                  </a:ext>
                </a:extLst>
              </p:cNvPr>
              <p:cNvSpPr/>
              <p:nvPr/>
            </p:nvSpPr>
            <p:spPr>
              <a:xfrm>
                <a:off x="7935378" y="2013272"/>
                <a:ext cx="108475" cy="145679"/>
              </a:xfrm>
              <a:custGeom>
                <a:avLst/>
                <a:gdLst/>
                <a:ahLst/>
                <a:cxnLst/>
                <a:rect l="l" t="t" r="r" b="b"/>
                <a:pathLst>
                  <a:path w="3493" h="4691" extrusionOk="0">
                    <a:moveTo>
                      <a:pt x="1748" y="0"/>
                    </a:moveTo>
                    <a:cubicBezTo>
                      <a:pt x="784" y="0"/>
                      <a:pt x="0" y="1051"/>
                      <a:pt x="0" y="2347"/>
                    </a:cubicBezTo>
                    <a:cubicBezTo>
                      <a:pt x="2" y="3640"/>
                      <a:pt x="784" y="4691"/>
                      <a:pt x="1748" y="4691"/>
                    </a:cubicBezTo>
                    <a:cubicBezTo>
                      <a:pt x="2710" y="4691"/>
                      <a:pt x="3492" y="3640"/>
                      <a:pt x="3492" y="2347"/>
                    </a:cubicBezTo>
                    <a:cubicBezTo>
                      <a:pt x="3492" y="1051"/>
                      <a:pt x="2710" y="0"/>
                      <a:pt x="174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76;p38">
                <a:extLst>
                  <a:ext uri="{FF2B5EF4-FFF2-40B4-BE49-F238E27FC236}">
                    <a16:creationId xmlns:a16="http://schemas.microsoft.com/office/drawing/2014/main" id="{C2B757F2-CCD1-2E0D-D8C2-BA4A0FE722BC}"/>
                  </a:ext>
                </a:extLst>
              </p:cNvPr>
              <p:cNvSpPr/>
              <p:nvPr/>
            </p:nvSpPr>
            <p:spPr>
              <a:xfrm>
                <a:off x="7777153" y="2332518"/>
                <a:ext cx="424926" cy="38695"/>
              </a:xfrm>
              <a:custGeom>
                <a:avLst/>
                <a:gdLst/>
                <a:ahLst/>
                <a:cxnLst/>
                <a:rect l="l" t="t" r="r" b="b"/>
                <a:pathLst>
                  <a:path w="13683" h="1246" extrusionOk="0">
                    <a:moveTo>
                      <a:pt x="1" y="1"/>
                    </a:moveTo>
                    <a:lnTo>
                      <a:pt x="1" y="1246"/>
                    </a:lnTo>
                    <a:lnTo>
                      <a:pt x="13683" y="1246"/>
                    </a:lnTo>
                    <a:lnTo>
                      <a:pt x="136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77;p38">
                <a:extLst>
                  <a:ext uri="{FF2B5EF4-FFF2-40B4-BE49-F238E27FC236}">
                    <a16:creationId xmlns:a16="http://schemas.microsoft.com/office/drawing/2014/main" id="{73AEBE81-FD71-5079-3D48-CB62ADA6E7E0}"/>
                  </a:ext>
                </a:extLst>
              </p:cNvPr>
              <p:cNvSpPr/>
              <p:nvPr/>
            </p:nvSpPr>
            <p:spPr>
              <a:xfrm>
                <a:off x="7711223" y="2407236"/>
                <a:ext cx="556785" cy="119562"/>
              </a:xfrm>
              <a:custGeom>
                <a:avLst/>
                <a:gdLst/>
                <a:ahLst/>
                <a:cxnLst/>
                <a:rect l="l" t="t" r="r" b="b"/>
                <a:pathLst>
                  <a:path w="17929" h="3850" extrusionOk="0">
                    <a:moveTo>
                      <a:pt x="2588" y="1"/>
                    </a:moveTo>
                    <a:cubicBezTo>
                      <a:pt x="1164" y="1"/>
                      <a:pt x="0" y="868"/>
                      <a:pt x="0" y="1925"/>
                    </a:cubicBezTo>
                    <a:cubicBezTo>
                      <a:pt x="0" y="2984"/>
                      <a:pt x="1164" y="3849"/>
                      <a:pt x="2588" y="3849"/>
                    </a:cubicBezTo>
                    <a:lnTo>
                      <a:pt x="15340" y="3849"/>
                    </a:lnTo>
                    <a:cubicBezTo>
                      <a:pt x="16765" y="3849"/>
                      <a:pt x="17928" y="2984"/>
                      <a:pt x="17928" y="1925"/>
                    </a:cubicBezTo>
                    <a:cubicBezTo>
                      <a:pt x="17928" y="868"/>
                      <a:pt x="16765" y="1"/>
                      <a:pt x="153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78;p38">
                <a:extLst>
                  <a:ext uri="{FF2B5EF4-FFF2-40B4-BE49-F238E27FC236}">
                    <a16:creationId xmlns:a16="http://schemas.microsoft.com/office/drawing/2014/main" id="{B930C8B4-0134-3810-4D0E-12D23DB80BAE}"/>
                  </a:ext>
                </a:extLst>
              </p:cNvPr>
              <p:cNvSpPr/>
              <p:nvPr/>
            </p:nvSpPr>
            <p:spPr>
              <a:xfrm>
                <a:off x="7838021" y="2457266"/>
                <a:ext cx="19565" cy="19534"/>
              </a:xfrm>
              <a:custGeom>
                <a:avLst/>
                <a:gdLst/>
                <a:ahLst/>
                <a:cxnLst/>
                <a:rect l="l" t="t" r="r" b="b"/>
                <a:pathLst>
                  <a:path w="630" h="629" extrusionOk="0">
                    <a:moveTo>
                      <a:pt x="315" y="1"/>
                    </a:moveTo>
                    <a:cubicBezTo>
                      <a:pt x="142" y="1"/>
                      <a:pt x="0" y="141"/>
                      <a:pt x="0" y="314"/>
                    </a:cubicBezTo>
                    <a:cubicBezTo>
                      <a:pt x="0" y="488"/>
                      <a:pt x="143" y="629"/>
                      <a:pt x="315" y="629"/>
                    </a:cubicBezTo>
                    <a:cubicBezTo>
                      <a:pt x="489" y="629"/>
                      <a:pt x="629" y="488"/>
                      <a:pt x="629" y="314"/>
                    </a:cubicBezTo>
                    <a:cubicBezTo>
                      <a:pt x="629" y="141"/>
                      <a:pt x="488"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79;p38">
                <a:extLst>
                  <a:ext uri="{FF2B5EF4-FFF2-40B4-BE49-F238E27FC236}">
                    <a16:creationId xmlns:a16="http://schemas.microsoft.com/office/drawing/2014/main" id="{68846CBF-254E-E1C2-419C-81A6EFD5C69E}"/>
                  </a:ext>
                </a:extLst>
              </p:cNvPr>
              <p:cNvSpPr/>
              <p:nvPr/>
            </p:nvSpPr>
            <p:spPr>
              <a:xfrm>
                <a:off x="7894758" y="2457266"/>
                <a:ext cx="19503" cy="19534"/>
              </a:xfrm>
              <a:custGeom>
                <a:avLst/>
                <a:gdLst/>
                <a:ahLst/>
                <a:cxnLst/>
                <a:rect l="l" t="t" r="r" b="b"/>
                <a:pathLst>
                  <a:path w="628" h="629" extrusionOk="0">
                    <a:moveTo>
                      <a:pt x="315" y="1"/>
                    </a:moveTo>
                    <a:cubicBezTo>
                      <a:pt x="138" y="1"/>
                      <a:pt x="0" y="141"/>
                      <a:pt x="0" y="314"/>
                    </a:cubicBezTo>
                    <a:cubicBezTo>
                      <a:pt x="0" y="488"/>
                      <a:pt x="139" y="629"/>
                      <a:pt x="315" y="629"/>
                    </a:cubicBezTo>
                    <a:cubicBezTo>
                      <a:pt x="487" y="629"/>
                      <a:pt x="628" y="488"/>
                      <a:pt x="628" y="314"/>
                    </a:cubicBezTo>
                    <a:cubicBezTo>
                      <a:pt x="628" y="141"/>
                      <a:pt x="487"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80;p38">
                <a:extLst>
                  <a:ext uri="{FF2B5EF4-FFF2-40B4-BE49-F238E27FC236}">
                    <a16:creationId xmlns:a16="http://schemas.microsoft.com/office/drawing/2014/main" id="{9390F7CB-E38C-0300-1C35-1DCD9A27E74C}"/>
                  </a:ext>
                </a:extLst>
              </p:cNvPr>
              <p:cNvSpPr/>
              <p:nvPr/>
            </p:nvSpPr>
            <p:spPr>
              <a:xfrm>
                <a:off x="7951527" y="2457266"/>
                <a:ext cx="19534" cy="19534"/>
              </a:xfrm>
              <a:custGeom>
                <a:avLst/>
                <a:gdLst/>
                <a:ahLst/>
                <a:cxnLst/>
                <a:rect l="l" t="t" r="r" b="b"/>
                <a:pathLst>
                  <a:path w="629" h="629" extrusionOk="0">
                    <a:moveTo>
                      <a:pt x="314" y="1"/>
                    </a:moveTo>
                    <a:cubicBezTo>
                      <a:pt x="141" y="1"/>
                      <a:pt x="0" y="141"/>
                      <a:pt x="0" y="314"/>
                    </a:cubicBezTo>
                    <a:cubicBezTo>
                      <a:pt x="0" y="488"/>
                      <a:pt x="141" y="629"/>
                      <a:pt x="314" y="629"/>
                    </a:cubicBezTo>
                    <a:cubicBezTo>
                      <a:pt x="488" y="629"/>
                      <a:pt x="628" y="488"/>
                      <a:pt x="628" y="314"/>
                    </a:cubicBezTo>
                    <a:cubicBezTo>
                      <a:pt x="628" y="141"/>
                      <a:pt x="488" y="1"/>
                      <a:pt x="3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81;p38">
                <a:extLst>
                  <a:ext uri="{FF2B5EF4-FFF2-40B4-BE49-F238E27FC236}">
                    <a16:creationId xmlns:a16="http://schemas.microsoft.com/office/drawing/2014/main" id="{9563F8AF-B013-D409-6944-7AEFE0A40614}"/>
                  </a:ext>
                </a:extLst>
              </p:cNvPr>
              <p:cNvSpPr/>
              <p:nvPr/>
            </p:nvSpPr>
            <p:spPr>
              <a:xfrm>
                <a:off x="8008202" y="2457266"/>
                <a:ext cx="19534" cy="19534"/>
              </a:xfrm>
              <a:custGeom>
                <a:avLst/>
                <a:gdLst/>
                <a:ahLst/>
                <a:cxnLst/>
                <a:rect l="l" t="t" r="r" b="b"/>
                <a:pathLst>
                  <a:path w="629" h="629" extrusionOk="0">
                    <a:moveTo>
                      <a:pt x="315" y="1"/>
                    </a:moveTo>
                    <a:cubicBezTo>
                      <a:pt x="141" y="1"/>
                      <a:pt x="1" y="141"/>
                      <a:pt x="1" y="314"/>
                    </a:cubicBezTo>
                    <a:cubicBezTo>
                      <a:pt x="1" y="488"/>
                      <a:pt x="141" y="629"/>
                      <a:pt x="315" y="629"/>
                    </a:cubicBezTo>
                    <a:cubicBezTo>
                      <a:pt x="490" y="629"/>
                      <a:pt x="629" y="488"/>
                      <a:pt x="629" y="314"/>
                    </a:cubicBezTo>
                    <a:cubicBezTo>
                      <a:pt x="629" y="141"/>
                      <a:pt x="490" y="1"/>
                      <a:pt x="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82;p38">
                <a:extLst>
                  <a:ext uri="{FF2B5EF4-FFF2-40B4-BE49-F238E27FC236}">
                    <a16:creationId xmlns:a16="http://schemas.microsoft.com/office/drawing/2014/main" id="{C0B8DCD8-402D-086B-FA56-BDCFB49194F6}"/>
                  </a:ext>
                </a:extLst>
              </p:cNvPr>
              <p:cNvSpPr/>
              <p:nvPr/>
            </p:nvSpPr>
            <p:spPr>
              <a:xfrm>
                <a:off x="8064971" y="2457266"/>
                <a:ext cx="19534" cy="19534"/>
              </a:xfrm>
              <a:custGeom>
                <a:avLst/>
                <a:gdLst/>
                <a:ahLst/>
                <a:cxnLst/>
                <a:rect l="l" t="t" r="r" b="b"/>
                <a:pathLst>
                  <a:path w="629" h="629" extrusionOk="0">
                    <a:moveTo>
                      <a:pt x="316" y="1"/>
                    </a:moveTo>
                    <a:cubicBezTo>
                      <a:pt x="141" y="1"/>
                      <a:pt x="1" y="141"/>
                      <a:pt x="1" y="314"/>
                    </a:cubicBezTo>
                    <a:cubicBezTo>
                      <a:pt x="1" y="488"/>
                      <a:pt x="141" y="629"/>
                      <a:pt x="316" y="629"/>
                    </a:cubicBezTo>
                    <a:cubicBezTo>
                      <a:pt x="491" y="629"/>
                      <a:pt x="629" y="488"/>
                      <a:pt x="629" y="314"/>
                    </a:cubicBezTo>
                    <a:cubicBezTo>
                      <a:pt x="629" y="141"/>
                      <a:pt x="488" y="1"/>
                      <a:pt x="3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3;p38">
                <a:extLst>
                  <a:ext uri="{FF2B5EF4-FFF2-40B4-BE49-F238E27FC236}">
                    <a16:creationId xmlns:a16="http://schemas.microsoft.com/office/drawing/2014/main" id="{6F03FAFA-7494-2134-5E98-A526BAAF5144}"/>
                  </a:ext>
                </a:extLst>
              </p:cNvPr>
              <p:cNvSpPr/>
              <p:nvPr/>
            </p:nvSpPr>
            <p:spPr>
              <a:xfrm>
                <a:off x="8121770" y="2457266"/>
                <a:ext cx="19534" cy="19534"/>
              </a:xfrm>
              <a:custGeom>
                <a:avLst/>
                <a:gdLst/>
                <a:ahLst/>
                <a:cxnLst/>
                <a:rect l="l" t="t" r="r" b="b"/>
                <a:pathLst>
                  <a:path w="629" h="629" extrusionOk="0">
                    <a:moveTo>
                      <a:pt x="313" y="1"/>
                    </a:moveTo>
                    <a:cubicBezTo>
                      <a:pt x="141" y="1"/>
                      <a:pt x="0" y="141"/>
                      <a:pt x="0" y="314"/>
                    </a:cubicBezTo>
                    <a:cubicBezTo>
                      <a:pt x="0" y="488"/>
                      <a:pt x="141" y="629"/>
                      <a:pt x="313" y="629"/>
                    </a:cubicBezTo>
                    <a:cubicBezTo>
                      <a:pt x="488" y="629"/>
                      <a:pt x="628" y="488"/>
                      <a:pt x="628" y="314"/>
                    </a:cubicBezTo>
                    <a:cubicBezTo>
                      <a:pt x="628" y="141"/>
                      <a:pt x="488" y="1"/>
                      <a:pt x="3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84;p38">
                <a:extLst>
                  <a:ext uri="{FF2B5EF4-FFF2-40B4-BE49-F238E27FC236}">
                    <a16:creationId xmlns:a16="http://schemas.microsoft.com/office/drawing/2014/main" id="{3F0391BA-52DD-4B85-FD2D-94C3E52575C0}"/>
                  </a:ext>
                </a:extLst>
              </p:cNvPr>
              <p:cNvSpPr/>
              <p:nvPr/>
            </p:nvSpPr>
            <p:spPr>
              <a:xfrm>
                <a:off x="7758054" y="2569281"/>
                <a:ext cx="211360" cy="62172"/>
              </a:xfrm>
              <a:custGeom>
                <a:avLst/>
                <a:gdLst/>
                <a:ahLst/>
                <a:cxnLst/>
                <a:rect l="l" t="t" r="r" b="b"/>
                <a:pathLst>
                  <a:path w="6806" h="2002" extrusionOk="0">
                    <a:moveTo>
                      <a:pt x="0" y="0"/>
                    </a:moveTo>
                    <a:lnTo>
                      <a:pt x="0" y="2001"/>
                    </a:lnTo>
                    <a:lnTo>
                      <a:pt x="6805" y="2001"/>
                    </a:lnTo>
                    <a:lnTo>
                      <a:pt x="68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85;p38">
                <a:extLst>
                  <a:ext uri="{FF2B5EF4-FFF2-40B4-BE49-F238E27FC236}">
                    <a16:creationId xmlns:a16="http://schemas.microsoft.com/office/drawing/2014/main" id="{6C17FB3B-E89C-D915-13F1-43A66CC52C46}"/>
                  </a:ext>
                </a:extLst>
              </p:cNvPr>
              <p:cNvSpPr/>
              <p:nvPr/>
            </p:nvSpPr>
            <p:spPr>
              <a:xfrm>
                <a:off x="7795320" y="2591889"/>
                <a:ext cx="136642" cy="16987"/>
              </a:xfrm>
              <a:custGeom>
                <a:avLst/>
                <a:gdLst/>
                <a:ahLst/>
                <a:cxnLst/>
                <a:rect l="l" t="t" r="r" b="b"/>
                <a:pathLst>
                  <a:path w="4400" h="547" extrusionOk="0">
                    <a:moveTo>
                      <a:pt x="1" y="0"/>
                    </a:moveTo>
                    <a:lnTo>
                      <a:pt x="1" y="547"/>
                    </a:lnTo>
                    <a:lnTo>
                      <a:pt x="4400" y="547"/>
                    </a:lnTo>
                    <a:lnTo>
                      <a:pt x="44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86;p38">
                <a:extLst>
                  <a:ext uri="{FF2B5EF4-FFF2-40B4-BE49-F238E27FC236}">
                    <a16:creationId xmlns:a16="http://schemas.microsoft.com/office/drawing/2014/main" id="{137F8A64-439A-FB6E-EA39-961C2AC6EF3D}"/>
                  </a:ext>
                </a:extLst>
              </p:cNvPr>
              <p:cNvSpPr/>
              <p:nvPr/>
            </p:nvSpPr>
            <p:spPr>
              <a:xfrm>
                <a:off x="8009879" y="2569281"/>
                <a:ext cx="211360" cy="62172"/>
              </a:xfrm>
              <a:custGeom>
                <a:avLst/>
                <a:gdLst/>
                <a:ahLst/>
                <a:cxnLst/>
                <a:rect l="l" t="t" r="r" b="b"/>
                <a:pathLst>
                  <a:path w="6806" h="2002" extrusionOk="0">
                    <a:moveTo>
                      <a:pt x="1" y="0"/>
                    </a:moveTo>
                    <a:lnTo>
                      <a:pt x="1" y="2001"/>
                    </a:lnTo>
                    <a:lnTo>
                      <a:pt x="6806" y="2001"/>
                    </a:lnTo>
                    <a:lnTo>
                      <a:pt x="68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87;p38">
                <a:extLst>
                  <a:ext uri="{FF2B5EF4-FFF2-40B4-BE49-F238E27FC236}">
                    <a16:creationId xmlns:a16="http://schemas.microsoft.com/office/drawing/2014/main" id="{C8BB1EB1-EF77-7E80-A35C-88D3C44AC123}"/>
                  </a:ext>
                </a:extLst>
              </p:cNvPr>
              <p:cNvSpPr/>
              <p:nvPr/>
            </p:nvSpPr>
            <p:spPr>
              <a:xfrm>
                <a:off x="8047207" y="2591889"/>
                <a:ext cx="136673" cy="16987"/>
              </a:xfrm>
              <a:custGeom>
                <a:avLst/>
                <a:gdLst/>
                <a:ahLst/>
                <a:cxnLst/>
                <a:rect l="l" t="t" r="r" b="b"/>
                <a:pathLst>
                  <a:path w="4401" h="547" extrusionOk="0">
                    <a:moveTo>
                      <a:pt x="0" y="0"/>
                    </a:moveTo>
                    <a:lnTo>
                      <a:pt x="0" y="547"/>
                    </a:lnTo>
                    <a:lnTo>
                      <a:pt x="4401" y="547"/>
                    </a:lnTo>
                    <a:lnTo>
                      <a:pt x="4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8;p38">
                <a:extLst>
                  <a:ext uri="{FF2B5EF4-FFF2-40B4-BE49-F238E27FC236}">
                    <a16:creationId xmlns:a16="http://schemas.microsoft.com/office/drawing/2014/main" id="{11B66FA8-F2E1-C483-7F75-967B5DFDC1ED}"/>
                  </a:ext>
                </a:extLst>
              </p:cNvPr>
              <p:cNvSpPr/>
              <p:nvPr/>
            </p:nvSpPr>
            <p:spPr>
              <a:xfrm>
                <a:off x="7879231" y="2169821"/>
                <a:ext cx="220708" cy="126208"/>
              </a:xfrm>
              <a:custGeom>
                <a:avLst/>
                <a:gdLst/>
                <a:ahLst/>
                <a:cxnLst/>
                <a:rect l="l" t="t" r="r" b="b"/>
                <a:pathLst>
                  <a:path w="7107" h="4064" extrusionOk="0">
                    <a:moveTo>
                      <a:pt x="3556" y="1"/>
                    </a:moveTo>
                    <a:cubicBezTo>
                      <a:pt x="1807" y="1"/>
                      <a:pt x="349" y="1235"/>
                      <a:pt x="0" y="2878"/>
                    </a:cubicBezTo>
                    <a:cubicBezTo>
                      <a:pt x="990" y="3622"/>
                      <a:pt x="2220" y="4064"/>
                      <a:pt x="3553" y="4064"/>
                    </a:cubicBezTo>
                    <a:cubicBezTo>
                      <a:pt x="4887" y="4064"/>
                      <a:pt x="6117" y="3622"/>
                      <a:pt x="7107" y="2878"/>
                    </a:cubicBezTo>
                    <a:cubicBezTo>
                      <a:pt x="6762" y="1235"/>
                      <a:pt x="5304" y="1"/>
                      <a:pt x="35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89;p38">
                <a:extLst>
                  <a:ext uri="{FF2B5EF4-FFF2-40B4-BE49-F238E27FC236}">
                    <a16:creationId xmlns:a16="http://schemas.microsoft.com/office/drawing/2014/main" id="{2E6F0F03-76E3-B018-393B-FE89C43BAEB0}"/>
                  </a:ext>
                </a:extLst>
              </p:cNvPr>
              <p:cNvSpPr/>
              <p:nvPr/>
            </p:nvSpPr>
            <p:spPr>
              <a:xfrm>
                <a:off x="7363261" y="3014082"/>
                <a:ext cx="655509" cy="357195"/>
              </a:xfrm>
              <a:custGeom>
                <a:avLst/>
                <a:gdLst/>
                <a:ahLst/>
                <a:cxnLst/>
                <a:rect l="l" t="t" r="r" b="b"/>
                <a:pathLst>
                  <a:path w="21108" h="11502" extrusionOk="0">
                    <a:moveTo>
                      <a:pt x="2428" y="1"/>
                    </a:moveTo>
                    <a:cubicBezTo>
                      <a:pt x="1093" y="1"/>
                      <a:pt x="0" y="1092"/>
                      <a:pt x="0" y="2427"/>
                    </a:cubicBezTo>
                    <a:lnTo>
                      <a:pt x="0" y="9076"/>
                    </a:lnTo>
                    <a:cubicBezTo>
                      <a:pt x="0" y="10411"/>
                      <a:pt x="1093" y="11502"/>
                      <a:pt x="2428" y="11502"/>
                    </a:cubicBezTo>
                    <a:lnTo>
                      <a:pt x="18679" y="11502"/>
                    </a:lnTo>
                    <a:cubicBezTo>
                      <a:pt x="20015" y="11502"/>
                      <a:pt x="21107" y="10411"/>
                      <a:pt x="21107" y="9076"/>
                    </a:cubicBezTo>
                    <a:lnTo>
                      <a:pt x="21107" y="2427"/>
                    </a:lnTo>
                    <a:cubicBezTo>
                      <a:pt x="21107" y="1092"/>
                      <a:pt x="20015" y="1"/>
                      <a:pt x="186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0;p38">
                <a:extLst>
                  <a:ext uri="{FF2B5EF4-FFF2-40B4-BE49-F238E27FC236}">
                    <a16:creationId xmlns:a16="http://schemas.microsoft.com/office/drawing/2014/main" id="{FB8E23BB-87D7-75A2-CC25-A6E805B7636B}"/>
                  </a:ext>
                </a:extLst>
              </p:cNvPr>
              <p:cNvSpPr/>
              <p:nvPr/>
            </p:nvSpPr>
            <p:spPr>
              <a:xfrm>
                <a:off x="7363261" y="3207648"/>
                <a:ext cx="655509" cy="78507"/>
              </a:xfrm>
              <a:custGeom>
                <a:avLst/>
                <a:gdLst/>
                <a:ahLst/>
                <a:cxnLst/>
                <a:rect l="l" t="t" r="r" b="b"/>
                <a:pathLst>
                  <a:path w="21108" h="2528" extrusionOk="0">
                    <a:moveTo>
                      <a:pt x="0" y="0"/>
                    </a:moveTo>
                    <a:lnTo>
                      <a:pt x="0" y="2528"/>
                    </a:lnTo>
                    <a:lnTo>
                      <a:pt x="21107" y="2528"/>
                    </a:lnTo>
                    <a:lnTo>
                      <a:pt x="21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1;p38">
                <a:extLst>
                  <a:ext uri="{FF2B5EF4-FFF2-40B4-BE49-F238E27FC236}">
                    <a16:creationId xmlns:a16="http://schemas.microsoft.com/office/drawing/2014/main" id="{0439BF66-B618-4B9D-DD5D-3B3FC86A1856}"/>
                  </a:ext>
                </a:extLst>
              </p:cNvPr>
              <p:cNvSpPr/>
              <p:nvPr/>
            </p:nvSpPr>
            <p:spPr>
              <a:xfrm>
                <a:off x="7788311" y="3073490"/>
                <a:ext cx="163722" cy="72576"/>
              </a:xfrm>
              <a:custGeom>
                <a:avLst/>
                <a:gdLst/>
                <a:ahLst/>
                <a:cxnLst/>
                <a:rect l="l" t="t" r="r" b="b"/>
                <a:pathLst>
                  <a:path w="5272" h="2337" extrusionOk="0">
                    <a:moveTo>
                      <a:pt x="1168" y="1"/>
                    </a:moveTo>
                    <a:cubicBezTo>
                      <a:pt x="523" y="1"/>
                      <a:pt x="1" y="525"/>
                      <a:pt x="1" y="1169"/>
                    </a:cubicBezTo>
                    <a:cubicBezTo>
                      <a:pt x="1" y="1814"/>
                      <a:pt x="523" y="2337"/>
                      <a:pt x="1168" y="2337"/>
                    </a:cubicBezTo>
                    <a:lnTo>
                      <a:pt x="4104" y="2337"/>
                    </a:lnTo>
                    <a:cubicBezTo>
                      <a:pt x="4748" y="2337"/>
                      <a:pt x="5272" y="1814"/>
                      <a:pt x="5272" y="1169"/>
                    </a:cubicBezTo>
                    <a:cubicBezTo>
                      <a:pt x="5272" y="522"/>
                      <a:pt x="4748" y="1"/>
                      <a:pt x="41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2;p38">
                <a:extLst>
                  <a:ext uri="{FF2B5EF4-FFF2-40B4-BE49-F238E27FC236}">
                    <a16:creationId xmlns:a16="http://schemas.microsoft.com/office/drawing/2014/main" id="{0454CF2C-468A-10B9-0537-9E5DC3EAC97A}"/>
                  </a:ext>
                </a:extLst>
              </p:cNvPr>
              <p:cNvSpPr/>
              <p:nvPr/>
            </p:nvSpPr>
            <p:spPr>
              <a:xfrm>
                <a:off x="7850203" y="3073490"/>
                <a:ext cx="101829" cy="72576"/>
              </a:xfrm>
              <a:custGeom>
                <a:avLst/>
                <a:gdLst/>
                <a:ahLst/>
                <a:cxnLst/>
                <a:rect l="l" t="t" r="r" b="b"/>
                <a:pathLst>
                  <a:path w="3279" h="2337" extrusionOk="0">
                    <a:moveTo>
                      <a:pt x="1118" y="1"/>
                    </a:moveTo>
                    <a:lnTo>
                      <a:pt x="0" y="2337"/>
                    </a:lnTo>
                    <a:lnTo>
                      <a:pt x="2108" y="2337"/>
                    </a:lnTo>
                    <a:cubicBezTo>
                      <a:pt x="2754" y="2337"/>
                      <a:pt x="3276" y="1814"/>
                      <a:pt x="3276" y="1169"/>
                    </a:cubicBezTo>
                    <a:cubicBezTo>
                      <a:pt x="3279" y="522"/>
                      <a:pt x="2755" y="1"/>
                      <a:pt x="2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3;p38">
                <a:extLst>
                  <a:ext uri="{FF2B5EF4-FFF2-40B4-BE49-F238E27FC236}">
                    <a16:creationId xmlns:a16="http://schemas.microsoft.com/office/drawing/2014/main" id="{418C3F03-7ACD-D45E-19B2-8DCE6428A1EA}"/>
                  </a:ext>
                </a:extLst>
              </p:cNvPr>
              <p:cNvSpPr/>
              <p:nvPr/>
            </p:nvSpPr>
            <p:spPr>
              <a:xfrm>
                <a:off x="7444687" y="3095632"/>
                <a:ext cx="208255" cy="14130"/>
              </a:xfrm>
              <a:custGeom>
                <a:avLst/>
                <a:gdLst/>
                <a:ahLst/>
                <a:cxnLst/>
                <a:rect l="l" t="t" r="r" b="b"/>
                <a:pathLst>
                  <a:path w="6706" h="455" extrusionOk="0">
                    <a:moveTo>
                      <a:pt x="0" y="1"/>
                    </a:moveTo>
                    <a:lnTo>
                      <a:pt x="0" y="454"/>
                    </a:lnTo>
                    <a:lnTo>
                      <a:pt x="6706" y="454"/>
                    </a:lnTo>
                    <a:lnTo>
                      <a:pt x="6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4;p38">
                <a:extLst>
                  <a:ext uri="{FF2B5EF4-FFF2-40B4-BE49-F238E27FC236}">
                    <a16:creationId xmlns:a16="http://schemas.microsoft.com/office/drawing/2014/main" id="{B91A5C47-119B-C6A6-4FDC-6AFFC80D601D}"/>
                  </a:ext>
                </a:extLst>
              </p:cNvPr>
              <p:cNvSpPr/>
              <p:nvPr/>
            </p:nvSpPr>
            <p:spPr>
              <a:xfrm>
                <a:off x="7444687" y="3135507"/>
                <a:ext cx="287290" cy="14130"/>
              </a:xfrm>
              <a:custGeom>
                <a:avLst/>
                <a:gdLst/>
                <a:ahLst/>
                <a:cxnLst/>
                <a:rect l="l" t="t" r="r" b="b"/>
                <a:pathLst>
                  <a:path w="9251" h="455" extrusionOk="0">
                    <a:moveTo>
                      <a:pt x="0" y="1"/>
                    </a:moveTo>
                    <a:lnTo>
                      <a:pt x="0" y="455"/>
                    </a:lnTo>
                    <a:lnTo>
                      <a:pt x="9251" y="455"/>
                    </a:lnTo>
                    <a:lnTo>
                      <a:pt x="92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5;p38">
                <a:extLst>
                  <a:ext uri="{FF2B5EF4-FFF2-40B4-BE49-F238E27FC236}">
                    <a16:creationId xmlns:a16="http://schemas.microsoft.com/office/drawing/2014/main" id="{C8D57C72-FACC-1EE6-8A7D-28E51721976C}"/>
                  </a:ext>
                </a:extLst>
              </p:cNvPr>
              <p:cNvSpPr/>
              <p:nvPr/>
            </p:nvSpPr>
            <p:spPr>
              <a:xfrm>
                <a:off x="6195850" y="1611607"/>
                <a:ext cx="431633" cy="488868"/>
              </a:xfrm>
              <a:custGeom>
                <a:avLst/>
                <a:gdLst/>
                <a:ahLst/>
                <a:cxnLst/>
                <a:rect l="l" t="t" r="r" b="b"/>
                <a:pathLst>
                  <a:path w="13899" h="15742" extrusionOk="0">
                    <a:moveTo>
                      <a:pt x="1" y="0"/>
                    </a:moveTo>
                    <a:lnTo>
                      <a:pt x="1" y="15741"/>
                    </a:lnTo>
                    <a:lnTo>
                      <a:pt x="13899" y="15741"/>
                    </a:lnTo>
                    <a:lnTo>
                      <a:pt x="13899" y="3381"/>
                    </a:lnTo>
                    <a:lnTo>
                      <a:pt x="107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6;p38">
                <a:extLst>
                  <a:ext uri="{FF2B5EF4-FFF2-40B4-BE49-F238E27FC236}">
                    <a16:creationId xmlns:a16="http://schemas.microsoft.com/office/drawing/2014/main" id="{B72402E6-3D7A-5D28-6494-D062BF82A6FA}"/>
                  </a:ext>
                </a:extLst>
              </p:cNvPr>
              <p:cNvSpPr/>
              <p:nvPr/>
            </p:nvSpPr>
            <p:spPr>
              <a:xfrm>
                <a:off x="6530281" y="1611607"/>
                <a:ext cx="97202" cy="105028"/>
              </a:xfrm>
              <a:custGeom>
                <a:avLst/>
                <a:gdLst/>
                <a:ahLst/>
                <a:cxnLst/>
                <a:rect l="l" t="t" r="r" b="b"/>
                <a:pathLst>
                  <a:path w="3130" h="3382" extrusionOk="0">
                    <a:moveTo>
                      <a:pt x="0" y="0"/>
                    </a:moveTo>
                    <a:lnTo>
                      <a:pt x="0" y="3381"/>
                    </a:lnTo>
                    <a:lnTo>
                      <a:pt x="3130" y="338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7;p38">
                <a:extLst>
                  <a:ext uri="{FF2B5EF4-FFF2-40B4-BE49-F238E27FC236}">
                    <a16:creationId xmlns:a16="http://schemas.microsoft.com/office/drawing/2014/main" id="{0ECCACF4-98B4-6A97-CDB6-C542E2D24E5D}"/>
                  </a:ext>
                </a:extLst>
              </p:cNvPr>
              <p:cNvSpPr/>
              <p:nvPr/>
            </p:nvSpPr>
            <p:spPr>
              <a:xfrm>
                <a:off x="6242774" y="1683468"/>
                <a:ext cx="242353" cy="13757"/>
              </a:xfrm>
              <a:custGeom>
                <a:avLst/>
                <a:gdLst/>
                <a:ahLst/>
                <a:cxnLst/>
                <a:rect l="l" t="t" r="r" b="b"/>
                <a:pathLst>
                  <a:path w="7804" h="443" extrusionOk="0">
                    <a:moveTo>
                      <a:pt x="1" y="1"/>
                    </a:moveTo>
                    <a:lnTo>
                      <a:pt x="1" y="442"/>
                    </a:lnTo>
                    <a:lnTo>
                      <a:pt x="7804" y="442"/>
                    </a:lnTo>
                    <a:lnTo>
                      <a:pt x="780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8;p38">
                <a:extLst>
                  <a:ext uri="{FF2B5EF4-FFF2-40B4-BE49-F238E27FC236}">
                    <a16:creationId xmlns:a16="http://schemas.microsoft.com/office/drawing/2014/main" id="{430DB6B8-B9D7-C7FA-B1F8-5D73FDA2CF48}"/>
                  </a:ext>
                </a:extLst>
              </p:cNvPr>
              <p:cNvSpPr/>
              <p:nvPr/>
            </p:nvSpPr>
            <p:spPr>
              <a:xfrm>
                <a:off x="6242774" y="1731945"/>
                <a:ext cx="242353" cy="13788"/>
              </a:xfrm>
              <a:custGeom>
                <a:avLst/>
                <a:gdLst/>
                <a:ahLst/>
                <a:cxnLst/>
                <a:rect l="l" t="t" r="r" b="b"/>
                <a:pathLst>
                  <a:path w="7804" h="444" extrusionOk="0">
                    <a:moveTo>
                      <a:pt x="1" y="0"/>
                    </a:moveTo>
                    <a:lnTo>
                      <a:pt x="1" y="443"/>
                    </a:lnTo>
                    <a:lnTo>
                      <a:pt x="7804" y="443"/>
                    </a:lnTo>
                    <a:lnTo>
                      <a:pt x="78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499;p38">
                <a:extLst>
                  <a:ext uri="{FF2B5EF4-FFF2-40B4-BE49-F238E27FC236}">
                    <a16:creationId xmlns:a16="http://schemas.microsoft.com/office/drawing/2014/main" id="{3E773B1D-0686-EE53-9EEB-90FCC75079AD}"/>
                  </a:ext>
                </a:extLst>
              </p:cNvPr>
              <p:cNvSpPr/>
              <p:nvPr/>
            </p:nvSpPr>
            <p:spPr>
              <a:xfrm>
                <a:off x="6242774" y="1780360"/>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0;p38">
                <a:extLst>
                  <a:ext uri="{FF2B5EF4-FFF2-40B4-BE49-F238E27FC236}">
                    <a16:creationId xmlns:a16="http://schemas.microsoft.com/office/drawing/2014/main" id="{FF27C5C5-EF7E-D711-AE26-2E5B559FF47F}"/>
                  </a:ext>
                </a:extLst>
              </p:cNvPr>
              <p:cNvSpPr/>
              <p:nvPr/>
            </p:nvSpPr>
            <p:spPr>
              <a:xfrm>
                <a:off x="6242774" y="1828899"/>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1;p38">
                <a:extLst>
                  <a:ext uri="{FF2B5EF4-FFF2-40B4-BE49-F238E27FC236}">
                    <a16:creationId xmlns:a16="http://schemas.microsoft.com/office/drawing/2014/main" id="{EBF870FD-B878-DCF6-252A-8FE314591405}"/>
                  </a:ext>
                </a:extLst>
              </p:cNvPr>
              <p:cNvSpPr/>
              <p:nvPr/>
            </p:nvSpPr>
            <p:spPr>
              <a:xfrm>
                <a:off x="6242774" y="1877376"/>
                <a:ext cx="345735" cy="13726"/>
              </a:xfrm>
              <a:custGeom>
                <a:avLst/>
                <a:gdLst/>
                <a:ahLst/>
                <a:cxnLst/>
                <a:rect l="l" t="t" r="r" b="b"/>
                <a:pathLst>
                  <a:path w="11133" h="442" extrusionOk="0">
                    <a:moveTo>
                      <a:pt x="1" y="0"/>
                    </a:moveTo>
                    <a:lnTo>
                      <a:pt x="1" y="442"/>
                    </a:lnTo>
                    <a:lnTo>
                      <a:pt x="11132" y="442"/>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2;p38">
                <a:extLst>
                  <a:ext uri="{FF2B5EF4-FFF2-40B4-BE49-F238E27FC236}">
                    <a16:creationId xmlns:a16="http://schemas.microsoft.com/office/drawing/2014/main" id="{414E7B04-8A5F-BEC1-9426-B6B7792C2579}"/>
                  </a:ext>
                </a:extLst>
              </p:cNvPr>
              <p:cNvSpPr/>
              <p:nvPr/>
            </p:nvSpPr>
            <p:spPr>
              <a:xfrm>
                <a:off x="6242774" y="1925790"/>
                <a:ext cx="345735" cy="13757"/>
              </a:xfrm>
              <a:custGeom>
                <a:avLst/>
                <a:gdLst/>
                <a:ahLst/>
                <a:cxnLst/>
                <a:rect l="l" t="t" r="r" b="b"/>
                <a:pathLst>
                  <a:path w="11133" h="443" extrusionOk="0">
                    <a:moveTo>
                      <a:pt x="1" y="1"/>
                    </a:moveTo>
                    <a:lnTo>
                      <a:pt x="1" y="442"/>
                    </a:lnTo>
                    <a:lnTo>
                      <a:pt x="11132" y="442"/>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3;p38">
                <a:extLst>
                  <a:ext uri="{FF2B5EF4-FFF2-40B4-BE49-F238E27FC236}">
                    <a16:creationId xmlns:a16="http://schemas.microsoft.com/office/drawing/2014/main" id="{90992573-B6ED-FCBE-199F-AD4745706F42}"/>
                  </a:ext>
                </a:extLst>
              </p:cNvPr>
              <p:cNvSpPr/>
              <p:nvPr/>
            </p:nvSpPr>
            <p:spPr>
              <a:xfrm>
                <a:off x="6242774" y="1974267"/>
                <a:ext cx="345735" cy="13788"/>
              </a:xfrm>
              <a:custGeom>
                <a:avLst/>
                <a:gdLst/>
                <a:ahLst/>
                <a:cxnLst/>
                <a:rect l="l" t="t" r="r" b="b"/>
                <a:pathLst>
                  <a:path w="11133" h="444" extrusionOk="0">
                    <a:moveTo>
                      <a:pt x="1" y="0"/>
                    </a:moveTo>
                    <a:lnTo>
                      <a:pt x="1" y="443"/>
                    </a:lnTo>
                    <a:lnTo>
                      <a:pt x="11132" y="443"/>
                    </a:lnTo>
                    <a:lnTo>
                      <a:pt x="111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51378F12-3B7B-6822-9E97-4DF51984AB59}"/>
                  </a:ext>
                </a:extLst>
              </p:cNvPr>
              <p:cNvSpPr/>
              <p:nvPr/>
            </p:nvSpPr>
            <p:spPr>
              <a:xfrm>
                <a:off x="6242774" y="2022682"/>
                <a:ext cx="345735" cy="13788"/>
              </a:xfrm>
              <a:custGeom>
                <a:avLst/>
                <a:gdLst/>
                <a:ahLst/>
                <a:cxnLst/>
                <a:rect l="l" t="t" r="r" b="b"/>
                <a:pathLst>
                  <a:path w="11133" h="444" extrusionOk="0">
                    <a:moveTo>
                      <a:pt x="1" y="1"/>
                    </a:moveTo>
                    <a:lnTo>
                      <a:pt x="1" y="444"/>
                    </a:lnTo>
                    <a:lnTo>
                      <a:pt x="11132" y="444"/>
                    </a:lnTo>
                    <a:lnTo>
                      <a:pt x="1113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5;p38">
                <a:extLst>
                  <a:ext uri="{FF2B5EF4-FFF2-40B4-BE49-F238E27FC236}">
                    <a16:creationId xmlns:a16="http://schemas.microsoft.com/office/drawing/2014/main" id="{494B550E-E1F7-2809-76F6-045A786B4B1C}"/>
                  </a:ext>
                </a:extLst>
              </p:cNvPr>
              <p:cNvSpPr/>
              <p:nvPr/>
            </p:nvSpPr>
            <p:spPr>
              <a:xfrm>
                <a:off x="6140945" y="1753715"/>
                <a:ext cx="551972" cy="420764"/>
              </a:xfrm>
              <a:custGeom>
                <a:avLst/>
                <a:gdLst/>
                <a:ahLst/>
                <a:cxnLst/>
                <a:rect l="l" t="t" r="r" b="b"/>
                <a:pathLst>
                  <a:path w="17774" h="13549" extrusionOk="0">
                    <a:moveTo>
                      <a:pt x="1020" y="0"/>
                    </a:moveTo>
                    <a:cubicBezTo>
                      <a:pt x="429" y="0"/>
                      <a:pt x="0" y="479"/>
                      <a:pt x="66" y="1067"/>
                    </a:cubicBezTo>
                    <a:lnTo>
                      <a:pt x="1357" y="12479"/>
                    </a:lnTo>
                    <a:cubicBezTo>
                      <a:pt x="1423" y="13066"/>
                      <a:pt x="1962" y="13548"/>
                      <a:pt x="2552" y="13548"/>
                    </a:cubicBezTo>
                    <a:lnTo>
                      <a:pt x="15229" y="13548"/>
                    </a:lnTo>
                    <a:cubicBezTo>
                      <a:pt x="15819" y="13548"/>
                      <a:pt x="16366" y="13069"/>
                      <a:pt x="16446" y="12483"/>
                    </a:cubicBezTo>
                    <a:lnTo>
                      <a:pt x="17695" y="3195"/>
                    </a:lnTo>
                    <a:cubicBezTo>
                      <a:pt x="17773" y="2609"/>
                      <a:pt x="17355" y="2129"/>
                      <a:pt x="16763" y="2129"/>
                    </a:cubicBezTo>
                    <a:lnTo>
                      <a:pt x="10316" y="2129"/>
                    </a:lnTo>
                    <a:lnTo>
                      <a:pt x="10316" y="2131"/>
                    </a:lnTo>
                    <a:cubicBezTo>
                      <a:pt x="9726" y="2131"/>
                      <a:pt x="9242" y="1651"/>
                      <a:pt x="9242" y="1065"/>
                    </a:cubicBezTo>
                    <a:cubicBezTo>
                      <a:pt x="9242" y="479"/>
                      <a:pt x="8758" y="0"/>
                      <a:pt x="8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06;p38">
                <a:extLst>
                  <a:ext uri="{FF2B5EF4-FFF2-40B4-BE49-F238E27FC236}">
                    <a16:creationId xmlns:a16="http://schemas.microsoft.com/office/drawing/2014/main" id="{C0D75CA4-87F6-9995-C90E-91CE8B53BFE3}"/>
                  </a:ext>
                </a:extLst>
              </p:cNvPr>
              <p:cNvSpPr/>
              <p:nvPr/>
            </p:nvSpPr>
            <p:spPr>
              <a:xfrm>
                <a:off x="6109952" y="1753715"/>
                <a:ext cx="551941" cy="420764"/>
              </a:xfrm>
              <a:custGeom>
                <a:avLst/>
                <a:gdLst/>
                <a:ahLst/>
                <a:cxnLst/>
                <a:rect l="l" t="t" r="r" b="b"/>
                <a:pathLst>
                  <a:path w="17773" h="13549" extrusionOk="0">
                    <a:moveTo>
                      <a:pt x="1020" y="0"/>
                    </a:moveTo>
                    <a:cubicBezTo>
                      <a:pt x="430" y="0"/>
                      <a:pt x="0" y="479"/>
                      <a:pt x="66" y="1067"/>
                    </a:cubicBezTo>
                    <a:lnTo>
                      <a:pt x="1357" y="12479"/>
                    </a:lnTo>
                    <a:cubicBezTo>
                      <a:pt x="1423" y="13066"/>
                      <a:pt x="1962" y="13548"/>
                      <a:pt x="2552" y="13548"/>
                    </a:cubicBezTo>
                    <a:lnTo>
                      <a:pt x="15228" y="13548"/>
                    </a:lnTo>
                    <a:cubicBezTo>
                      <a:pt x="15818" y="13548"/>
                      <a:pt x="16368" y="13069"/>
                      <a:pt x="16445" y="12483"/>
                    </a:cubicBezTo>
                    <a:lnTo>
                      <a:pt x="17694" y="3195"/>
                    </a:lnTo>
                    <a:cubicBezTo>
                      <a:pt x="17772" y="2609"/>
                      <a:pt x="17353" y="2129"/>
                      <a:pt x="16762" y="2129"/>
                    </a:cubicBezTo>
                    <a:lnTo>
                      <a:pt x="10316" y="2129"/>
                    </a:lnTo>
                    <a:lnTo>
                      <a:pt x="10316" y="2131"/>
                    </a:lnTo>
                    <a:cubicBezTo>
                      <a:pt x="9726" y="2131"/>
                      <a:pt x="9243" y="1651"/>
                      <a:pt x="9243" y="1065"/>
                    </a:cubicBezTo>
                    <a:cubicBezTo>
                      <a:pt x="9243" y="479"/>
                      <a:pt x="8759" y="0"/>
                      <a:pt x="8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507;p38">
                <a:extLst>
                  <a:ext uri="{FF2B5EF4-FFF2-40B4-BE49-F238E27FC236}">
                    <a16:creationId xmlns:a16="http://schemas.microsoft.com/office/drawing/2014/main" id="{A38DCEFC-E7C1-4A69-615E-A157E6EAEA50}"/>
                  </a:ext>
                </a:extLst>
              </p:cNvPr>
              <p:cNvSpPr/>
              <p:nvPr/>
            </p:nvSpPr>
            <p:spPr>
              <a:xfrm>
                <a:off x="5652699" y="2714795"/>
                <a:ext cx="820601" cy="712598"/>
              </a:xfrm>
              <a:custGeom>
                <a:avLst/>
                <a:gdLst/>
                <a:ahLst/>
                <a:cxnLst/>
                <a:rect l="l" t="t" r="r" b="b"/>
                <a:pathLst>
                  <a:path w="12849" h="11157" extrusionOk="0">
                    <a:moveTo>
                      <a:pt x="6424" y="0"/>
                    </a:moveTo>
                    <a:cubicBezTo>
                      <a:pt x="5969" y="362"/>
                      <a:pt x="4259" y="1596"/>
                      <a:pt x="2112" y="1632"/>
                    </a:cubicBezTo>
                    <a:cubicBezTo>
                      <a:pt x="2112" y="1632"/>
                      <a:pt x="1" y="8796"/>
                      <a:pt x="6424" y="11156"/>
                    </a:cubicBezTo>
                    <a:cubicBezTo>
                      <a:pt x="12848" y="8796"/>
                      <a:pt x="10737" y="1632"/>
                      <a:pt x="10737" y="1632"/>
                    </a:cubicBezTo>
                    <a:cubicBezTo>
                      <a:pt x="8589" y="1596"/>
                      <a:pt x="6881" y="363"/>
                      <a:pt x="64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508;p38">
                <a:extLst>
                  <a:ext uri="{FF2B5EF4-FFF2-40B4-BE49-F238E27FC236}">
                    <a16:creationId xmlns:a16="http://schemas.microsoft.com/office/drawing/2014/main" id="{418E6856-F747-4486-8217-8E9572925658}"/>
                  </a:ext>
                </a:extLst>
              </p:cNvPr>
              <p:cNvSpPr/>
              <p:nvPr/>
            </p:nvSpPr>
            <p:spPr>
              <a:xfrm>
                <a:off x="5912680" y="2932030"/>
                <a:ext cx="318303" cy="249668"/>
              </a:xfrm>
              <a:custGeom>
                <a:avLst/>
                <a:gdLst/>
                <a:ahLst/>
                <a:cxnLst/>
                <a:rect l="l" t="t" r="r" b="b"/>
                <a:pathLst>
                  <a:path w="4984" h="3909" extrusionOk="0">
                    <a:moveTo>
                      <a:pt x="4432" y="1"/>
                    </a:moveTo>
                    <a:lnTo>
                      <a:pt x="1875" y="2927"/>
                    </a:lnTo>
                    <a:lnTo>
                      <a:pt x="425" y="1893"/>
                    </a:lnTo>
                    <a:lnTo>
                      <a:pt x="0" y="2488"/>
                    </a:lnTo>
                    <a:lnTo>
                      <a:pt x="1990" y="3908"/>
                    </a:lnTo>
                    <a:lnTo>
                      <a:pt x="4983" y="480"/>
                    </a:lnTo>
                    <a:lnTo>
                      <a:pt x="4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509;p38">
                <a:extLst>
                  <a:ext uri="{FF2B5EF4-FFF2-40B4-BE49-F238E27FC236}">
                    <a16:creationId xmlns:a16="http://schemas.microsoft.com/office/drawing/2014/main" id="{6B12FDBF-9528-933B-3574-E435B84B0E32}"/>
                  </a:ext>
                </a:extLst>
              </p:cNvPr>
              <p:cNvSpPr/>
              <p:nvPr/>
            </p:nvSpPr>
            <p:spPr>
              <a:xfrm>
                <a:off x="5954733" y="2813091"/>
                <a:ext cx="518775" cy="614238"/>
              </a:xfrm>
              <a:custGeom>
                <a:avLst/>
                <a:gdLst/>
                <a:ahLst/>
                <a:cxnLst/>
                <a:rect l="l" t="t" r="r" b="b"/>
                <a:pathLst>
                  <a:path w="8123" h="9617" extrusionOk="0">
                    <a:moveTo>
                      <a:pt x="5060" y="0"/>
                    </a:moveTo>
                    <a:lnTo>
                      <a:pt x="5060" y="0"/>
                    </a:lnTo>
                    <a:cubicBezTo>
                      <a:pt x="5172" y="2719"/>
                      <a:pt x="4496" y="6777"/>
                      <a:pt x="0" y="8764"/>
                    </a:cubicBezTo>
                    <a:cubicBezTo>
                      <a:pt x="487" y="9088"/>
                      <a:pt x="1049" y="9378"/>
                      <a:pt x="1700" y="9616"/>
                    </a:cubicBezTo>
                    <a:cubicBezTo>
                      <a:pt x="8122" y="7258"/>
                      <a:pt x="6011" y="94"/>
                      <a:pt x="6011" y="94"/>
                    </a:cubicBezTo>
                    <a:cubicBezTo>
                      <a:pt x="5683" y="89"/>
                      <a:pt x="5365" y="55"/>
                      <a:pt x="5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446;p38">
            <a:extLst>
              <a:ext uri="{FF2B5EF4-FFF2-40B4-BE49-F238E27FC236}">
                <a16:creationId xmlns:a16="http://schemas.microsoft.com/office/drawing/2014/main" id="{5D436F92-D3B8-B1FC-84B6-39C418CCB5AF}"/>
              </a:ext>
            </a:extLst>
          </p:cNvPr>
          <p:cNvSpPr txBox="1">
            <a:spLocks/>
          </p:cNvSpPr>
          <p:nvPr/>
        </p:nvSpPr>
        <p:spPr>
          <a:xfrm>
            <a:off x="-417090" y="1747384"/>
            <a:ext cx="6950307" cy="815700"/>
          </a:xfrm>
          <a:prstGeom prst="rect">
            <a:avLst/>
          </a:prstGeom>
          <a:noFill/>
          <a:ln>
            <a:noFill/>
          </a:ln>
        </p:spPr>
        <p:txBody>
          <a:bodyPr spcFirstLastPara="1" wrap="square" lIns="90000" tIns="91425" rIns="90000"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6000"/>
              <a:buFont typeface="Montserrat Black"/>
              <a:buNone/>
              <a:defRPr sz="6000" b="0" i="0" u="none" strike="noStrike" cap="none">
                <a:solidFill>
                  <a:schemeClr val="lt1"/>
                </a:solidFill>
                <a:latin typeface="Montserrat Black"/>
                <a:ea typeface="Montserrat Black"/>
                <a:cs typeface="Montserrat Black"/>
                <a:sym typeface="Montserrat Black"/>
              </a:defRPr>
            </a:lvl1pPr>
            <a:lvl2pPr marR="0" lvl="1"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5200"/>
              <a:buFont typeface="Bebas Neue"/>
              <a:buNone/>
              <a:defRPr sz="5200" b="0" i="0" u="none" strike="noStrike" cap="none">
                <a:solidFill>
                  <a:schemeClr val="dk1"/>
                </a:solidFill>
                <a:latin typeface="Bebas Neue"/>
                <a:ea typeface="Bebas Neue"/>
                <a:cs typeface="Bebas Neue"/>
                <a:sym typeface="Bebas Neue"/>
              </a:defRPr>
            </a:lvl9pPr>
          </a:lstStyle>
          <a:p>
            <a:pPr algn="ctr"/>
            <a:r>
              <a:rPr lang="fr-FR" dirty="0">
                <a:solidFill>
                  <a:schemeClr val="accent1"/>
                </a:solidFill>
              </a:rPr>
              <a:t>Conclusion</a:t>
            </a:r>
          </a:p>
        </p:txBody>
      </p:sp>
      <p:sp>
        <p:nvSpPr>
          <p:cNvPr id="71" name="TextBox 70"/>
          <p:cNvSpPr txBox="1"/>
          <p:nvPr/>
        </p:nvSpPr>
        <p:spPr>
          <a:xfrm>
            <a:off x="254000" y="4889500"/>
            <a:ext cx="1132041" cy="553998"/>
          </a:xfrm>
          <a:prstGeom prst="rect">
            <a:avLst/>
          </a:prstGeom>
          <a:noFill/>
        </p:spPr>
        <p:txBody>
          <a:bodyPr wrap="none">
            <a:spAutoFit/>
          </a:bodyPr>
          <a:lstStyle/>
          <a:p>
            <a:r>
              <a:rPr sz="1000" dirty="0">
                <a:solidFill>
                  <a:srgbClr val="FFFFFF"/>
                </a:solidFill>
                <a:latin typeface="Arial"/>
              </a:rPr>
              <a:t>68</a:t>
            </a:r>
            <a:r>
              <a:rPr lang="fr-FR" sz="1000" dirty="0">
                <a:solidFill>
                  <a:srgbClr val="FFFFFF"/>
                </a:solidFill>
              </a:rPr>
              <a:t>  |  Conclusion</a:t>
            </a:r>
          </a:p>
          <a:p>
            <a:r>
              <a:rPr lang="fr-FR" sz="1000" dirty="0">
                <a:solidFill>
                  <a:srgbClr val="FFFFFF"/>
                </a:solidFill>
              </a:rPr>
              <a:t>t</a:t>
            </a:r>
          </a:p>
          <a:p>
            <a:endParaRPr sz="1000" dirty="0">
              <a:solidFill>
                <a:srgbClr val="FFFFFF"/>
              </a:solidFill>
              <a:latin typeface="Arial"/>
            </a:endParaRPr>
          </a:p>
        </p:txBody>
      </p:sp>
    </p:spTree>
    <p:extLst>
      <p:ext uri="{BB962C8B-B14F-4D97-AF65-F5344CB8AC3E}">
        <p14:creationId xmlns:p14="http://schemas.microsoft.com/office/powerpoint/2010/main" val="42185435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ZoneTexte 27">
            <a:extLst>
              <a:ext uri="{FF2B5EF4-FFF2-40B4-BE49-F238E27FC236}">
                <a16:creationId xmlns:a16="http://schemas.microsoft.com/office/drawing/2014/main" id="{A236F6EA-02A4-43A9-9E66-4F81FAA66395}"/>
              </a:ext>
            </a:extLst>
          </p:cNvPr>
          <p:cNvSpPr txBox="1"/>
          <p:nvPr/>
        </p:nvSpPr>
        <p:spPr>
          <a:xfrm>
            <a:off x="2637064" y="1475296"/>
            <a:ext cx="3869872" cy="2169825"/>
          </a:xfrm>
          <a:prstGeom prst="rect">
            <a:avLst/>
          </a:prstGeom>
          <a:noFill/>
        </p:spPr>
        <p:txBody>
          <a:bodyPr wrap="square" rtlCol="0">
            <a:spAutoFit/>
          </a:bodyPr>
          <a:lstStyle/>
          <a:p>
            <a:r>
              <a:rPr lang="fr-FR" sz="12450" b="1" dirty="0">
                <a:solidFill>
                  <a:schemeClr val="bg1"/>
                </a:solidFill>
                <a:effectLst>
                  <a:outerShdw blurRad="38100" dist="38100" dir="2700000" algn="tl">
                    <a:srgbClr val="000000">
                      <a:alpha val="43137"/>
                    </a:srgbClr>
                  </a:outerShdw>
                </a:effectLst>
                <a:latin typeface="Brush Script MT" panose="03060802040406070304" pitchFamily="66" charset="0"/>
              </a:rPr>
              <a:t>Merci</a:t>
            </a:r>
            <a:endParaRPr lang="fr-FR" sz="1050" b="1" dirty="0">
              <a:solidFill>
                <a:schemeClr val="bg1"/>
              </a:solidFill>
              <a:effectLst>
                <a:outerShdw blurRad="38100" dist="38100" dir="2700000" algn="tl">
                  <a:srgbClr val="000000">
                    <a:alpha val="43137"/>
                  </a:srgbClr>
                </a:outerShdw>
              </a:effectLst>
              <a:latin typeface="Brush Script MT" panose="03060802040406070304" pitchFamily="66" charset="0"/>
            </a:endParaRPr>
          </a:p>
          <a:p>
            <a:endParaRPr lang="fr-FR" sz="1050" dirty="0"/>
          </a:p>
        </p:txBody>
      </p:sp>
      <p:sp>
        <p:nvSpPr>
          <p:cNvPr id="26" name="Forme libre : forme 25">
            <a:extLst>
              <a:ext uri="{FF2B5EF4-FFF2-40B4-BE49-F238E27FC236}">
                <a16:creationId xmlns:a16="http://schemas.microsoft.com/office/drawing/2014/main" id="{8C7BB7F5-8E03-48E6-B627-1985AB2BC161}"/>
              </a:ext>
            </a:extLst>
          </p:cNvPr>
          <p:cNvSpPr/>
          <p:nvPr/>
        </p:nvSpPr>
        <p:spPr>
          <a:xfrm rot="10800000">
            <a:off x="783772" y="0"/>
            <a:ext cx="8360228" cy="5143500"/>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17907" h="6858000">
                <a:moveTo>
                  <a:pt x="0" y="0"/>
                </a:moveTo>
                <a:lnTo>
                  <a:pt x="2620875" y="0"/>
                </a:lnTo>
                <a:lnTo>
                  <a:pt x="2618172" y="61246"/>
                </a:lnTo>
                <a:cubicBezTo>
                  <a:pt x="2544668" y="618416"/>
                  <a:pt x="1856707" y="1616077"/>
                  <a:pt x="2197768" y="1957138"/>
                </a:cubicBezTo>
                <a:cubicBezTo>
                  <a:pt x="2617536" y="2376906"/>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close/>
              </a:path>
            </a:pathLst>
          </a:custGeom>
          <a:solidFill>
            <a:schemeClr val="bg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9" name="Forme libre : forme 8">
            <a:extLst>
              <a:ext uri="{FF2B5EF4-FFF2-40B4-BE49-F238E27FC236}">
                <a16:creationId xmlns:a16="http://schemas.microsoft.com/office/drawing/2014/main" id="{03352FCB-5651-4765-90FA-97AAF66EA3E1}"/>
              </a:ext>
            </a:extLst>
          </p:cNvPr>
          <p:cNvSpPr/>
          <p:nvPr/>
        </p:nvSpPr>
        <p:spPr>
          <a:xfrm>
            <a:off x="-1" y="-1"/>
            <a:ext cx="9144000" cy="5143500"/>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17907" h="6858000">
                <a:moveTo>
                  <a:pt x="0" y="0"/>
                </a:moveTo>
                <a:lnTo>
                  <a:pt x="2620875" y="0"/>
                </a:lnTo>
                <a:lnTo>
                  <a:pt x="2618172" y="61246"/>
                </a:lnTo>
                <a:cubicBezTo>
                  <a:pt x="2544668" y="618416"/>
                  <a:pt x="1856707" y="1616077"/>
                  <a:pt x="2197768" y="1957138"/>
                </a:cubicBezTo>
                <a:cubicBezTo>
                  <a:pt x="2617536" y="2376906"/>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close/>
              </a:path>
            </a:pathLst>
          </a:custGeom>
          <a:solidFill>
            <a:schemeClr val="bg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29" name="Forme libre : forme 28">
            <a:extLst>
              <a:ext uri="{FF2B5EF4-FFF2-40B4-BE49-F238E27FC236}">
                <a16:creationId xmlns:a16="http://schemas.microsoft.com/office/drawing/2014/main" id="{4A3E75FF-0258-4F8D-9491-AD8BE31ED9C7}"/>
              </a:ext>
            </a:extLst>
          </p:cNvPr>
          <p:cNvSpPr/>
          <p:nvPr/>
        </p:nvSpPr>
        <p:spPr>
          <a:xfrm>
            <a:off x="-392646" y="281618"/>
            <a:ext cx="9144000" cy="5143500"/>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17907" h="6858000">
                <a:moveTo>
                  <a:pt x="0" y="0"/>
                </a:moveTo>
                <a:lnTo>
                  <a:pt x="2620875" y="0"/>
                </a:lnTo>
                <a:lnTo>
                  <a:pt x="2618172" y="61246"/>
                </a:lnTo>
                <a:cubicBezTo>
                  <a:pt x="2544668" y="618416"/>
                  <a:pt x="1856707" y="1616077"/>
                  <a:pt x="2197768" y="1957138"/>
                </a:cubicBezTo>
                <a:cubicBezTo>
                  <a:pt x="2617536" y="2376906"/>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close/>
              </a:path>
            </a:pathLst>
          </a:custGeom>
          <a:solidFill>
            <a:schemeClr val="accent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30" name="Forme libre : forme 29">
            <a:extLst>
              <a:ext uri="{FF2B5EF4-FFF2-40B4-BE49-F238E27FC236}">
                <a16:creationId xmlns:a16="http://schemas.microsoft.com/office/drawing/2014/main" id="{F00A0B2C-B674-48BE-A4ED-ED1934DD8E31}"/>
              </a:ext>
            </a:extLst>
          </p:cNvPr>
          <p:cNvSpPr/>
          <p:nvPr/>
        </p:nvSpPr>
        <p:spPr>
          <a:xfrm rot="10800000">
            <a:off x="2858550" y="-638144"/>
            <a:ext cx="8138742" cy="5837465"/>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 name="connsiteX0" fmla="*/ 0 w 8617907"/>
              <a:gd name="connsiteY0" fmla="*/ 0 h 6858000"/>
              <a:gd name="connsiteX1" fmla="*/ 2620875 w 8617907"/>
              <a:gd name="connsiteY1" fmla="*/ 0 h 6858000"/>
              <a:gd name="connsiteX2" fmla="*/ 2188960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 name="connsiteX11" fmla="*/ 0 w 8617907"/>
              <a:gd name="connsiteY11" fmla="*/ 0 h 6858000"/>
              <a:gd name="connsiteX0" fmla="*/ 0 w 8617907"/>
              <a:gd name="connsiteY0" fmla="*/ 0 h 6858000"/>
              <a:gd name="connsiteX1" fmla="*/ 2115919 w 8617907"/>
              <a:gd name="connsiteY1" fmla="*/ 32657 h 6858000"/>
              <a:gd name="connsiteX2" fmla="*/ 2188960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 name="connsiteX11" fmla="*/ 0 w 861790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17907" h="6858000">
                <a:moveTo>
                  <a:pt x="0" y="0"/>
                </a:moveTo>
                <a:lnTo>
                  <a:pt x="2115919" y="32657"/>
                </a:lnTo>
                <a:cubicBezTo>
                  <a:pt x="2115018" y="53072"/>
                  <a:pt x="2189861" y="40831"/>
                  <a:pt x="2188960" y="61246"/>
                </a:cubicBezTo>
                <a:cubicBezTo>
                  <a:pt x="2115456" y="618416"/>
                  <a:pt x="1717711" y="1587682"/>
                  <a:pt x="2197768" y="1957138"/>
                </a:cubicBezTo>
                <a:cubicBezTo>
                  <a:pt x="2677826" y="2326594"/>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lnTo>
                  <a:pt x="0" y="0"/>
                </a:lnTo>
                <a:close/>
              </a:path>
            </a:pathLst>
          </a:custGeom>
          <a:solidFill>
            <a:schemeClr val="accent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2" name="Espace réservé du numéro de diapositive 1">
            <a:extLst>
              <a:ext uri="{FF2B5EF4-FFF2-40B4-BE49-F238E27FC236}">
                <a16:creationId xmlns:a16="http://schemas.microsoft.com/office/drawing/2014/main" id="{B910093B-CA5A-5CEB-0A32-6F0F8457CF76}"/>
              </a:ext>
            </a:extLst>
          </p:cNvPr>
          <p:cNvSpPr>
            <a:spLocks noGrp="1"/>
          </p:cNvSpPr>
          <p:nvPr>
            <p:ph type="sldNum" sz="quarter" idx="12"/>
          </p:nvPr>
        </p:nvSpPr>
        <p:spPr/>
        <p:txBody>
          <a:bodyPr/>
          <a:lstStyle/>
          <a:p>
            <a:fld id="{FACFE0E6-46FB-4A7A-8CED-6044E8056825}" type="slidenum">
              <a:rPr lang="fr-FR" smtClean="0"/>
              <a:t>56</a:t>
            </a:fld>
            <a:endParaRPr lang="fr-FR"/>
          </a:p>
        </p:txBody>
      </p:sp>
      <p:sp>
        <p:nvSpPr>
          <p:cNvPr id="31" name="TextBox 30"/>
          <p:cNvSpPr txBox="1"/>
          <p:nvPr/>
        </p:nvSpPr>
        <p:spPr>
          <a:xfrm>
            <a:off x="254000" y="4889500"/>
            <a:ext cx="1332416" cy="246221"/>
          </a:xfrm>
          <a:prstGeom prst="rect">
            <a:avLst/>
          </a:prstGeom>
          <a:noFill/>
        </p:spPr>
        <p:txBody>
          <a:bodyPr wrap="none">
            <a:spAutoFit/>
          </a:bodyPr>
          <a:lstStyle/>
          <a:p>
            <a:r>
              <a:rPr sz="1000" dirty="0">
                <a:solidFill>
                  <a:srgbClr val="FFFFFF"/>
                </a:solidFill>
                <a:latin typeface="Arial"/>
              </a:rPr>
              <a:t>70</a:t>
            </a:r>
            <a:r>
              <a:rPr lang="fr-FR" sz="1000" dirty="0">
                <a:solidFill>
                  <a:srgbClr val="FFFFFF"/>
                </a:solidFill>
              </a:rPr>
              <a:t> |  Remerciement </a:t>
            </a:r>
            <a:endParaRPr sz="1000" dirty="0">
              <a:solidFill>
                <a:srgbClr val="FFFFFF"/>
              </a:solidFill>
              <a:latin typeface="Arial"/>
            </a:endParaRPr>
          </a:p>
        </p:txBody>
      </p:sp>
    </p:spTree>
    <p:extLst>
      <p:ext uri="{BB962C8B-B14F-4D97-AF65-F5344CB8AC3E}">
        <p14:creationId xmlns:p14="http://schemas.microsoft.com/office/powerpoint/2010/main" val="7687858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50000"/>
          </a:schemeClr>
        </a:solidFill>
        <a:effectLst/>
      </p:bgPr>
    </p:bg>
    <p:spTree>
      <p:nvGrpSpPr>
        <p:cNvPr id="1" name=""/>
        <p:cNvGrpSpPr/>
        <p:nvPr/>
      </p:nvGrpSpPr>
      <p:grpSpPr>
        <a:xfrm>
          <a:off x="0" y="0"/>
          <a:ext cx="0" cy="0"/>
          <a:chOff x="0" y="0"/>
          <a:chExt cx="0" cy="0"/>
        </a:xfrm>
      </p:grpSpPr>
      <p:sp>
        <p:nvSpPr>
          <p:cNvPr id="28" name="ZoneTexte 27">
            <a:extLst>
              <a:ext uri="{FF2B5EF4-FFF2-40B4-BE49-F238E27FC236}">
                <a16:creationId xmlns:a16="http://schemas.microsoft.com/office/drawing/2014/main" id="{A236F6EA-02A4-43A9-9E66-4F81FAA66395}"/>
              </a:ext>
            </a:extLst>
          </p:cNvPr>
          <p:cNvSpPr txBox="1"/>
          <p:nvPr/>
        </p:nvSpPr>
        <p:spPr>
          <a:xfrm>
            <a:off x="2509474" y="1447386"/>
            <a:ext cx="3869872" cy="2169825"/>
          </a:xfrm>
          <a:prstGeom prst="rect">
            <a:avLst/>
          </a:prstGeom>
          <a:noFill/>
        </p:spPr>
        <p:txBody>
          <a:bodyPr wrap="square" rtlCol="0">
            <a:spAutoFit/>
          </a:bodyPr>
          <a:lstStyle/>
          <a:p>
            <a:r>
              <a:rPr lang="fr-FR" sz="12450" b="1" dirty="0">
                <a:solidFill>
                  <a:schemeClr val="accent6"/>
                </a:solidFill>
                <a:effectLst>
                  <a:outerShdw blurRad="38100" dist="38100" dir="2700000" algn="tl">
                    <a:srgbClr val="000000">
                      <a:alpha val="43137"/>
                    </a:srgbClr>
                  </a:outerShdw>
                </a:effectLst>
                <a:latin typeface="Brush Script MT" panose="03060802040406070304" pitchFamily="66" charset="0"/>
              </a:rPr>
              <a:t>Merci</a:t>
            </a:r>
            <a:endParaRPr lang="fr-FR" sz="1050" b="1" dirty="0">
              <a:solidFill>
                <a:schemeClr val="accent6"/>
              </a:solidFill>
              <a:effectLst>
                <a:outerShdw blurRad="38100" dist="38100" dir="2700000" algn="tl">
                  <a:srgbClr val="000000">
                    <a:alpha val="43137"/>
                  </a:srgbClr>
                </a:outerShdw>
              </a:effectLst>
              <a:latin typeface="Brush Script MT" panose="03060802040406070304" pitchFamily="66" charset="0"/>
            </a:endParaRPr>
          </a:p>
          <a:p>
            <a:endParaRPr lang="fr-FR" sz="1050" dirty="0"/>
          </a:p>
        </p:txBody>
      </p:sp>
      <p:sp>
        <p:nvSpPr>
          <p:cNvPr id="26" name="Forme libre : forme 25">
            <a:extLst>
              <a:ext uri="{FF2B5EF4-FFF2-40B4-BE49-F238E27FC236}">
                <a16:creationId xmlns:a16="http://schemas.microsoft.com/office/drawing/2014/main" id="{8C7BB7F5-8E03-48E6-B627-1985AB2BC161}"/>
              </a:ext>
            </a:extLst>
          </p:cNvPr>
          <p:cNvSpPr/>
          <p:nvPr/>
        </p:nvSpPr>
        <p:spPr>
          <a:xfrm rot="10800000">
            <a:off x="3404508" y="-1"/>
            <a:ext cx="8360228" cy="5143500"/>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17907" h="6858000">
                <a:moveTo>
                  <a:pt x="0" y="0"/>
                </a:moveTo>
                <a:lnTo>
                  <a:pt x="2620875" y="0"/>
                </a:lnTo>
                <a:lnTo>
                  <a:pt x="2618172" y="61246"/>
                </a:lnTo>
                <a:cubicBezTo>
                  <a:pt x="2544668" y="618416"/>
                  <a:pt x="1856707" y="1616077"/>
                  <a:pt x="2197768" y="1957138"/>
                </a:cubicBezTo>
                <a:cubicBezTo>
                  <a:pt x="2617536" y="2376906"/>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close/>
              </a:path>
            </a:pathLst>
          </a:custGeom>
          <a:solidFill>
            <a:schemeClr val="bg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9" name="Forme libre : forme 8">
            <a:extLst>
              <a:ext uri="{FF2B5EF4-FFF2-40B4-BE49-F238E27FC236}">
                <a16:creationId xmlns:a16="http://schemas.microsoft.com/office/drawing/2014/main" id="{03352FCB-5651-4765-90FA-97AAF66EA3E1}"/>
              </a:ext>
            </a:extLst>
          </p:cNvPr>
          <p:cNvSpPr/>
          <p:nvPr/>
        </p:nvSpPr>
        <p:spPr>
          <a:xfrm>
            <a:off x="-628651" y="1763486"/>
            <a:ext cx="9144000" cy="5143500"/>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17907" h="6858000">
                <a:moveTo>
                  <a:pt x="0" y="0"/>
                </a:moveTo>
                <a:lnTo>
                  <a:pt x="2620875" y="0"/>
                </a:lnTo>
                <a:lnTo>
                  <a:pt x="2618172" y="61246"/>
                </a:lnTo>
                <a:cubicBezTo>
                  <a:pt x="2544668" y="618416"/>
                  <a:pt x="1856707" y="1616077"/>
                  <a:pt x="2197768" y="1957138"/>
                </a:cubicBezTo>
                <a:cubicBezTo>
                  <a:pt x="2617536" y="2376906"/>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close/>
              </a:path>
            </a:pathLst>
          </a:custGeom>
          <a:solidFill>
            <a:schemeClr val="bg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29" name="Forme libre : forme 28">
            <a:extLst>
              <a:ext uri="{FF2B5EF4-FFF2-40B4-BE49-F238E27FC236}">
                <a16:creationId xmlns:a16="http://schemas.microsoft.com/office/drawing/2014/main" id="{4A3E75FF-0258-4F8D-9491-AD8BE31ED9C7}"/>
              </a:ext>
            </a:extLst>
          </p:cNvPr>
          <p:cNvSpPr/>
          <p:nvPr/>
        </p:nvSpPr>
        <p:spPr>
          <a:xfrm>
            <a:off x="-1412423" y="2051675"/>
            <a:ext cx="9144000" cy="5143500"/>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17907" h="6858000">
                <a:moveTo>
                  <a:pt x="0" y="0"/>
                </a:moveTo>
                <a:lnTo>
                  <a:pt x="2620875" y="0"/>
                </a:lnTo>
                <a:lnTo>
                  <a:pt x="2618172" y="61246"/>
                </a:lnTo>
                <a:cubicBezTo>
                  <a:pt x="2544668" y="618416"/>
                  <a:pt x="1856707" y="1616077"/>
                  <a:pt x="2197768" y="1957138"/>
                </a:cubicBezTo>
                <a:cubicBezTo>
                  <a:pt x="2617536" y="2376906"/>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close/>
              </a:path>
            </a:pathLst>
          </a:custGeom>
          <a:solidFill>
            <a:schemeClr val="accent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30" name="Forme libre : forme 29">
            <a:extLst>
              <a:ext uri="{FF2B5EF4-FFF2-40B4-BE49-F238E27FC236}">
                <a16:creationId xmlns:a16="http://schemas.microsoft.com/office/drawing/2014/main" id="{F00A0B2C-B674-48BE-A4ED-ED1934DD8E31}"/>
              </a:ext>
            </a:extLst>
          </p:cNvPr>
          <p:cNvSpPr/>
          <p:nvPr/>
        </p:nvSpPr>
        <p:spPr>
          <a:xfrm rot="10800000">
            <a:off x="3722914" y="-346984"/>
            <a:ext cx="8825594" cy="5837465"/>
          </a:xfrm>
          <a:custGeom>
            <a:avLst/>
            <a:gdLst>
              <a:gd name="connsiteX0" fmla="*/ 0 w 8617907"/>
              <a:gd name="connsiteY0" fmla="*/ 0 h 6858000"/>
              <a:gd name="connsiteX1" fmla="*/ 2620875 w 8617907"/>
              <a:gd name="connsiteY1" fmla="*/ 0 h 6858000"/>
              <a:gd name="connsiteX2" fmla="*/ 2618172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 name="connsiteX0" fmla="*/ 0 w 8617907"/>
              <a:gd name="connsiteY0" fmla="*/ 0 h 6858000"/>
              <a:gd name="connsiteX1" fmla="*/ 2620875 w 8617907"/>
              <a:gd name="connsiteY1" fmla="*/ 0 h 6858000"/>
              <a:gd name="connsiteX2" fmla="*/ 2188960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 name="connsiteX11" fmla="*/ 0 w 8617907"/>
              <a:gd name="connsiteY11" fmla="*/ 0 h 6858000"/>
              <a:gd name="connsiteX0" fmla="*/ 0 w 8617907"/>
              <a:gd name="connsiteY0" fmla="*/ 0 h 6858000"/>
              <a:gd name="connsiteX1" fmla="*/ 2115919 w 8617907"/>
              <a:gd name="connsiteY1" fmla="*/ 32657 h 6858000"/>
              <a:gd name="connsiteX2" fmla="*/ 2188960 w 8617907"/>
              <a:gd name="connsiteY2" fmla="*/ 61246 h 6858000"/>
              <a:gd name="connsiteX3" fmla="*/ 2197768 w 8617907"/>
              <a:gd name="connsiteY3" fmla="*/ 1957138 h 6858000"/>
              <a:gd name="connsiteX4" fmla="*/ 5069305 w 8617907"/>
              <a:gd name="connsiteY4" fmla="*/ 2277980 h 6858000"/>
              <a:gd name="connsiteX5" fmla="*/ 5053263 w 8617907"/>
              <a:gd name="connsiteY5" fmla="*/ 4331369 h 6858000"/>
              <a:gd name="connsiteX6" fmla="*/ 8213558 w 8617907"/>
              <a:gd name="connsiteY6" fmla="*/ 5101390 h 6858000"/>
              <a:gd name="connsiteX7" fmla="*/ 8566484 w 8617907"/>
              <a:gd name="connsiteY7" fmla="*/ 6705601 h 6858000"/>
              <a:gd name="connsiteX8" fmla="*/ 8585358 w 8617907"/>
              <a:gd name="connsiteY8" fmla="*/ 6790909 h 6858000"/>
              <a:gd name="connsiteX9" fmla="*/ 8617907 w 8617907"/>
              <a:gd name="connsiteY9" fmla="*/ 6858000 h 6858000"/>
              <a:gd name="connsiteX10" fmla="*/ 0 w 8617907"/>
              <a:gd name="connsiteY10" fmla="*/ 6858000 h 6858000"/>
              <a:gd name="connsiteX11" fmla="*/ 0 w 861790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17907" h="6858000">
                <a:moveTo>
                  <a:pt x="0" y="0"/>
                </a:moveTo>
                <a:lnTo>
                  <a:pt x="2115919" y="32657"/>
                </a:lnTo>
                <a:cubicBezTo>
                  <a:pt x="2115018" y="53072"/>
                  <a:pt x="2189861" y="40831"/>
                  <a:pt x="2188960" y="61246"/>
                </a:cubicBezTo>
                <a:cubicBezTo>
                  <a:pt x="2115456" y="618416"/>
                  <a:pt x="1717711" y="1587682"/>
                  <a:pt x="2197768" y="1957138"/>
                </a:cubicBezTo>
                <a:cubicBezTo>
                  <a:pt x="2677826" y="2326594"/>
                  <a:pt x="4593389" y="1882275"/>
                  <a:pt x="5069305" y="2277980"/>
                </a:cubicBezTo>
                <a:cubicBezTo>
                  <a:pt x="5545221" y="2673685"/>
                  <a:pt x="4529221" y="3860801"/>
                  <a:pt x="5053263" y="4331369"/>
                </a:cubicBezTo>
                <a:cubicBezTo>
                  <a:pt x="5577305" y="4801937"/>
                  <a:pt x="7628021" y="4705685"/>
                  <a:pt x="8213558" y="5101390"/>
                </a:cubicBezTo>
                <a:cubicBezTo>
                  <a:pt x="8799095" y="5497095"/>
                  <a:pt x="8537074" y="6253748"/>
                  <a:pt x="8566484" y="6705601"/>
                </a:cubicBezTo>
                <a:cubicBezTo>
                  <a:pt x="8568322" y="6733842"/>
                  <a:pt x="8574933" y="6762313"/>
                  <a:pt x="8585358" y="6790909"/>
                </a:cubicBezTo>
                <a:lnTo>
                  <a:pt x="8617907" y="6858000"/>
                </a:lnTo>
                <a:lnTo>
                  <a:pt x="0" y="6858000"/>
                </a:lnTo>
                <a:lnTo>
                  <a:pt x="0" y="0"/>
                </a:lnTo>
                <a:close/>
              </a:path>
            </a:pathLst>
          </a:custGeom>
          <a:solidFill>
            <a:schemeClr val="accent2"/>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sz="1050" dirty="0"/>
          </a:p>
        </p:txBody>
      </p:sp>
      <p:sp>
        <p:nvSpPr>
          <p:cNvPr id="2" name="Espace réservé du numéro de diapositive 1">
            <a:extLst>
              <a:ext uri="{FF2B5EF4-FFF2-40B4-BE49-F238E27FC236}">
                <a16:creationId xmlns:a16="http://schemas.microsoft.com/office/drawing/2014/main" id="{4AC9F255-596C-4AE8-0E8C-1D3F0120C565}"/>
              </a:ext>
            </a:extLst>
          </p:cNvPr>
          <p:cNvSpPr>
            <a:spLocks noGrp="1"/>
          </p:cNvSpPr>
          <p:nvPr>
            <p:ph type="sldNum" sz="quarter" idx="12"/>
          </p:nvPr>
        </p:nvSpPr>
        <p:spPr/>
        <p:txBody>
          <a:bodyPr/>
          <a:lstStyle/>
          <a:p>
            <a:fld id="{FACFE0E6-46FB-4A7A-8CED-6044E8056825}" type="slidenum">
              <a:rPr lang="fr-FR" smtClean="0"/>
              <a:t>57</a:t>
            </a:fld>
            <a:endParaRPr lang="fr-FR"/>
          </a:p>
        </p:txBody>
      </p:sp>
      <p:sp>
        <p:nvSpPr>
          <p:cNvPr id="31" name="TextBox 30"/>
          <p:cNvSpPr txBox="1"/>
          <p:nvPr/>
        </p:nvSpPr>
        <p:spPr>
          <a:xfrm>
            <a:off x="254000" y="4889500"/>
            <a:ext cx="1332416" cy="400110"/>
          </a:xfrm>
          <a:prstGeom prst="rect">
            <a:avLst/>
          </a:prstGeom>
          <a:noFill/>
        </p:spPr>
        <p:txBody>
          <a:bodyPr wrap="none">
            <a:spAutoFit/>
          </a:bodyPr>
          <a:lstStyle/>
          <a:p>
            <a:r>
              <a:rPr sz="1000" dirty="0">
                <a:solidFill>
                  <a:srgbClr val="FFFFFF"/>
                </a:solidFill>
                <a:latin typeface="Arial"/>
              </a:rPr>
              <a:t>71</a:t>
            </a:r>
            <a:r>
              <a:rPr lang="fr-FR" sz="1000">
                <a:solidFill>
                  <a:srgbClr val="FFFFFF"/>
                </a:solidFill>
              </a:rPr>
              <a:t> |  </a:t>
            </a:r>
            <a:r>
              <a:rPr lang="fr-FR" sz="1000" dirty="0">
                <a:solidFill>
                  <a:srgbClr val="FFFFFF"/>
                </a:solidFill>
              </a:rPr>
              <a:t>Remerciement </a:t>
            </a:r>
          </a:p>
          <a:p>
            <a:r>
              <a:rPr lang="fr-FR" sz="1000" dirty="0">
                <a:solidFill>
                  <a:srgbClr val="FFFFFF"/>
                </a:solidFill>
                <a:latin typeface="Arial"/>
              </a:rPr>
              <a:t> </a:t>
            </a:r>
            <a:endParaRPr sz="1000" dirty="0">
              <a:solidFill>
                <a:srgbClr val="FFFFFF"/>
              </a:solidFill>
              <a:latin typeface="Arial"/>
            </a:endParaRPr>
          </a:p>
        </p:txBody>
      </p:sp>
    </p:spTree>
    <p:extLst>
      <p:ext uri="{BB962C8B-B14F-4D97-AF65-F5344CB8AC3E}">
        <p14:creationId xmlns:p14="http://schemas.microsoft.com/office/powerpoint/2010/main" val="1791690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oftware Development School Center by Slidesgo">
  <a:themeElements>
    <a:clrScheme name="Simple Light">
      <a:dk1>
        <a:srgbClr val="666466"/>
      </a:dk1>
      <a:lt1>
        <a:srgbClr val="005D77"/>
      </a:lt1>
      <a:dk2>
        <a:srgbClr val="399BD8"/>
      </a:dk2>
      <a:lt2>
        <a:srgbClr val="84C4F4"/>
      </a:lt2>
      <a:accent1>
        <a:srgbClr val="C2E9FF"/>
      </a:accent1>
      <a:accent2>
        <a:srgbClr val="D9F1FF"/>
      </a:accent2>
      <a:accent3>
        <a:srgbClr val="EC6F09"/>
      </a:accent3>
      <a:accent4>
        <a:srgbClr val="F78A2F"/>
      </a:accent4>
      <a:accent5>
        <a:srgbClr val="FFFFFF"/>
      </a:accent5>
      <a:accent6>
        <a:srgbClr val="FFFFFF"/>
      </a:accent6>
      <a:hlink>
        <a:srgbClr val="6664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 Computer Science Degree for College by Slidesgo">
  <a:themeElements>
    <a:clrScheme name="Simple Light">
      <a:dk1>
        <a:srgbClr val="000000"/>
      </a:dk1>
      <a:lt1>
        <a:srgbClr val="FFFFFF"/>
      </a:lt1>
      <a:dk2>
        <a:srgbClr val="ECE5B4"/>
      </a:dk2>
      <a:lt2>
        <a:srgbClr val="F673A9"/>
      </a:lt2>
      <a:accent1>
        <a:srgbClr val="D899B3"/>
      </a:accent1>
      <a:accent2>
        <a:srgbClr val="9A4496"/>
      </a:accent2>
      <a:accent3>
        <a:srgbClr val="7EC8D4"/>
      </a:accent3>
      <a:accent4>
        <a:srgbClr val="6AA4D6"/>
      </a:accent4>
      <a:accent5>
        <a:srgbClr val="06467E"/>
      </a:accent5>
      <a:accent6>
        <a:srgbClr val="2F2B1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2727</TotalTime>
  <Words>1918</Words>
  <Application>Microsoft Office PowerPoint</Application>
  <PresentationFormat>On-screen Show (16:9)</PresentationFormat>
  <Paragraphs>469</Paragraphs>
  <Slides>57</Slides>
  <Notes>12</Notes>
  <HiddenSlides>0</HiddenSlides>
  <MMClips>0</MMClips>
  <ScaleCrop>false</ScaleCrop>
  <HeadingPairs>
    <vt:vector size="6" baseType="variant">
      <vt:variant>
        <vt:lpstr>Fonts Used</vt:lpstr>
      </vt:variant>
      <vt:variant>
        <vt:i4>24</vt:i4>
      </vt:variant>
      <vt:variant>
        <vt:lpstr>Theme</vt:lpstr>
      </vt:variant>
      <vt:variant>
        <vt:i4>3</vt:i4>
      </vt:variant>
      <vt:variant>
        <vt:lpstr>Slide Titles</vt:lpstr>
      </vt:variant>
      <vt:variant>
        <vt:i4>57</vt:i4>
      </vt:variant>
    </vt:vector>
  </HeadingPairs>
  <TitlesOfParts>
    <vt:vector size="84" baseType="lpstr">
      <vt:lpstr>Gill Sans</vt:lpstr>
      <vt:lpstr>Zen Dots</vt:lpstr>
      <vt:lpstr>Roboto</vt:lpstr>
      <vt:lpstr>Arial Unicode MS</vt:lpstr>
      <vt:lpstr>Calibri Light</vt:lpstr>
      <vt:lpstr>Montserrat Medium</vt:lpstr>
      <vt:lpstr>Canva Sans Bold</vt:lpstr>
      <vt:lpstr>Times New Roman</vt:lpstr>
      <vt:lpstr>Wingdings</vt:lpstr>
      <vt:lpstr>Bebas Neue</vt:lpstr>
      <vt:lpstr>Bookman Old Style</vt:lpstr>
      <vt:lpstr>Abadi</vt:lpstr>
      <vt:lpstr>Berlin Sans FB Demi</vt:lpstr>
      <vt:lpstr>Nunito Bold</vt:lpstr>
      <vt:lpstr>Montserrat SemiBold</vt:lpstr>
      <vt:lpstr>Anaheim</vt:lpstr>
      <vt:lpstr>Calibri</vt:lpstr>
      <vt:lpstr>Montserrat Black</vt:lpstr>
      <vt:lpstr>Shantell Sans</vt:lpstr>
      <vt:lpstr>Garet Bold</vt:lpstr>
      <vt:lpstr>Poppins</vt:lpstr>
      <vt:lpstr>Brush Script MT</vt:lpstr>
      <vt:lpstr>Arial</vt:lpstr>
      <vt:lpstr>Georgia</vt:lpstr>
      <vt:lpstr>Software Development School Center by Slidesgo</vt:lpstr>
      <vt:lpstr>Thème Office</vt:lpstr>
      <vt:lpstr> Computer Science Degree for College by Slidesgo</vt:lpstr>
      <vt:lpstr>Détection d’intrusion en utilisant l’apprentissage automatique et   Python</vt:lpstr>
      <vt:lpstr>PLAN :</vt:lpstr>
      <vt:lpstr>PowerPoint Presentation</vt:lpstr>
      <vt:lpstr>PowerPoint Presentation</vt:lpstr>
      <vt:lpstr>PowerPoint Presentation</vt:lpstr>
      <vt:lpstr>PowerPoint Presentation</vt:lpstr>
      <vt:lpstr>PowerPoint Presentation</vt:lpstr>
      <vt:lpstr>PowerPoint Presentation</vt:lpstr>
      <vt:lpstr>Evolution de la détection d'intrusions:</vt:lpstr>
      <vt:lpstr>Intelligence artificielle et la détection des intrusions   </vt:lpstr>
      <vt:lpstr>PowerPoint Presentation</vt:lpstr>
      <vt:lpstr>PowerPoint Presentation</vt:lpstr>
      <vt:lpstr>PowerPoint Presentation</vt:lpstr>
      <vt:lpstr>Revue de littérature :20 Articles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Description de jeu de donnée: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 équilibrage de jeu de donnée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d’intrusion en utilisant le Machine Learning et Python</dc:title>
  <dc:creator>lenovo</dc:creator>
  <cp:lastModifiedBy>Probook 430 G3</cp:lastModifiedBy>
  <cp:revision>90</cp:revision>
  <dcterms:modified xsi:type="dcterms:W3CDTF">2025-06-16T10:47:54Z</dcterms:modified>
</cp:coreProperties>
</file>